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changesInfos/changesInfo1.xml" ContentType="application/vnd.ms-powerpoint.changesinfo+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60" r:id="rId1"/>
  </p:sldMasterIdLst>
  <p:notesMasterIdLst>
    <p:notesMasterId r:id="rId22"/>
  </p:notesMasterIdLst>
  <p:sldIdLst>
    <p:sldId id="613" r:id="rId2"/>
    <p:sldId id="624" r:id="rId3"/>
    <p:sldId id="657" r:id="rId4"/>
    <p:sldId id="646" r:id="rId5"/>
    <p:sldId id="635" r:id="rId6"/>
    <p:sldId id="648" r:id="rId7"/>
    <p:sldId id="625" r:id="rId8"/>
    <p:sldId id="636" r:id="rId9"/>
    <p:sldId id="649" r:id="rId10"/>
    <p:sldId id="637" r:id="rId11"/>
    <p:sldId id="650" r:id="rId12"/>
    <p:sldId id="651" r:id="rId13"/>
    <p:sldId id="642" r:id="rId14"/>
    <p:sldId id="652" r:id="rId15"/>
    <p:sldId id="653" r:id="rId16"/>
    <p:sldId id="654" r:id="rId17"/>
    <p:sldId id="655" r:id="rId18"/>
    <p:sldId id="656" r:id="rId19"/>
    <p:sldId id="645" r:id="rId20"/>
    <p:sldId id="634" r:id="rId21"/>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p:restoredLeft sz="13872"/>
    <p:restoredTop sz="87549"/>
  </p:normalViewPr>
  <p:slideViewPr>
    <p:cSldViewPr snapToGrid="0">
      <p:cViewPr varScale="1">
        <p:scale>
          <a:sx n="157" d="100"/>
          <a:sy n="157" d="100"/>
        </p:scale>
        <p:origin x="192" y="1048"/>
      </p:cViewPr>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tableStyles" Target="tableStyles.xml"/><Relationship Id="rId3" Type="http://schemas.openxmlformats.org/officeDocument/2006/relationships/slide" Target="slides/slide2.xml"/><Relationship Id="rId21" Type="http://schemas.openxmlformats.org/officeDocument/2006/relationships/slide" Target="slides/slide20.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theme" Target="theme/theme1.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slide" Target="slides/slide19.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viewProps" Target="viewProps.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presProps" Target="presProps.xml"/><Relationship Id="rId10" Type="http://schemas.openxmlformats.org/officeDocument/2006/relationships/slide" Target="slides/slide9.xml"/><Relationship Id="rId19" Type="http://schemas.openxmlformats.org/officeDocument/2006/relationships/slide" Target="slides/slide18.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notesMaster" Target="notesMasters/notesMaster1.xml"/><Relationship Id="rId27" Type="http://schemas.microsoft.com/office/2016/11/relationships/changesInfo" Target="changesInfos/changesInfo1.xml"/></Relationships>
</file>

<file path=ppt/changesInfos/changesInfo1.xml><?xml version="1.0" encoding="utf-8"?>
<pc:chgInfo xmlns:a="http://schemas.openxmlformats.org/drawingml/2006/main" xmlns:r="http://schemas.openxmlformats.org/officeDocument/2006/relationships" xmlns:ac="http://schemas.microsoft.com/office/drawing/2013/main/command" xmlns:pc="http://schemas.microsoft.com/office/powerpoint/2013/main/command">
  <pc:docChgLst>
    <pc:chgData name="LI, Jianqiang" userId="cff57bb5-6b3d-420f-8247-78e7019450b8" providerId="ADAL" clId="{7FD6641B-B20E-440C-9CED-6BEEFC5E54F0}"/>
    <pc:docChg chg="undo redo custSel addSld delSld modSld">
      <pc:chgData name="LI, Jianqiang" userId="cff57bb5-6b3d-420f-8247-78e7019450b8" providerId="ADAL" clId="{7FD6641B-B20E-440C-9CED-6BEEFC5E54F0}" dt="2024-09-30T13:08:46.676" v="1634" actId="1076"/>
      <pc:docMkLst>
        <pc:docMk/>
      </pc:docMkLst>
      <pc:sldChg chg="modSp mod">
        <pc:chgData name="LI, Jianqiang" userId="cff57bb5-6b3d-420f-8247-78e7019450b8" providerId="ADAL" clId="{7FD6641B-B20E-440C-9CED-6BEEFC5E54F0}" dt="2024-09-30T10:56:26.345" v="18" actId="20577"/>
        <pc:sldMkLst>
          <pc:docMk/>
          <pc:sldMk cId="2808513160" sldId="613"/>
        </pc:sldMkLst>
        <pc:spChg chg="mod">
          <ac:chgData name="LI, Jianqiang" userId="cff57bb5-6b3d-420f-8247-78e7019450b8" providerId="ADAL" clId="{7FD6641B-B20E-440C-9CED-6BEEFC5E54F0}" dt="2024-09-30T10:56:26.345" v="18" actId="20577"/>
          <ac:spMkLst>
            <pc:docMk/>
            <pc:sldMk cId="2808513160" sldId="613"/>
            <ac:spMk id="7" creationId="{8D32768C-F15F-6E75-41D1-9F14D317D991}"/>
          </ac:spMkLst>
        </pc:spChg>
      </pc:sldChg>
      <pc:sldChg chg="modSp mod">
        <pc:chgData name="LI, Jianqiang" userId="cff57bb5-6b3d-420f-8247-78e7019450b8" providerId="ADAL" clId="{7FD6641B-B20E-440C-9CED-6BEEFC5E54F0}" dt="2024-09-30T10:58:12.168" v="64" actId="20577"/>
        <pc:sldMkLst>
          <pc:docMk/>
          <pc:sldMk cId="4196136796" sldId="624"/>
        </pc:sldMkLst>
        <pc:spChg chg="mod">
          <ac:chgData name="LI, Jianqiang" userId="cff57bb5-6b3d-420f-8247-78e7019450b8" providerId="ADAL" clId="{7FD6641B-B20E-440C-9CED-6BEEFC5E54F0}" dt="2024-09-30T10:58:12.168" v="64" actId="20577"/>
          <ac:spMkLst>
            <pc:docMk/>
            <pc:sldMk cId="4196136796" sldId="624"/>
            <ac:spMk id="3" creationId="{36A5FFEE-E22C-7E2F-1F3B-D8658E79FF2E}"/>
          </ac:spMkLst>
        </pc:spChg>
      </pc:sldChg>
      <pc:sldChg chg="addSp modSp mod">
        <pc:chgData name="LI, Jianqiang" userId="cff57bb5-6b3d-420f-8247-78e7019450b8" providerId="ADAL" clId="{7FD6641B-B20E-440C-9CED-6BEEFC5E54F0}" dt="2024-09-30T11:39:06.202" v="504" actId="5793"/>
        <pc:sldMkLst>
          <pc:docMk/>
          <pc:sldMk cId="1164986566" sldId="625"/>
        </pc:sldMkLst>
        <pc:spChg chg="mod">
          <ac:chgData name="LI, Jianqiang" userId="cff57bb5-6b3d-420f-8247-78e7019450b8" providerId="ADAL" clId="{7FD6641B-B20E-440C-9CED-6BEEFC5E54F0}" dt="2024-09-30T11:30:06.673" v="415" actId="20577"/>
          <ac:spMkLst>
            <pc:docMk/>
            <pc:sldMk cId="1164986566" sldId="625"/>
            <ac:spMk id="2" creationId="{62715A2E-656D-EC5D-FDE7-230488526EFC}"/>
          </ac:spMkLst>
        </pc:spChg>
        <pc:spChg chg="add">
          <ac:chgData name="LI, Jianqiang" userId="cff57bb5-6b3d-420f-8247-78e7019450b8" providerId="ADAL" clId="{7FD6641B-B20E-440C-9CED-6BEEFC5E54F0}" dt="2024-09-30T11:33:45.642" v="427"/>
          <ac:spMkLst>
            <pc:docMk/>
            <pc:sldMk cId="1164986566" sldId="625"/>
            <ac:spMk id="3" creationId="{6DB42A9E-B0E0-7591-8D55-D12982DFFB9A}"/>
          </ac:spMkLst>
        </pc:spChg>
        <pc:spChg chg="add mod">
          <ac:chgData name="LI, Jianqiang" userId="cff57bb5-6b3d-420f-8247-78e7019450b8" providerId="ADAL" clId="{7FD6641B-B20E-440C-9CED-6BEEFC5E54F0}" dt="2024-09-30T11:38:04.279" v="498" actId="1076"/>
          <ac:spMkLst>
            <pc:docMk/>
            <pc:sldMk cId="1164986566" sldId="625"/>
            <ac:spMk id="5" creationId="{2FDCD3FE-D6B0-4C91-E321-88FD53C77A3E}"/>
          </ac:spMkLst>
        </pc:spChg>
        <pc:spChg chg="add mod">
          <ac:chgData name="LI, Jianqiang" userId="cff57bb5-6b3d-420f-8247-78e7019450b8" providerId="ADAL" clId="{7FD6641B-B20E-440C-9CED-6BEEFC5E54F0}" dt="2024-09-30T11:38:27.983" v="501" actId="1076"/>
          <ac:spMkLst>
            <pc:docMk/>
            <pc:sldMk cId="1164986566" sldId="625"/>
            <ac:spMk id="6" creationId="{11970F9F-5EC6-EC7C-76FE-811228D7001B}"/>
          </ac:spMkLst>
        </pc:spChg>
        <pc:spChg chg="mod">
          <ac:chgData name="LI, Jianqiang" userId="cff57bb5-6b3d-420f-8247-78e7019450b8" providerId="ADAL" clId="{7FD6641B-B20E-440C-9CED-6BEEFC5E54F0}" dt="2024-09-30T11:30:42.262" v="421" actId="20577"/>
          <ac:spMkLst>
            <pc:docMk/>
            <pc:sldMk cId="1164986566" sldId="625"/>
            <ac:spMk id="8" creationId="{1D68554F-5AF8-7E1E-17A3-DE6F9E0E8871}"/>
          </ac:spMkLst>
        </pc:spChg>
        <pc:spChg chg="mod">
          <ac:chgData name="LI, Jianqiang" userId="cff57bb5-6b3d-420f-8247-78e7019450b8" providerId="ADAL" clId="{7FD6641B-B20E-440C-9CED-6BEEFC5E54F0}" dt="2024-09-30T11:33:02.916" v="425" actId="5793"/>
          <ac:spMkLst>
            <pc:docMk/>
            <pc:sldMk cId="1164986566" sldId="625"/>
            <ac:spMk id="17" creationId="{6581B964-F4DA-382E-A5CC-2C7FCE505809}"/>
          </ac:spMkLst>
        </pc:spChg>
        <pc:spChg chg="mod">
          <ac:chgData name="LI, Jianqiang" userId="cff57bb5-6b3d-420f-8247-78e7019450b8" providerId="ADAL" clId="{7FD6641B-B20E-440C-9CED-6BEEFC5E54F0}" dt="2024-09-30T11:35:17.420" v="438" actId="1076"/>
          <ac:spMkLst>
            <pc:docMk/>
            <pc:sldMk cId="1164986566" sldId="625"/>
            <ac:spMk id="18" creationId="{A18B1B3D-31B5-29E2-CF84-EA37A5C3394F}"/>
          </ac:spMkLst>
        </pc:spChg>
        <pc:spChg chg="mod">
          <ac:chgData name="LI, Jianqiang" userId="cff57bb5-6b3d-420f-8247-78e7019450b8" providerId="ADAL" clId="{7FD6641B-B20E-440C-9CED-6BEEFC5E54F0}" dt="2024-09-30T11:35:42.830" v="439" actId="1076"/>
          <ac:spMkLst>
            <pc:docMk/>
            <pc:sldMk cId="1164986566" sldId="625"/>
            <ac:spMk id="19" creationId="{5CABB9FE-E2BB-4A06-2289-2E62E1541A6C}"/>
          </ac:spMkLst>
        </pc:spChg>
        <pc:spChg chg="mod">
          <ac:chgData name="LI, Jianqiang" userId="cff57bb5-6b3d-420f-8247-78e7019450b8" providerId="ADAL" clId="{7FD6641B-B20E-440C-9CED-6BEEFC5E54F0}" dt="2024-09-30T11:39:06.202" v="504" actId="5793"/>
          <ac:spMkLst>
            <pc:docMk/>
            <pc:sldMk cId="1164986566" sldId="625"/>
            <ac:spMk id="20" creationId="{3169D8BD-A06F-D6F6-ABD3-B05ED15363F3}"/>
          </ac:spMkLst>
        </pc:spChg>
      </pc:sldChg>
      <pc:sldChg chg="addSp delSp modSp mod">
        <pc:chgData name="LI, Jianqiang" userId="cff57bb5-6b3d-420f-8247-78e7019450b8" providerId="ADAL" clId="{7FD6641B-B20E-440C-9CED-6BEEFC5E54F0}" dt="2024-09-30T11:27:32.760" v="366"/>
        <pc:sldMkLst>
          <pc:docMk/>
          <pc:sldMk cId="2856971437" sldId="635"/>
        </pc:sldMkLst>
        <pc:spChg chg="mod">
          <ac:chgData name="LI, Jianqiang" userId="cff57bb5-6b3d-420f-8247-78e7019450b8" providerId="ADAL" clId="{7FD6641B-B20E-440C-9CED-6BEEFC5E54F0}" dt="2024-09-30T11:04:58.071" v="170" actId="20577"/>
          <ac:spMkLst>
            <pc:docMk/>
            <pc:sldMk cId="2856971437" sldId="635"/>
            <ac:spMk id="2" creationId="{62715A2E-656D-EC5D-FDE7-230488526EFC}"/>
          </ac:spMkLst>
        </pc:spChg>
        <pc:spChg chg="add mod">
          <ac:chgData name="LI, Jianqiang" userId="cff57bb5-6b3d-420f-8247-78e7019450b8" providerId="ADAL" clId="{7FD6641B-B20E-440C-9CED-6BEEFC5E54F0}" dt="2024-09-30T11:27:32.760" v="366"/>
          <ac:spMkLst>
            <pc:docMk/>
            <pc:sldMk cId="2856971437" sldId="635"/>
            <ac:spMk id="5" creationId="{1685A8AE-1515-1CD8-E585-D9ACDDB386DB}"/>
          </ac:spMkLst>
        </pc:spChg>
        <pc:spChg chg="del mod">
          <ac:chgData name="LI, Jianqiang" userId="cff57bb5-6b3d-420f-8247-78e7019450b8" providerId="ADAL" clId="{7FD6641B-B20E-440C-9CED-6BEEFC5E54F0}" dt="2024-09-30T11:27:27.298" v="365" actId="478"/>
          <ac:spMkLst>
            <pc:docMk/>
            <pc:sldMk cId="2856971437" sldId="635"/>
            <ac:spMk id="22" creationId="{5DCBAE54-B59D-659D-C2B5-B734C662961B}"/>
          </ac:spMkLst>
        </pc:spChg>
      </pc:sldChg>
      <pc:sldChg chg="addSp modSp mod">
        <pc:chgData name="LI, Jianqiang" userId="cff57bb5-6b3d-420f-8247-78e7019450b8" providerId="ADAL" clId="{7FD6641B-B20E-440C-9CED-6BEEFC5E54F0}" dt="2024-09-30T11:48:16.764" v="555" actId="20577"/>
        <pc:sldMkLst>
          <pc:docMk/>
          <pc:sldMk cId="2876691948" sldId="636"/>
        </pc:sldMkLst>
        <pc:spChg chg="mod">
          <ac:chgData name="LI, Jianqiang" userId="cff57bb5-6b3d-420f-8247-78e7019450b8" providerId="ADAL" clId="{7FD6641B-B20E-440C-9CED-6BEEFC5E54F0}" dt="2024-09-30T11:40:48.297" v="517" actId="20577"/>
          <ac:spMkLst>
            <pc:docMk/>
            <pc:sldMk cId="2876691948" sldId="636"/>
            <ac:spMk id="2" creationId="{62715A2E-656D-EC5D-FDE7-230488526EFC}"/>
          </ac:spMkLst>
        </pc:spChg>
        <pc:spChg chg="add">
          <ac:chgData name="LI, Jianqiang" userId="cff57bb5-6b3d-420f-8247-78e7019450b8" providerId="ADAL" clId="{7FD6641B-B20E-440C-9CED-6BEEFC5E54F0}" dt="2024-09-30T11:44:59.049" v="532"/>
          <ac:spMkLst>
            <pc:docMk/>
            <pc:sldMk cId="2876691948" sldId="636"/>
            <ac:spMk id="3" creationId="{954E4F1E-57E8-7E7A-C6C6-29085BFC20F8}"/>
          </ac:spMkLst>
        </pc:spChg>
        <pc:spChg chg="add">
          <ac:chgData name="LI, Jianqiang" userId="cff57bb5-6b3d-420f-8247-78e7019450b8" providerId="ADAL" clId="{7FD6641B-B20E-440C-9CED-6BEEFC5E54F0}" dt="2024-09-30T11:45:18.864" v="534"/>
          <ac:spMkLst>
            <pc:docMk/>
            <pc:sldMk cId="2876691948" sldId="636"/>
            <ac:spMk id="5" creationId="{4CAD8998-F8BF-8869-BB1D-C339F8931E5B}"/>
          </ac:spMkLst>
        </pc:spChg>
        <pc:spChg chg="mod">
          <ac:chgData name="LI, Jianqiang" userId="cff57bb5-6b3d-420f-8247-78e7019450b8" providerId="ADAL" clId="{7FD6641B-B20E-440C-9CED-6BEEFC5E54F0}" dt="2024-09-30T11:42:33.003" v="529" actId="20577"/>
          <ac:spMkLst>
            <pc:docMk/>
            <pc:sldMk cId="2876691948" sldId="636"/>
            <ac:spMk id="8" creationId="{1D68554F-5AF8-7E1E-17A3-DE6F9E0E8871}"/>
          </ac:spMkLst>
        </pc:spChg>
        <pc:spChg chg="mod">
          <ac:chgData name="LI, Jianqiang" userId="cff57bb5-6b3d-420f-8247-78e7019450b8" providerId="ADAL" clId="{7FD6641B-B20E-440C-9CED-6BEEFC5E54F0}" dt="2024-09-30T11:42:27.408" v="526" actId="1076"/>
          <ac:spMkLst>
            <pc:docMk/>
            <pc:sldMk cId="2876691948" sldId="636"/>
            <ac:spMk id="13" creationId="{ED25030F-4FDC-B91B-5C28-8CD4A7CDFC47}"/>
          </ac:spMkLst>
        </pc:spChg>
        <pc:spChg chg="mod">
          <ac:chgData name="LI, Jianqiang" userId="cff57bb5-6b3d-420f-8247-78e7019450b8" providerId="ADAL" clId="{7FD6641B-B20E-440C-9CED-6BEEFC5E54F0}" dt="2024-09-30T11:44:13.974" v="531" actId="5793"/>
          <ac:spMkLst>
            <pc:docMk/>
            <pc:sldMk cId="2876691948" sldId="636"/>
            <ac:spMk id="17" creationId="{6581B964-F4DA-382E-A5CC-2C7FCE505809}"/>
          </ac:spMkLst>
        </pc:spChg>
        <pc:spChg chg="mod">
          <ac:chgData name="LI, Jianqiang" userId="cff57bb5-6b3d-420f-8247-78e7019450b8" providerId="ADAL" clId="{7FD6641B-B20E-440C-9CED-6BEEFC5E54F0}" dt="2024-09-30T11:46:21.326" v="546" actId="1076"/>
          <ac:spMkLst>
            <pc:docMk/>
            <pc:sldMk cId="2876691948" sldId="636"/>
            <ac:spMk id="18" creationId="{A18B1B3D-31B5-29E2-CF84-EA37A5C3394F}"/>
          </ac:spMkLst>
        </pc:spChg>
        <pc:spChg chg="mod">
          <ac:chgData name="LI, Jianqiang" userId="cff57bb5-6b3d-420f-8247-78e7019450b8" providerId="ADAL" clId="{7FD6641B-B20E-440C-9CED-6BEEFC5E54F0}" dt="2024-09-30T11:46:28.212" v="547" actId="1076"/>
          <ac:spMkLst>
            <pc:docMk/>
            <pc:sldMk cId="2876691948" sldId="636"/>
            <ac:spMk id="19" creationId="{5CABB9FE-E2BB-4A06-2289-2E62E1541A6C}"/>
          </ac:spMkLst>
        </pc:spChg>
        <pc:spChg chg="mod">
          <ac:chgData name="LI, Jianqiang" userId="cff57bb5-6b3d-420f-8247-78e7019450b8" providerId="ADAL" clId="{7FD6641B-B20E-440C-9CED-6BEEFC5E54F0}" dt="2024-09-30T11:48:16.764" v="555" actId="20577"/>
          <ac:spMkLst>
            <pc:docMk/>
            <pc:sldMk cId="2876691948" sldId="636"/>
            <ac:spMk id="20" creationId="{3169D8BD-A06F-D6F6-ABD3-B05ED15363F3}"/>
          </ac:spMkLst>
        </pc:spChg>
      </pc:sldChg>
      <pc:sldChg chg="addSp modSp mod">
        <pc:chgData name="LI, Jianqiang" userId="cff57bb5-6b3d-420f-8247-78e7019450b8" providerId="ADAL" clId="{7FD6641B-B20E-440C-9CED-6BEEFC5E54F0}" dt="2024-09-30T11:57:29.299" v="701" actId="5793"/>
        <pc:sldMkLst>
          <pc:docMk/>
          <pc:sldMk cId="2520553328" sldId="637"/>
        </pc:sldMkLst>
        <pc:spChg chg="mod">
          <ac:chgData name="LI, Jianqiang" userId="cff57bb5-6b3d-420f-8247-78e7019450b8" providerId="ADAL" clId="{7FD6641B-B20E-440C-9CED-6BEEFC5E54F0}" dt="2024-09-30T11:54:46.288" v="682" actId="20577"/>
          <ac:spMkLst>
            <pc:docMk/>
            <pc:sldMk cId="2520553328" sldId="637"/>
            <ac:spMk id="2" creationId="{62715A2E-656D-EC5D-FDE7-230488526EFC}"/>
          </ac:spMkLst>
        </pc:spChg>
        <pc:spChg chg="add">
          <ac:chgData name="LI, Jianqiang" userId="cff57bb5-6b3d-420f-8247-78e7019450b8" providerId="ADAL" clId="{7FD6641B-B20E-440C-9CED-6BEEFC5E54F0}" dt="2024-09-30T11:56:05.532" v="691"/>
          <ac:spMkLst>
            <pc:docMk/>
            <pc:sldMk cId="2520553328" sldId="637"/>
            <ac:spMk id="3" creationId="{0E1011CA-3D6B-80AA-70F7-3F5040094DB8}"/>
          </ac:spMkLst>
        </pc:spChg>
        <pc:spChg chg="mod">
          <ac:chgData name="LI, Jianqiang" userId="cff57bb5-6b3d-420f-8247-78e7019450b8" providerId="ADAL" clId="{7FD6641B-B20E-440C-9CED-6BEEFC5E54F0}" dt="2024-09-30T11:55:06.670" v="688" actId="20577"/>
          <ac:spMkLst>
            <pc:docMk/>
            <pc:sldMk cId="2520553328" sldId="637"/>
            <ac:spMk id="8" creationId="{1D68554F-5AF8-7E1E-17A3-DE6F9E0E8871}"/>
          </ac:spMkLst>
        </pc:spChg>
        <pc:spChg chg="mod">
          <ac:chgData name="LI, Jianqiang" userId="cff57bb5-6b3d-420f-8247-78e7019450b8" providerId="ADAL" clId="{7FD6641B-B20E-440C-9CED-6BEEFC5E54F0}" dt="2024-09-30T11:55:43.407" v="690" actId="5793"/>
          <ac:spMkLst>
            <pc:docMk/>
            <pc:sldMk cId="2520553328" sldId="637"/>
            <ac:spMk id="17" creationId="{6581B964-F4DA-382E-A5CC-2C7FCE505809}"/>
          </ac:spMkLst>
        </pc:spChg>
        <pc:spChg chg="mod">
          <ac:chgData name="LI, Jianqiang" userId="cff57bb5-6b3d-420f-8247-78e7019450b8" providerId="ADAL" clId="{7FD6641B-B20E-440C-9CED-6BEEFC5E54F0}" dt="2024-09-30T11:56:25.535" v="696" actId="20577"/>
          <ac:spMkLst>
            <pc:docMk/>
            <pc:sldMk cId="2520553328" sldId="637"/>
            <ac:spMk id="18" creationId="{A18B1B3D-31B5-29E2-CF84-EA37A5C3394F}"/>
          </ac:spMkLst>
        </pc:spChg>
        <pc:spChg chg="mod">
          <ac:chgData name="LI, Jianqiang" userId="cff57bb5-6b3d-420f-8247-78e7019450b8" providerId="ADAL" clId="{7FD6641B-B20E-440C-9CED-6BEEFC5E54F0}" dt="2024-09-30T11:57:29.299" v="701" actId="5793"/>
          <ac:spMkLst>
            <pc:docMk/>
            <pc:sldMk cId="2520553328" sldId="637"/>
            <ac:spMk id="20" creationId="{3169D8BD-A06F-D6F6-ABD3-B05ED15363F3}"/>
          </ac:spMkLst>
        </pc:spChg>
      </pc:sldChg>
      <pc:sldChg chg="del">
        <pc:chgData name="LI, Jianqiang" userId="cff57bb5-6b3d-420f-8247-78e7019450b8" providerId="ADAL" clId="{7FD6641B-B20E-440C-9CED-6BEEFC5E54F0}" dt="2024-09-30T11:59:03.618" v="757" actId="47"/>
        <pc:sldMkLst>
          <pc:docMk/>
          <pc:sldMk cId="6090341" sldId="638"/>
        </pc:sldMkLst>
      </pc:sldChg>
      <pc:sldChg chg="del">
        <pc:chgData name="LI, Jianqiang" userId="cff57bb5-6b3d-420f-8247-78e7019450b8" providerId="ADAL" clId="{7FD6641B-B20E-440C-9CED-6BEEFC5E54F0}" dt="2024-09-30T12:00:58.992" v="819" actId="47"/>
        <pc:sldMkLst>
          <pc:docMk/>
          <pc:sldMk cId="3588725488" sldId="639"/>
        </pc:sldMkLst>
      </pc:sldChg>
      <pc:sldChg chg="del">
        <pc:chgData name="LI, Jianqiang" userId="cff57bb5-6b3d-420f-8247-78e7019450b8" providerId="ADAL" clId="{7FD6641B-B20E-440C-9CED-6BEEFC5E54F0}" dt="2024-09-30T12:01:00.685" v="820" actId="47"/>
        <pc:sldMkLst>
          <pc:docMk/>
          <pc:sldMk cId="378689546" sldId="640"/>
        </pc:sldMkLst>
      </pc:sldChg>
      <pc:sldChg chg="addSp delSp modSp mod">
        <pc:chgData name="LI, Jianqiang" userId="cff57bb5-6b3d-420f-8247-78e7019450b8" providerId="ADAL" clId="{7FD6641B-B20E-440C-9CED-6BEEFC5E54F0}" dt="2024-09-30T12:05:49.368" v="875" actId="14100"/>
        <pc:sldMkLst>
          <pc:docMk/>
          <pc:sldMk cId="2060659652" sldId="642"/>
        </pc:sldMkLst>
        <pc:spChg chg="mod">
          <ac:chgData name="LI, Jianqiang" userId="cff57bb5-6b3d-420f-8247-78e7019450b8" providerId="ADAL" clId="{7FD6641B-B20E-440C-9CED-6BEEFC5E54F0}" dt="2024-09-30T12:03:28.671" v="836" actId="20577"/>
          <ac:spMkLst>
            <pc:docMk/>
            <pc:sldMk cId="2060659652" sldId="642"/>
            <ac:spMk id="2" creationId="{62715A2E-656D-EC5D-FDE7-230488526EFC}"/>
          </ac:spMkLst>
        </pc:spChg>
        <pc:spChg chg="del">
          <ac:chgData name="LI, Jianqiang" userId="cff57bb5-6b3d-420f-8247-78e7019450b8" providerId="ADAL" clId="{7FD6641B-B20E-440C-9CED-6BEEFC5E54F0}" dt="2024-09-30T12:04:18.614" v="842" actId="478"/>
          <ac:spMkLst>
            <pc:docMk/>
            <pc:sldMk cId="2060659652" sldId="642"/>
            <ac:spMk id="3" creationId="{35E5DA3A-C303-88DD-0A47-ED3BBBDE8233}"/>
          </ac:spMkLst>
        </pc:spChg>
        <pc:spChg chg="add mod">
          <ac:chgData name="LI, Jianqiang" userId="cff57bb5-6b3d-420f-8247-78e7019450b8" providerId="ADAL" clId="{7FD6641B-B20E-440C-9CED-6BEEFC5E54F0}" dt="2024-09-30T12:05:49.368" v="875" actId="14100"/>
          <ac:spMkLst>
            <pc:docMk/>
            <pc:sldMk cId="2060659652" sldId="642"/>
            <ac:spMk id="5" creationId="{14771B40-21CF-5E90-3A74-392C5D51EA85}"/>
          </ac:spMkLst>
        </pc:spChg>
        <pc:spChg chg="del">
          <ac:chgData name="LI, Jianqiang" userId="cff57bb5-6b3d-420f-8247-78e7019450b8" providerId="ADAL" clId="{7FD6641B-B20E-440C-9CED-6BEEFC5E54F0}" dt="2024-09-30T12:04:20.319" v="843" actId="478"/>
          <ac:spMkLst>
            <pc:docMk/>
            <pc:sldMk cId="2060659652" sldId="642"/>
            <ac:spMk id="6" creationId="{7EE45859-8B74-CD35-C8F3-849759F3278B}"/>
          </ac:spMkLst>
        </pc:spChg>
        <pc:spChg chg="del">
          <ac:chgData name="LI, Jianqiang" userId="cff57bb5-6b3d-420f-8247-78e7019450b8" providerId="ADAL" clId="{7FD6641B-B20E-440C-9CED-6BEEFC5E54F0}" dt="2024-09-30T12:04:10.023" v="838" actId="478"/>
          <ac:spMkLst>
            <pc:docMk/>
            <pc:sldMk cId="2060659652" sldId="642"/>
            <ac:spMk id="8" creationId="{3048482A-26CD-6A78-76DB-978B6FC022D8}"/>
          </ac:spMkLst>
        </pc:spChg>
        <pc:spChg chg="del">
          <ac:chgData name="LI, Jianqiang" userId="cff57bb5-6b3d-420f-8247-78e7019450b8" providerId="ADAL" clId="{7FD6641B-B20E-440C-9CED-6BEEFC5E54F0}" dt="2024-09-30T12:04:24.134" v="848" actId="478"/>
          <ac:spMkLst>
            <pc:docMk/>
            <pc:sldMk cId="2060659652" sldId="642"/>
            <ac:spMk id="9" creationId="{74711B85-1C2F-4DBF-35CA-8DCBE468A6FA}"/>
          </ac:spMkLst>
        </pc:spChg>
        <pc:spChg chg="del">
          <ac:chgData name="LI, Jianqiang" userId="cff57bb5-6b3d-420f-8247-78e7019450b8" providerId="ADAL" clId="{7FD6641B-B20E-440C-9CED-6BEEFC5E54F0}" dt="2024-09-30T12:04:11.755" v="840" actId="478"/>
          <ac:spMkLst>
            <pc:docMk/>
            <pc:sldMk cId="2060659652" sldId="642"/>
            <ac:spMk id="10" creationId="{6F4E3837-8892-964F-FB2E-D35C0E50373D}"/>
          </ac:spMkLst>
        </pc:spChg>
        <pc:spChg chg="del">
          <ac:chgData name="LI, Jianqiang" userId="cff57bb5-6b3d-420f-8247-78e7019450b8" providerId="ADAL" clId="{7FD6641B-B20E-440C-9CED-6BEEFC5E54F0}" dt="2024-09-30T12:04:10.816" v="839" actId="478"/>
          <ac:spMkLst>
            <pc:docMk/>
            <pc:sldMk cId="2060659652" sldId="642"/>
            <ac:spMk id="16" creationId="{D7E0E3E0-4908-AD85-ACC2-2BB6E0E3D7C1}"/>
          </ac:spMkLst>
        </pc:spChg>
        <pc:spChg chg="del">
          <ac:chgData name="LI, Jianqiang" userId="cff57bb5-6b3d-420f-8247-78e7019450b8" providerId="ADAL" clId="{7FD6641B-B20E-440C-9CED-6BEEFC5E54F0}" dt="2024-09-30T12:04:18.014" v="841" actId="478"/>
          <ac:spMkLst>
            <pc:docMk/>
            <pc:sldMk cId="2060659652" sldId="642"/>
            <ac:spMk id="17" creationId="{2E1FC83A-FC50-61B8-ECB8-E3A1EAD8B237}"/>
          </ac:spMkLst>
        </pc:spChg>
        <pc:cxnChg chg="del mod">
          <ac:chgData name="LI, Jianqiang" userId="cff57bb5-6b3d-420f-8247-78e7019450b8" providerId="ADAL" clId="{7FD6641B-B20E-440C-9CED-6BEEFC5E54F0}" dt="2024-09-30T12:04:23.398" v="847" actId="478"/>
          <ac:cxnSpMkLst>
            <pc:docMk/>
            <pc:sldMk cId="2060659652" sldId="642"/>
            <ac:cxnSpMk id="12" creationId="{F314B3D1-4056-D011-C64C-CD297CB4AE59}"/>
          </ac:cxnSpMkLst>
        </pc:cxnChg>
        <pc:cxnChg chg="del mod">
          <ac:chgData name="LI, Jianqiang" userId="cff57bb5-6b3d-420f-8247-78e7019450b8" providerId="ADAL" clId="{7FD6641B-B20E-440C-9CED-6BEEFC5E54F0}" dt="2024-09-30T12:04:21.360" v="844" actId="478"/>
          <ac:cxnSpMkLst>
            <pc:docMk/>
            <pc:sldMk cId="2060659652" sldId="642"/>
            <ac:cxnSpMk id="18" creationId="{EE8F97F7-2B9E-3047-2FC9-B916CDDEDB1D}"/>
          </ac:cxnSpMkLst>
        </pc:cxnChg>
        <pc:cxnChg chg="del mod">
          <ac:chgData name="LI, Jianqiang" userId="cff57bb5-6b3d-420f-8247-78e7019450b8" providerId="ADAL" clId="{7FD6641B-B20E-440C-9CED-6BEEFC5E54F0}" dt="2024-09-30T12:04:22.589" v="846" actId="478"/>
          <ac:cxnSpMkLst>
            <pc:docMk/>
            <pc:sldMk cId="2060659652" sldId="642"/>
            <ac:cxnSpMk id="21" creationId="{F2399818-F202-0D7F-2B8F-C821FE027F03}"/>
          </ac:cxnSpMkLst>
        </pc:cxnChg>
        <pc:cxnChg chg="del mod">
          <ac:chgData name="LI, Jianqiang" userId="cff57bb5-6b3d-420f-8247-78e7019450b8" providerId="ADAL" clId="{7FD6641B-B20E-440C-9CED-6BEEFC5E54F0}" dt="2024-09-30T12:04:21.871" v="845" actId="478"/>
          <ac:cxnSpMkLst>
            <pc:docMk/>
            <pc:sldMk cId="2060659652" sldId="642"/>
            <ac:cxnSpMk id="25" creationId="{B11A0F1E-1BF9-1932-8DA5-2D409E5DB4C7}"/>
          </ac:cxnSpMkLst>
        </pc:cxnChg>
      </pc:sldChg>
      <pc:sldChg chg="del">
        <pc:chgData name="LI, Jianqiang" userId="cff57bb5-6b3d-420f-8247-78e7019450b8" providerId="ADAL" clId="{7FD6641B-B20E-440C-9CED-6BEEFC5E54F0}" dt="2024-09-30T12:14:09.143" v="974" actId="47"/>
        <pc:sldMkLst>
          <pc:docMk/>
          <pc:sldMk cId="4229940086" sldId="643"/>
        </pc:sldMkLst>
      </pc:sldChg>
      <pc:sldChg chg="add del">
        <pc:chgData name="LI, Jianqiang" userId="cff57bb5-6b3d-420f-8247-78e7019450b8" providerId="ADAL" clId="{7FD6641B-B20E-440C-9CED-6BEEFC5E54F0}" dt="2024-09-30T12:48:44.259" v="1544" actId="47"/>
        <pc:sldMkLst>
          <pc:docMk/>
          <pc:sldMk cId="3302421189" sldId="644"/>
        </pc:sldMkLst>
      </pc:sldChg>
      <pc:sldChg chg="addSp delSp modSp mod">
        <pc:chgData name="LI, Jianqiang" userId="cff57bb5-6b3d-420f-8247-78e7019450b8" providerId="ADAL" clId="{7FD6641B-B20E-440C-9CED-6BEEFC5E54F0}" dt="2024-09-30T12:50:37.494" v="1601" actId="1076"/>
        <pc:sldMkLst>
          <pc:docMk/>
          <pc:sldMk cId="3566911339" sldId="645"/>
        </pc:sldMkLst>
        <pc:spChg chg="mod">
          <ac:chgData name="LI, Jianqiang" userId="cff57bb5-6b3d-420f-8247-78e7019450b8" providerId="ADAL" clId="{7FD6641B-B20E-440C-9CED-6BEEFC5E54F0}" dt="2024-09-30T12:49:46.411" v="1591" actId="20577"/>
          <ac:spMkLst>
            <pc:docMk/>
            <pc:sldMk cId="3566911339" sldId="645"/>
            <ac:spMk id="2" creationId="{62715A2E-656D-EC5D-FDE7-230488526EFC}"/>
          </ac:spMkLst>
        </pc:spChg>
        <pc:spChg chg="add del mod">
          <ac:chgData name="LI, Jianqiang" userId="cff57bb5-6b3d-420f-8247-78e7019450b8" providerId="ADAL" clId="{7FD6641B-B20E-440C-9CED-6BEEFC5E54F0}" dt="2024-09-30T12:50:37.494" v="1601" actId="1076"/>
          <ac:spMkLst>
            <pc:docMk/>
            <pc:sldMk cId="3566911339" sldId="645"/>
            <ac:spMk id="3" creationId="{4F9DF121-5295-B8EB-2410-E170AB4E45F1}"/>
          </ac:spMkLst>
        </pc:spChg>
        <pc:spChg chg="add">
          <ac:chgData name="LI, Jianqiang" userId="cff57bb5-6b3d-420f-8247-78e7019450b8" providerId="ADAL" clId="{7FD6641B-B20E-440C-9CED-6BEEFC5E54F0}" dt="2024-09-30T12:49:51.310" v="1592"/>
          <ac:spMkLst>
            <pc:docMk/>
            <pc:sldMk cId="3566911339" sldId="645"/>
            <ac:spMk id="5" creationId="{291291A2-0E07-1253-F828-51DC0790D5CF}"/>
          </ac:spMkLst>
        </pc:spChg>
        <pc:spChg chg="add mod">
          <ac:chgData name="LI, Jianqiang" userId="cff57bb5-6b3d-420f-8247-78e7019450b8" providerId="ADAL" clId="{7FD6641B-B20E-440C-9CED-6BEEFC5E54F0}" dt="2024-09-30T12:50:16.048" v="1595"/>
          <ac:spMkLst>
            <pc:docMk/>
            <pc:sldMk cId="3566911339" sldId="645"/>
            <ac:spMk id="6" creationId="{B7BB7740-8207-AE59-A1B6-0892D5653535}"/>
          </ac:spMkLst>
        </pc:spChg>
        <pc:spChg chg="del">
          <ac:chgData name="LI, Jianqiang" userId="cff57bb5-6b3d-420f-8247-78e7019450b8" providerId="ADAL" clId="{7FD6641B-B20E-440C-9CED-6BEEFC5E54F0}" dt="2024-09-30T12:50:24.666" v="1599" actId="478"/>
          <ac:spMkLst>
            <pc:docMk/>
            <pc:sldMk cId="3566911339" sldId="645"/>
            <ac:spMk id="7" creationId="{B159820B-810A-2284-B21D-5FC5B32C919A}"/>
          </ac:spMkLst>
        </pc:spChg>
      </pc:sldChg>
      <pc:sldChg chg="modSp mod">
        <pc:chgData name="LI, Jianqiang" userId="cff57bb5-6b3d-420f-8247-78e7019450b8" providerId="ADAL" clId="{7FD6641B-B20E-440C-9CED-6BEEFC5E54F0}" dt="2024-09-30T12:30:05.111" v="1385" actId="20577"/>
        <pc:sldMkLst>
          <pc:docMk/>
          <pc:sldMk cId="1415499555" sldId="646"/>
        </pc:sldMkLst>
        <pc:spChg chg="mod">
          <ac:chgData name="LI, Jianqiang" userId="cff57bb5-6b3d-420f-8247-78e7019450b8" providerId="ADAL" clId="{7FD6641B-B20E-440C-9CED-6BEEFC5E54F0}" dt="2024-09-30T11:02:19.232" v="72" actId="20577"/>
          <ac:spMkLst>
            <pc:docMk/>
            <pc:sldMk cId="1415499555" sldId="646"/>
            <ac:spMk id="2" creationId="{62715A2E-656D-EC5D-FDE7-230488526EFC}"/>
          </ac:spMkLst>
        </pc:spChg>
        <pc:spChg chg="mod">
          <ac:chgData name="LI, Jianqiang" userId="cff57bb5-6b3d-420f-8247-78e7019450b8" providerId="ADAL" clId="{7FD6641B-B20E-440C-9CED-6BEEFC5E54F0}" dt="2024-09-30T12:30:05.111" v="1385" actId="20577"/>
          <ac:spMkLst>
            <pc:docMk/>
            <pc:sldMk cId="1415499555" sldId="646"/>
            <ac:spMk id="3" creationId="{36A5FFEE-E22C-7E2F-1F3B-D8658E79FF2E}"/>
          </ac:spMkLst>
        </pc:spChg>
        <pc:spChg chg="mod">
          <ac:chgData name="LI, Jianqiang" userId="cff57bb5-6b3d-420f-8247-78e7019450b8" providerId="ADAL" clId="{7FD6641B-B20E-440C-9CED-6BEEFC5E54F0}" dt="2024-09-30T11:22:06.107" v="268" actId="1076"/>
          <ac:spMkLst>
            <pc:docMk/>
            <pc:sldMk cId="1415499555" sldId="646"/>
            <ac:spMk id="6" creationId="{059666F3-2E33-F336-CBC8-9499F9D78784}"/>
          </ac:spMkLst>
        </pc:spChg>
      </pc:sldChg>
      <pc:sldChg chg="add del">
        <pc:chgData name="LI, Jianqiang" userId="cff57bb5-6b3d-420f-8247-78e7019450b8" providerId="ADAL" clId="{7FD6641B-B20E-440C-9CED-6BEEFC5E54F0}" dt="2024-09-30T11:27:14.570" v="364" actId="47"/>
        <pc:sldMkLst>
          <pc:docMk/>
          <pc:sldMk cId="3857821750" sldId="647"/>
        </pc:sldMkLst>
      </pc:sldChg>
      <pc:sldChg chg="addSp modSp add mod">
        <pc:chgData name="LI, Jianqiang" userId="cff57bb5-6b3d-420f-8247-78e7019450b8" providerId="ADAL" clId="{7FD6641B-B20E-440C-9CED-6BEEFC5E54F0}" dt="2024-09-30T11:41:55.164" v="525" actId="1076"/>
        <pc:sldMkLst>
          <pc:docMk/>
          <pc:sldMk cId="618963421" sldId="648"/>
        </pc:sldMkLst>
        <pc:spChg chg="mod">
          <ac:chgData name="LI, Jianqiang" userId="cff57bb5-6b3d-420f-8247-78e7019450b8" providerId="ADAL" clId="{7FD6641B-B20E-440C-9CED-6BEEFC5E54F0}" dt="2024-09-30T11:22:30.833" v="272" actId="20577"/>
          <ac:spMkLst>
            <pc:docMk/>
            <pc:sldMk cId="618963421" sldId="648"/>
            <ac:spMk id="2" creationId="{62715A2E-656D-EC5D-FDE7-230488526EFC}"/>
          </ac:spMkLst>
        </pc:spChg>
        <pc:spChg chg="add mod">
          <ac:chgData name="LI, Jianqiang" userId="cff57bb5-6b3d-420f-8247-78e7019450b8" providerId="ADAL" clId="{7FD6641B-B20E-440C-9CED-6BEEFC5E54F0}" dt="2024-09-30T11:25:57.766" v="363" actId="207"/>
          <ac:spMkLst>
            <pc:docMk/>
            <pc:sldMk cId="618963421" sldId="648"/>
            <ac:spMk id="5" creationId="{EA6380A2-20C4-B83D-453D-5410F86E9B40}"/>
          </ac:spMkLst>
        </pc:spChg>
        <pc:spChg chg="mod">
          <ac:chgData name="LI, Jianqiang" userId="cff57bb5-6b3d-420f-8247-78e7019450b8" providerId="ADAL" clId="{7FD6641B-B20E-440C-9CED-6BEEFC5E54F0}" dt="2024-09-30T11:41:55.164" v="525" actId="1076"/>
          <ac:spMkLst>
            <pc:docMk/>
            <pc:sldMk cId="618963421" sldId="648"/>
            <ac:spMk id="22" creationId="{5DCBAE54-B59D-659D-C2B5-B734C662961B}"/>
          </ac:spMkLst>
        </pc:spChg>
      </pc:sldChg>
      <pc:sldChg chg="delSp modSp add mod">
        <pc:chgData name="LI, Jianqiang" userId="cff57bb5-6b3d-420f-8247-78e7019450b8" providerId="ADAL" clId="{7FD6641B-B20E-440C-9CED-6BEEFC5E54F0}" dt="2024-09-30T11:54:13.671" v="667" actId="108"/>
        <pc:sldMkLst>
          <pc:docMk/>
          <pc:sldMk cId="2107550131" sldId="649"/>
        </pc:sldMkLst>
        <pc:spChg chg="mod">
          <ac:chgData name="LI, Jianqiang" userId="cff57bb5-6b3d-420f-8247-78e7019450b8" providerId="ADAL" clId="{7FD6641B-B20E-440C-9CED-6BEEFC5E54F0}" dt="2024-09-30T11:50:40.223" v="610" actId="20577"/>
          <ac:spMkLst>
            <pc:docMk/>
            <pc:sldMk cId="2107550131" sldId="649"/>
            <ac:spMk id="8" creationId="{1D68554F-5AF8-7E1E-17A3-DE6F9E0E8871}"/>
          </ac:spMkLst>
        </pc:spChg>
        <pc:spChg chg="del">
          <ac:chgData name="LI, Jianqiang" userId="cff57bb5-6b3d-420f-8247-78e7019450b8" providerId="ADAL" clId="{7FD6641B-B20E-440C-9CED-6BEEFC5E54F0}" dt="2024-09-30T11:51:03.684" v="611" actId="478"/>
          <ac:spMkLst>
            <pc:docMk/>
            <pc:sldMk cId="2107550131" sldId="649"/>
            <ac:spMk id="13" creationId="{ED25030F-4FDC-B91B-5C28-8CD4A7CDFC47}"/>
          </ac:spMkLst>
        </pc:spChg>
        <pc:spChg chg="del">
          <ac:chgData name="LI, Jianqiang" userId="cff57bb5-6b3d-420f-8247-78e7019450b8" providerId="ADAL" clId="{7FD6641B-B20E-440C-9CED-6BEEFC5E54F0}" dt="2024-09-30T11:51:05.042" v="612" actId="478"/>
          <ac:spMkLst>
            <pc:docMk/>
            <pc:sldMk cId="2107550131" sldId="649"/>
            <ac:spMk id="17" creationId="{6581B964-F4DA-382E-A5CC-2C7FCE505809}"/>
          </ac:spMkLst>
        </pc:spChg>
        <pc:spChg chg="del">
          <ac:chgData name="LI, Jianqiang" userId="cff57bb5-6b3d-420f-8247-78e7019450b8" providerId="ADAL" clId="{7FD6641B-B20E-440C-9CED-6BEEFC5E54F0}" dt="2024-09-30T11:51:06.511" v="613" actId="478"/>
          <ac:spMkLst>
            <pc:docMk/>
            <pc:sldMk cId="2107550131" sldId="649"/>
            <ac:spMk id="18" creationId="{A18B1B3D-31B5-29E2-CF84-EA37A5C3394F}"/>
          </ac:spMkLst>
        </pc:spChg>
        <pc:spChg chg="mod">
          <ac:chgData name="LI, Jianqiang" userId="cff57bb5-6b3d-420f-8247-78e7019450b8" providerId="ADAL" clId="{7FD6641B-B20E-440C-9CED-6BEEFC5E54F0}" dt="2024-09-30T11:51:24.249" v="651" actId="20577"/>
          <ac:spMkLst>
            <pc:docMk/>
            <pc:sldMk cId="2107550131" sldId="649"/>
            <ac:spMk id="19" creationId="{5CABB9FE-E2BB-4A06-2289-2E62E1541A6C}"/>
          </ac:spMkLst>
        </pc:spChg>
        <pc:spChg chg="mod">
          <ac:chgData name="LI, Jianqiang" userId="cff57bb5-6b3d-420f-8247-78e7019450b8" providerId="ADAL" clId="{7FD6641B-B20E-440C-9CED-6BEEFC5E54F0}" dt="2024-09-30T11:54:13.671" v="667" actId="108"/>
          <ac:spMkLst>
            <pc:docMk/>
            <pc:sldMk cId="2107550131" sldId="649"/>
            <ac:spMk id="20" creationId="{3169D8BD-A06F-D6F6-ABD3-B05ED15363F3}"/>
          </ac:spMkLst>
        </pc:spChg>
      </pc:sldChg>
      <pc:sldChg chg="modSp add mod">
        <pc:chgData name="LI, Jianqiang" userId="cff57bb5-6b3d-420f-8247-78e7019450b8" providerId="ADAL" clId="{7FD6641B-B20E-440C-9CED-6BEEFC5E54F0}" dt="2024-09-30T11:59:00.049" v="756" actId="20577"/>
        <pc:sldMkLst>
          <pc:docMk/>
          <pc:sldMk cId="1075628936" sldId="650"/>
        </pc:sldMkLst>
        <pc:spChg chg="mod">
          <ac:chgData name="LI, Jianqiang" userId="cff57bb5-6b3d-420f-8247-78e7019450b8" providerId="ADAL" clId="{7FD6641B-B20E-440C-9CED-6BEEFC5E54F0}" dt="2024-09-30T11:59:00.049" v="756" actId="20577"/>
          <ac:spMkLst>
            <pc:docMk/>
            <pc:sldMk cId="1075628936" sldId="650"/>
            <ac:spMk id="2" creationId="{62715A2E-656D-EC5D-FDE7-230488526EFC}"/>
          </ac:spMkLst>
        </pc:spChg>
        <pc:spChg chg="mod">
          <ac:chgData name="LI, Jianqiang" userId="cff57bb5-6b3d-420f-8247-78e7019450b8" providerId="ADAL" clId="{7FD6641B-B20E-440C-9CED-6BEEFC5E54F0}" dt="2024-09-30T11:58:13.146" v="724" actId="20577"/>
          <ac:spMkLst>
            <pc:docMk/>
            <pc:sldMk cId="1075628936" sldId="650"/>
            <ac:spMk id="8" creationId="{1D68554F-5AF8-7E1E-17A3-DE6F9E0E8871}"/>
          </ac:spMkLst>
        </pc:spChg>
        <pc:spChg chg="mod">
          <ac:chgData name="LI, Jianqiang" userId="cff57bb5-6b3d-420f-8247-78e7019450b8" providerId="ADAL" clId="{7FD6641B-B20E-440C-9CED-6BEEFC5E54F0}" dt="2024-09-30T11:58:31.608" v="739" actId="20577"/>
          <ac:spMkLst>
            <pc:docMk/>
            <pc:sldMk cId="1075628936" sldId="650"/>
            <ac:spMk id="17" creationId="{6581B964-F4DA-382E-A5CC-2C7FCE505809}"/>
          </ac:spMkLst>
        </pc:spChg>
        <pc:spChg chg="mod">
          <ac:chgData name="LI, Jianqiang" userId="cff57bb5-6b3d-420f-8247-78e7019450b8" providerId="ADAL" clId="{7FD6641B-B20E-440C-9CED-6BEEFC5E54F0}" dt="2024-09-30T11:58:52.611" v="754" actId="20577"/>
          <ac:spMkLst>
            <pc:docMk/>
            <pc:sldMk cId="1075628936" sldId="650"/>
            <ac:spMk id="20" creationId="{3169D8BD-A06F-D6F6-ABD3-B05ED15363F3}"/>
          </ac:spMkLst>
        </pc:spChg>
      </pc:sldChg>
      <pc:sldChg chg="modSp add mod">
        <pc:chgData name="LI, Jianqiang" userId="cff57bb5-6b3d-420f-8247-78e7019450b8" providerId="ADAL" clId="{7FD6641B-B20E-440C-9CED-6BEEFC5E54F0}" dt="2024-09-30T12:00:41.507" v="818" actId="20577"/>
        <pc:sldMkLst>
          <pc:docMk/>
          <pc:sldMk cId="2151756269" sldId="651"/>
        </pc:sldMkLst>
        <pc:spChg chg="mod">
          <ac:chgData name="LI, Jianqiang" userId="cff57bb5-6b3d-420f-8247-78e7019450b8" providerId="ADAL" clId="{7FD6641B-B20E-440C-9CED-6BEEFC5E54F0}" dt="2024-09-30T11:59:35.264" v="776" actId="20577"/>
          <ac:spMkLst>
            <pc:docMk/>
            <pc:sldMk cId="2151756269" sldId="651"/>
            <ac:spMk id="2" creationId="{62715A2E-656D-EC5D-FDE7-230488526EFC}"/>
          </ac:spMkLst>
        </pc:spChg>
        <pc:spChg chg="mod">
          <ac:chgData name="LI, Jianqiang" userId="cff57bb5-6b3d-420f-8247-78e7019450b8" providerId="ADAL" clId="{7FD6641B-B20E-440C-9CED-6BEEFC5E54F0}" dt="2024-09-30T11:59:56.184" v="782" actId="20577"/>
          <ac:spMkLst>
            <pc:docMk/>
            <pc:sldMk cId="2151756269" sldId="651"/>
            <ac:spMk id="8" creationId="{1D68554F-5AF8-7E1E-17A3-DE6F9E0E8871}"/>
          </ac:spMkLst>
        </pc:spChg>
        <pc:spChg chg="mod">
          <ac:chgData name="LI, Jianqiang" userId="cff57bb5-6b3d-420f-8247-78e7019450b8" providerId="ADAL" clId="{7FD6641B-B20E-440C-9CED-6BEEFC5E54F0}" dt="2024-09-30T12:00:08.657" v="798" actId="20577"/>
          <ac:spMkLst>
            <pc:docMk/>
            <pc:sldMk cId="2151756269" sldId="651"/>
            <ac:spMk id="17" creationId="{6581B964-F4DA-382E-A5CC-2C7FCE505809}"/>
          </ac:spMkLst>
        </pc:spChg>
        <pc:spChg chg="mod">
          <ac:chgData name="LI, Jianqiang" userId="cff57bb5-6b3d-420f-8247-78e7019450b8" providerId="ADAL" clId="{7FD6641B-B20E-440C-9CED-6BEEFC5E54F0}" dt="2024-09-30T12:00:41.507" v="818" actId="20577"/>
          <ac:spMkLst>
            <pc:docMk/>
            <pc:sldMk cId="2151756269" sldId="651"/>
            <ac:spMk id="20" creationId="{3169D8BD-A06F-D6F6-ABD3-B05ED15363F3}"/>
          </ac:spMkLst>
        </pc:spChg>
      </pc:sldChg>
      <pc:sldChg chg="addSp delSp modSp add mod">
        <pc:chgData name="LI, Jianqiang" userId="cff57bb5-6b3d-420f-8247-78e7019450b8" providerId="ADAL" clId="{7FD6641B-B20E-440C-9CED-6BEEFC5E54F0}" dt="2024-09-30T12:20:07.253" v="1123" actId="14100"/>
        <pc:sldMkLst>
          <pc:docMk/>
          <pc:sldMk cId="1926095109" sldId="652"/>
        </pc:sldMkLst>
        <pc:spChg chg="del">
          <ac:chgData name="LI, Jianqiang" userId="cff57bb5-6b3d-420f-8247-78e7019450b8" providerId="ADAL" clId="{7FD6641B-B20E-440C-9CED-6BEEFC5E54F0}" dt="2024-09-30T12:08:04.171" v="882" actId="478"/>
          <ac:spMkLst>
            <pc:docMk/>
            <pc:sldMk cId="1926095109" sldId="652"/>
            <ac:spMk id="3" creationId="{35E5DA3A-C303-88DD-0A47-ED3BBBDE8233}"/>
          </ac:spMkLst>
        </pc:spChg>
        <pc:spChg chg="add mod">
          <ac:chgData name="LI, Jianqiang" userId="cff57bb5-6b3d-420f-8247-78e7019450b8" providerId="ADAL" clId="{7FD6641B-B20E-440C-9CED-6BEEFC5E54F0}" dt="2024-09-30T12:12:02.876" v="963" actId="1076"/>
          <ac:spMkLst>
            <pc:docMk/>
            <pc:sldMk cId="1926095109" sldId="652"/>
            <ac:spMk id="5" creationId="{8F36E625-385C-74EA-5F44-3F24878C63BE}"/>
          </ac:spMkLst>
        </pc:spChg>
        <pc:spChg chg="del">
          <ac:chgData name="LI, Jianqiang" userId="cff57bb5-6b3d-420f-8247-78e7019450b8" providerId="ADAL" clId="{7FD6641B-B20E-440C-9CED-6BEEFC5E54F0}" dt="2024-09-30T12:07:57.088" v="876" actId="478"/>
          <ac:spMkLst>
            <pc:docMk/>
            <pc:sldMk cId="1926095109" sldId="652"/>
            <ac:spMk id="6" creationId="{7EE45859-8B74-CD35-C8F3-849759F3278B}"/>
          </ac:spMkLst>
        </pc:spChg>
        <pc:spChg chg="add mod">
          <ac:chgData name="LI, Jianqiang" userId="cff57bb5-6b3d-420f-8247-78e7019450b8" providerId="ADAL" clId="{7FD6641B-B20E-440C-9CED-6BEEFC5E54F0}" dt="2024-09-30T12:12:12.023" v="965" actId="1076"/>
          <ac:spMkLst>
            <pc:docMk/>
            <pc:sldMk cId="1926095109" sldId="652"/>
            <ac:spMk id="7" creationId="{0E3DD26D-BBB8-B2A2-69C6-6646F31F2824}"/>
          </ac:spMkLst>
        </pc:spChg>
        <pc:spChg chg="del">
          <ac:chgData name="LI, Jianqiang" userId="cff57bb5-6b3d-420f-8247-78e7019450b8" providerId="ADAL" clId="{7FD6641B-B20E-440C-9CED-6BEEFC5E54F0}" dt="2024-09-30T12:07:59.677" v="878" actId="478"/>
          <ac:spMkLst>
            <pc:docMk/>
            <pc:sldMk cId="1926095109" sldId="652"/>
            <ac:spMk id="8" creationId="{3048482A-26CD-6A78-76DB-978B6FC022D8}"/>
          </ac:spMkLst>
        </pc:spChg>
        <pc:spChg chg="del">
          <ac:chgData name="LI, Jianqiang" userId="cff57bb5-6b3d-420f-8247-78e7019450b8" providerId="ADAL" clId="{7FD6641B-B20E-440C-9CED-6BEEFC5E54F0}" dt="2024-09-30T12:07:58.861" v="877" actId="478"/>
          <ac:spMkLst>
            <pc:docMk/>
            <pc:sldMk cId="1926095109" sldId="652"/>
            <ac:spMk id="9" creationId="{74711B85-1C2F-4DBF-35CA-8DCBE468A6FA}"/>
          </ac:spMkLst>
        </pc:spChg>
        <pc:spChg chg="del">
          <ac:chgData name="LI, Jianqiang" userId="cff57bb5-6b3d-420f-8247-78e7019450b8" providerId="ADAL" clId="{7FD6641B-B20E-440C-9CED-6BEEFC5E54F0}" dt="2024-09-30T12:08:02.029" v="880" actId="478"/>
          <ac:spMkLst>
            <pc:docMk/>
            <pc:sldMk cId="1926095109" sldId="652"/>
            <ac:spMk id="10" creationId="{6F4E3837-8892-964F-FB2E-D35C0E50373D}"/>
          </ac:spMkLst>
        </pc:spChg>
        <pc:spChg chg="add mod">
          <ac:chgData name="LI, Jianqiang" userId="cff57bb5-6b3d-420f-8247-78e7019450b8" providerId="ADAL" clId="{7FD6641B-B20E-440C-9CED-6BEEFC5E54F0}" dt="2024-09-30T12:17:15.273" v="1048" actId="1036"/>
          <ac:spMkLst>
            <pc:docMk/>
            <pc:sldMk cId="1926095109" sldId="652"/>
            <ac:spMk id="11" creationId="{3EEA725B-360D-DDD8-AA35-9EB51F024E08}"/>
          </ac:spMkLst>
        </pc:spChg>
        <pc:spChg chg="add mod">
          <ac:chgData name="LI, Jianqiang" userId="cff57bb5-6b3d-420f-8247-78e7019450b8" providerId="ADAL" clId="{7FD6641B-B20E-440C-9CED-6BEEFC5E54F0}" dt="2024-09-30T12:12:05.952" v="964" actId="1076"/>
          <ac:spMkLst>
            <pc:docMk/>
            <pc:sldMk cId="1926095109" sldId="652"/>
            <ac:spMk id="13" creationId="{78A74D20-F919-692D-3FD7-B21217969B50}"/>
          </ac:spMkLst>
        </pc:spChg>
        <pc:spChg chg="add del mod">
          <ac:chgData name="LI, Jianqiang" userId="cff57bb5-6b3d-420f-8247-78e7019450b8" providerId="ADAL" clId="{7FD6641B-B20E-440C-9CED-6BEEFC5E54F0}" dt="2024-09-30T12:11:19.572" v="947" actId="478"/>
          <ac:spMkLst>
            <pc:docMk/>
            <pc:sldMk cId="1926095109" sldId="652"/>
            <ac:spMk id="14" creationId="{5A872B1E-56BE-83FE-5167-B1AC344A6973}"/>
          </ac:spMkLst>
        </pc:spChg>
        <pc:spChg chg="del">
          <ac:chgData name="LI, Jianqiang" userId="cff57bb5-6b3d-420f-8247-78e7019450b8" providerId="ADAL" clId="{7FD6641B-B20E-440C-9CED-6BEEFC5E54F0}" dt="2024-09-30T12:08:00.527" v="879" actId="478"/>
          <ac:spMkLst>
            <pc:docMk/>
            <pc:sldMk cId="1926095109" sldId="652"/>
            <ac:spMk id="16" creationId="{D7E0E3E0-4908-AD85-ACC2-2BB6E0E3D7C1}"/>
          </ac:spMkLst>
        </pc:spChg>
        <pc:spChg chg="del">
          <ac:chgData name="LI, Jianqiang" userId="cff57bb5-6b3d-420f-8247-78e7019450b8" providerId="ADAL" clId="{7FD6641B-B20E-440C-9CED-6BEEFC5E54F0}" dt="2024-09-30T12:08:02.778" v="881" actId="478"/>
          <ac:spMkLst>
            <pc:docMk/>
            <pc:sldMk cId="1926095109" sldId="652"/>
            <ac:spMk id="17" creationId="{2E1FC83A-FC50-61B8-ECB8-E3A1EAD8B237}"/>
          </ac:spMkLst>
        </pc:spChg>
        <pc:spChg chg="add del mod">
          <ac:chgData name="LI, Jianqiang" userId="cff57bb5-6b3d-420f-8247-78e7019450b8" providerId="ADAL" clId="{7FD6641B-B20E-440C-9CED-6BEEFC5E54F0}" dt="2024-09-30T12:11:21.141" v="948" actId="478"/>
          <ac:spMkLst>
            <pc:docMk/>
            <pc:sldMk cId="1926095109" sldId="652"/>
            <ac:spMk id="19" creationId="{F48C729F-8894-93C6-9933-74541BBA43EB}"/>
          </ac:spMkLst>
        </pc:spChg>
        <pc:spChg chg="add del mod">
          <ac:chgData name="LI, Jianqiang" userId="cff57bb5-6b3d-420f-8247-78e7019450b8" providerId="ADAL" clId="{7FD6641B-B20E-440C-9CED-6BEEFC5E54F0}" dt="2024-09-30T12:11:22.728" v="949" actId="478"/>
          <ac:spMkLst>
            <pc:docMk/>
            <pc:sldMk cId="1926095109" sldId="652"/>
            <ac:spMk id="22" creationId="{05AAF302-C45D-278D-9B7C-1F0692EC9AEE}"/>
          </ac:spMkLst>
        </pc:spChg>
        <pc:spChg chg="add mod">
          <ac:chgData name="LI, Jianqiang" userId="cff57bb5-6b3d-420f-8247-78e7019450b8" providerId="ADAL" clId="{7FD6641B-B20E-440C-9CED-6BEEFC5E54F0}" dt="2024-09-30T12:12:37.848" v="969" actId="6549"/>
          <ac:spMkLst>
            <pc:docMk/>
            <pc:sldMk cId="1926095109" sldId="652"/>
            <ac:spMk id="23" creationId="{68B40315-921F-F5C0-BEF1-A218B56ECC14}"/>
          </ac:spMkLst>
        </pc:spChg>
        <pc:spChg chg="add mod">
          <ac:chgData name="LI, Jianqiang" userId="cff57bb5-6b3d-420f-8247-78e7019450b8" providerId="ADAL" clId="{7FD6641B-B20E-440C-9CED-6BEEFC5E54F0}" dt="2024-09-30T12:17:33.430" v="1053" actId="20577"/>
          <ac:spMkLst>
            <pc:docMk/>
            <pc:sldMk cId="1926095109" sldId="652"/>
            <ac:spMk id="24" creationId="{26E14B30-A686-579C-B292-2EAD29D3A4B3}"/>
          </ac:spMkLst>
        </pc:spChg>
        <pc:spChg chg="add mod">
          <ac:chgData name="LI, Jianqiang" userId="cff57bb5-6b3d-420f-8247-78e7019450b8" providerId="ADAL" clId="{7FD6641B-B20E-440C-9CED-6BEEFC5E54F0}" dt="2024-09-30T12:17:35.968" v="1055" actId="20577"/>
          <ac:spMkLst>
            <pc:docMk/>
            <pc:sldMk cId="1926095109" sldId="652"/>
            <ac:spMk id="29" creationId="{2970DC30-0D8C-2957-A17E-27C2B5536095}"/>
          </ac:spMkLst>
        </pc:spChg>
        <pc:spChg chg="add mod">
          <ac:chgData name="LI, Jianqiang" userId="cff57bb5-6b3d-420f-8247-78e7019450b8" providerId="ADAL" clId="{7FD6641B-B20E-440C-9CED-6BEEFC5E54F0}" dt="2024-09-30T12:19:27.632" v="1110" actId="14100"/>
          <ac:spMkLst>
            <pc:docMk/>
            <pc:sldMk cId="1926095109" sldId="652"/>
            <ac:spMk id="33" creationId="{E46DB851-3870-AEF9-799F-B7F141DEE93B}"/>
          </ac:spMkLst>
        </pc:spChg>
        <pc:spChg chg="add mod">
          <ac:chgData name="LI, Jianqiang" userId="cff57bb5-6b3d-420f-8247-78e7019450b8" providerId="ADAL" clId="{7FD6641B-B20E-440C-9CED-6BEEFC5E54F0}" dt="2024-09-30T12:19:52.189" v="1119" actId="1076"/>
          <ac:spMkLst>
            <pc:docMk/>
            <pc:sldMk cId="1926095109" sldId="652"/>
            <ac:spMk id="41" creationId="{8D0A9712-09AA-A64E-22CA-4B3EB5939B76}"/>
          </ac:spMkLst>
        </pc:spChg>
        <pc:cxnChg chg="del mod">
          <ac:chgData name="LI, Jianqiang" userId="cff57bb5-6b3d-420f-8247-78e7019450b8" providerId="ADAL" clId="{7FD6641B-B20E-440C-9CED-6BEEFC5E54F0}" dt="2024-09-30T12:08:05.883" v="883" actId="478"/>
          <ac:cxnSpMkLst>
            <pc:docMk/>
            <pc:sldMk cId="1926095109" sldId="652"/>
            <ac:cxnSpMk id="12" creationId="{F314B3D1-4056-D011-C64C-CD297CB4AE59}"/>
          </ac:cxnSpMkLst>
        </pc:cxnChg>
        <pc:cxnChg chg="add del mod">
          <ac:chgData name="LI, Jianqiang" userId="cff57bb5-6b3d-420f-8247-78e7019450b8" providerId="ADAL" clId="{7FD6641B-B20E-440C-9CED-6BEEFC5E54F0}" dt="2024-09-30T12:10:41.842" v="928" actId="478"/>
          <ac:cxnSpMkLst>
            <pc:docMk/>
            <pc:sldMk cId="1926095109" sldId="652"/>
            <ac:cxnSpMk id="15" creationId="{E61180C7-EA9E-8BBD-3BCB-1BA2DB94D8D9}"/>
          </ac:cxnSpMkLst>
        </pc:cxnChg>
        <pc:cxnChg chg="del mod">
          <ac:chgData name="LI, Jianqiang" userId="cff57bb5-6b3d-420f-8247-78e7019450b8" providerId="ADAL" clId="{7FD6641B-B20E-440C-9CED-6BEEFC5E54F0}" dt="2024-09-30T12:08:05.883" v="883" actId="478"/>
          <ac:cxnSpMkLst>
            <pc:docMk/>
            <pc:sldMk cId="1926095109" sldId="652"/>
            <ac:cxnSpMk id="18" creationId="{EE8F97F7-2B9E-3047-2FC9-B916CDDEDB1D}"/>
          </ac:cxnSpMkLst>
        </pc:cxnChg>
        <pc:cxnChg chg="add del mod">
          <ac:chgData name="LI, Jianqiang" userId="cff57bb5-6b3d-420f-8247-78e7019450b8" providerId="ADAL" clId="{7FD6641B-B20E-440C-9CED-6BEEFC5E54F0}" dt="2024-09-30T12:10:42.853" v="929" actId="478"/>
          <ac:cxnSpMkLst>
            <pc:docMk/>
            <pc:sldMk cId="1926095109" sldId="652"/>
            <ac:cxnSpMk id="20" creationId="{A9C0C1B9-4C9F-63C4-CB5E-46AF7ACD88BF}"/>
          </ac:cxnSpMkLst>
        </pc:cxnChg>
        <pc:cxnChg chg="del mod">
          <ac:chgData name="LI, Jianqiang" userId="cff57bb5-6b3d-420f-8247-78e7019450b8" providerId="ADAL" clId="{7FD6641B-B20E-440C-9CED-6BEEFC5E54F0}" dt="2024-09-30T12:08:05.883" v="883" actId="478"/>
          <ac:cxnSpMkLst>
            <pc:docMk/>
            <pc:sldMk cId="1926095109" sldId="652"/>
            <ac:cxnSpMk id="21" creationId="{F2399818-F202-0D7F-2B8F-C821FE027F03}"/>
          </ac:cxnSpMkLst>
        </pc:cxnChg>
        <pc:cxnChg chg="del mod">
          <ac:chgData name="LI, Jianqiang" userId="cff57bb5-6b3d-420f-8247-78e7019450b8" providerId="ADAL" clId="{7FD6641B-B20E-440C-9CED-6BEEFC5E54F0}" dt="2024-09-30T12:08:05.883" v="883" actId="478"/>
          <ac:cxnSpMkLst>
            <pc:docMk/>
            <pc:sldMk cId="1926095109" sldId="652"/>
            <ac:cxnSpMk id="25" creationId="{B11A0F1E-1BF9-1932-8DA5-2D409E5DB4C7}"/>
          </ac:cxnSpMkLst>
        </pc:cxnChg>
        <pc:cxnChg chg="add mod">
          <ac:chgData name="LI, Jianqiang" userId="cff57bb5-6b3d-420f-8247-78e7019450b8" providerId="ADAL" clId="{7FD6641B-B20E-440C-9CED-6BEEFC5E54F0}" dt="2024-09-30T12:16:12.901" v="1014" actId="14100"/>
          <ac:cxnSpMkLst>
            <pc:docMk/>
            <pc:sldMk cId="1926095109" sldId="652"/>
            <ac:cxnSpMk id="26" creationId="{CEE40D53-3C27-5678-52A8-5D21137AE1BA}"/>
          </ac:cxnSpMkLst>
        </pc:cxnChg>
        <pc:cxnChg chg="add mod">
          <ac:chgData name="LI, Jianqiang" userId="cff57bb5-6b3d-420f-8247-78e7019450b8" providerId="ADAL" clId="{7FD6641B-B20E-440C-9CED-6BEEFC5E54F0}" dt="2024-09-30T12:16:56.051" v="1047" actId="14100"/>
          <ac:cxnSpMkLst>
            <pc:docMk/>
            <pc:sldMk cId="1926095109" sldId="652"/>
            <ac:cxnSpMk id="30" creationId="{1277CDAE-8BDE-B39E-2A22-D3F7233CB451}"/>
          </ac:cxnSpMkLst>
        </pc:cxnChg>
        <pc:cxnChg chg="add mod">
          <ac:chgData name="LI, Jianqiang" userId="cff57bb5-6b3d-420f-8247-78e7019450b8" providerId="ADAL" clId="{7FD6641B-B20E-440C-9CED-6BEEFC5E54F0}" dt="2024-09-30T12:19:27.632" v="1110" actId="14100"/>
          <ac:cxnSpMkLst>
            <pc:docMk/>
            <pc:sldMk cId="1926095109" sldId="652"/>
            <ac:cxnSpMk id="34" creationId="{621CE9CA-0D3A-4F75-6C25-FDAA81F8ED32}"/>
          </ac:cxnSpMkLst>
        </pc:cxnChg>
        <pc:cxnChg chg="add mod">
          <ac:chgData name="LI, Jianqiang" userId="cff57bb5-6b3d-420f-8247-78e7019450b8" providerId="ADAL" clId="{7FD6641B-B20E-440C-9CED-6BEEFC5E54F0}" dt="2024-09-30T12:20:07.253" v="1123" actId="14100"/>
          <ac:cxnSpMkLst>
            <pc:docMk/>
            <pc:sldMk cId="1926095109" sldId="652"/>
            <ac:cxnSpMk id="43" creationId="{0EF87AF6-CCC8-DA2F-C4A9-A6038D97CC4F}"/>
          </ac:cxnSpMkLst>
        </pc:cxnChg>
      </pc:sldChg>
      <pc:sldChg chg="modSp add mod">
        <pc:chgData name="LI, Jianqiang" userId="cff57bb5-6b3d-420f-8247-78e7019450b8" providerId="ADAL" clId="{7FD6641B-B20E-440C-9CED-6BEEFC5E54F0}" dt="2024-09-30T12:21:33.159" v="1136"/>
        <pc:sldMkLst>
          <pc:docMk/>
          <pc:sldMk cId="446785755" sldId="653"/>
        </pc:sldMkLst>
        <pc:spChg chg="mod">
          <ac:chgData name="LI, Jianqiang" userId="cff57bb5-6b3d-420f-8247-78e7019450b8" providerId="ADAL" clId="{7FD6641B-B20E-440C-9CED-6BEEFC5E54F0}" dt="2024-09-30T12:20:57.675" v="1129"/>
          <ac:spMkLst>
            <pc:docMk/>
            <pc:sldMk cId="446785755" sldId="653"/>
            <ac:spMk id="2" creationId="{62715A2E-656D-EC5D-FDE7-230488526EFC}"/>
          </ac:spMkLst>
        </pc:spChg>
        <pc:spChg chg="mod">
          <ac:chgData name="LI, Jianqiang" userId="cff57bb5-6b3d-420f-8247-78e7019450b8" providerId="ADAL" clId="{7FD6641B-B20E-440C-9CED-6BEEFC5E54F0}" dt="2024-09-30T12:21:33.159" v="1136"/>
          <ac:spMkLst>
            <pc:docMk/>
            <pc:sldMk cId="446785755" sldId="653"/>
            <ac:spMk id="5" creationId="{14771B40-21CF-5E90-3A74-392C5D51EA85}"/>
          </ac:spMkLst>
        </pc:spChg>
      </pc:sldChg>
      <pc:sldChg chg="delSp modSp add mod">
        <pc:chgData name="LI, Jianqiang" userId="cff57bb5-6b3d-420f-8247-78e7019450b8" providerId="ADAL" clId="{7FD6641B-B20E-440C-9CED-6BEEFC5E54F0}" dt="2024-09-30T12:28:27.429" v="1361" actId="14100"/>
        <pc:sldMkLst>
          <pc:docMk/>
          <pc:sldMk cId="1929160159" sldId="654"/>
        </pc:sldMkLst>
        <pc:spChg chg="mod">
          <ac:chgData name="LI, Jianqiang" userId="cff57bb5-6b3d-420f-8247-78e7019450b8" providerId="ADAL" clId="{7FD6641B-B20E-440C-9CED-6BEEFC5E54F0}" dt="2024-09-30T12:22:27.747" v="1138"/>
          <ac:spMkLst>
            <pc:docMk/>
            <pc:sldMk cId="1929160159" sldId="654"/>
            <ac:spMk id="2" creationId="{62715A2E-656D-EC5D-FDE7-230488526EFC}"/>
          </ac:spMkLst>
        </pc:spChg>
        <pc:spChg chg="mod">
          <ac:chgData name="LI, Jianqiang" userId="cff57bb5-6b3d-420f-8247-78e7019450b8" providerId="ADAL" clId="{7FD6641B-B20E-440C-9CED-6BEEFC5E54F0}" dt="2024-09-30T12:26:23.206" v="1271" actId="20577"/>
          <ac:spMkLst>
            <pc:docMk/>
            <pc:sldMk cId="1929160159" sldId="654"/>
            <ac:spMk id="5" creationId="{8F36E625-385C-74EA-5F44-3F24878C63BE}"/>
          </ac:spMkLst>
        </pc:spChg>
        <pc:spChg chg="mod">
          <ac:chgData name="LI, Jianqiang" userId="cff57bb5-6b3d-420f-8247-78e7019450b8" providerId="ADAL" clId="{7FD6641B-B20E-440C-9CED-6BEEFC5E54F0}" dt="2024-09-30T12:24:49.307" v="1231" actId="20577"/>
          <ac:spMkLst>
            <pc:docMk/>
            <pc:sldMk cId="1929160159" sldId="654"/>
            <ac:spMk id="7" creationId="{0E3DD26D-BBB8-B2A2-69C6-6646F31F2824}"/>
          </ac:spMkLst>
        </pc:spChg>
        <pc:spChg chg="mod">
          <ac:chgData name="LI, Jianqiang" userId="cff57bb5-6b3d-420f-8247-78e7019450b8" providerId="ADAL" clId="{7FD6641B-B20E-440C-9CED-6BEEFC5E54F0}" dt="2024-09-30T12:26:29.828" v="1272" actId="20577"/>
          <ac:spMkLst>
            <pc:docMk/>
            <pc:sldMk cId="1929160159" sldId="654"/>
            <ac:spMk id="11" creationId="{3EEA725B-360D-DDD8-AA35-9EB51F024E08}"/>
          </ac:spMkLst>
        </pc:spChg>
        <pc:spChg chg="mod">
          <ac:chgData name="LI, Jianqiang" userId="cff57bb5-6b3d-420f-8247-78e7019450b8" providerId="ADAL" clId="{7FD6641B-B20E-440C-9CED-6BEEFC5E54F0}" dt="2024-09-30T12:24:09.454" v="1229" actId="20577"/>
          <ac:spMkLst>
            <pc:docMk/>
            <pc:sldMk cId="1929160159" sldId="654"/>
            <ac:spMk id="13" creationId="{78A74D20-F919-692D-3FD7-B21217969B50}"/>
          </ac:spMkLst>
        </pc:spChg>
        <pc:spChg chg="mod">
          <ac:chgData name="LI, Jianqiang" userId="cff57bb5-6b3d-420f-8247-78e7019450b8" providerId="ADAL" clId="{7FD6641B-B20E-440C-9CED-6BEEFC5E54F0}" dt="2024-09-30T12:27:12.674" v="1310" actId="1076"/>
          <ac:spMkLst>
            <pc:docMk/>
            <pc:sldMk cId="1929160159" sldId="654"/>
            <ac:spMk id="24" creationId="{26E14B30-A686-579C-B292-2EAD29D3A4B3}"/>
          </ac:spMkLst>
        </pc:spChg>
        <pc:spChg chg="del">
          <ac:chgData name="LI, Jianqiang" userId="cff57bb5-6b3d-420f-8247-78e7019450b8" providerId="ADAL" clId="{7FD6641B-B20E-440C-9CED-6BEEFC5E54F0}" dt="2024-09-30T12:27:23.042" v="1312" actId="478"/>
          <ac:spMkLst>
            <pc:docMk/>
            <pc:sldMk cId="1929160159" sldId="654"/>
            <ac:spMk id="29" creationId="{2970DC30-0D8C-2957-A17E-27C2B5536095}"/>
          </ac:spMkLst>
        </pc:spChg>
        <pc:spChg chg="mod">
          <ac:chgData name="LI, Jianqiang" userId="cff57bb5-6b3d-420f-8247-78e7019450b8" providerId="ADAL" clId="{7FD6641B-B20E-440C-9CED-6BEEFC5E54F0}" dt="2024-09-30T12:28:19.771" v="1359" actId="1076"/>
          <ac:spMkLst>
            <pc:docMk/>
            <pc:sldMk cId="1929160159" sldId="654"/>
            <ac:spMk id="33" creationId="{E46DB851-3870-AEF9-799F-B7F141DEE93B}"/>
          </ac:spMkLst>
        </pc:spChg>
        <pc:spChg chg="del">
          <ac:chgData name="LI, Jianqiang" userId="cff57bb5-6b3d-420f-8247-78e7019450b8" providerId="ADAL" clId="{7FD6641B-B20E-440C-9CED-6BEEFC5E54F0}" dt="2024-09-30T12:27:26.197" v="1315" actId="478"/>
          <ac:spMkLst>
            <pc:docMk/>
            <pc:sldMk cId="1929160159" sldId="654"/>
            <ac:spMk id="41" creationId="{8D0A9712-09AA-A64E-22CA-4B3EB5939B76}"/>
          </ac:spMkLst>
        </pc:spChg>
        <pc:cxnChg chg="mod">
          <ac:chgData name="LI, Jianqiang" userId="cff57bb5-6b3d-420f-8247-78e7019450b8" providerId="ADAL" clId="{7FD6641B-B20E-440C-9CED-6BEEFC5E54F0}" dt="2024-09-30T12:27:18.630" v="1311" actId="14100"/>
          <ac:cxnSpMkLst>
            <pc:docMk/>
            <pc:sldMk cId="1929160159" sldId="654"/>
            <ac:cxnSpMk id="26" creationId="{CEE40D53-3C27-5678-52A8-5D21137AE1BA}"/>
          </ac:cxnSpMkLst>
        </pc:cxnChg>
        <pc:cxnChg chg="del mod">
          <ac:chgData name="LI, Jianqiang" userId="cff57bb5-6b3d-420f-8247-78e7019450b8" providerId="ADAL" clId="{7FD6641B-B20E-440C-9CED-6BEEFC5E54F0}" dt="2024-09-30T12:27:24.175" v="1313" actId="478"/>
          <ac:cxnSpMkLst>
            <pc:docMk/>
            <pc:sldMk cId="1929160159" sldId="654"/>
            <ac:cxnSpMk id="30" creationId="{1277CDAE-8BDE-B39E-2A22-D3F7233CB451}"/>
          </ac:cxnSpMkLst>
        </pc:cxnChg>
        <pc:cxnChg chg="mod">
          <ac:chgData name="LI, Jianqiang" userId="cff57bb5-6b3d-420f-8247-78e7019450b8" providerId="ADAL" clId="{7FD6641B-B20E-440C-9CED-6BEEFC5E54F0}" dt="2024-09-30T12:28:27.429" v="1361" actId="14100"/>
          <ac:cxnSpMkLst>
            <pc:docMk/>
            <pc:sldMk cId="1929160159" sldId="654"/>
            <ac:cxnSpMk id="34" creationId="{621CE9CA-0D3A-4F75-6C25-FDAA81F8ED32}"/>
          </ac:cxnSpMkLst>
        </pc:cxnChg>
        <pc:cxnChg chg="del mod">
          <ac:chgData name="LI, Jianqiang" userId="cff57bb5-6b3d-420f-8247-78e7019450b8" providerId="ADAL" clId="{7FD6641B-B20E-440C-9CED-6BEEFC5E54F0}" dt="2024-09-30T12:27:25.140" v="1314" actId="478"/>
          <ac:cxnSpMkLst>
            <pc:docMk/>
            <pc:sldMk cId="1929160159" sldId="654"/>
            <ac:cxnSpMk id="43" creationId="{0EF87AF6-CCC8-DA2F-C4A9-A6038D97CC4F}"/>
          </ac:cxnSpMkLst>
        </pc:cxnChg>
      </pc:sldChg>
      <pc:sldChg chg="addSp modSp add mod">
        <pc:chgData name="LI, Jianqiang" userId="cff57bb5-6b3d-420f-8247-78e7019450b8" providerId="ADAL" clId="{7FD6641B-B20E-440C-9CED-6BEEFC5E54F0}" dt="2024-09-30T13:08:46.676" v="1634" actId="1076"/>
        <pc:sldMkLst>
          <pc:docMk/>
          <pc:sldMk cId="3208861048" sldId="655"/>
        </pc:sldMkLst>
        <pc:spChg chg="mod">
          <ac:chgData name="LI, Jianqiang" userId="cff57bb5-6b3d-420f-8247-78e7019450b8" providerId="ADAL" clId="{7FD6641B-B20E-440C-9CED-6BEEFC5E54F0}" dt="2024-09-30T12:37:23.009" v="1496" actId="20577"/>
          <ac:spMkLst>
            <pc:docMk/>
            <pc:sldMk cId="3208861048" sldId="655"/>
            <ac:spMk id="2" creationId="{62715A2E-656D-EC5D-FDE7-230488526EFC}"/>
          </ac:spMkLst>
        </pc:spChg>
        <pc:spChg chg="mod">
          <ac:chgData name="LI, Jianqiang" userId="cff57bb5-6b3d-420f-8247-78e7019450b8" providerId="ADAL" clId="{7FD6641B-B20E-440C-9CED-6BEEFC5E54F0}" dt="2024-09-30T12:29:54.156" v="1375"/>
          <ac:spMkLst>
            <pc:docMk/>
            <pc:sldMk cId="3208861048" sldId="655"/>
            <ac:spMk id="5" creationId="{14771B40-21CF-5E90-3A74-392C5D51EA85}"/>
          </ac:spMkLst>
        </pc:spChg>
        <pc:spChg chg="add mod">
          <ac:chgData name="LI, Jianqiang" userId="cff57bb5-6b3d-420f-8247-78e7019450b8" providerId="ADAL" clId="{7FD6641B-B20E-440C-9CED-6BEEFC5E54F0}" dt="2024-09-30T13:08:46.676" v="1634" actId="1076"/>
          <ac:spMkLst>
            <pc:docMk/>
            <pc:sldMk cId="3208861048" sldId="655"/>
            <ac:spMk id="6" creationId="{B434E429-12CC-C98F-644E-BE0ABD4B9433}"/>
          </ac:spMkLst>
        </pc:spChg>
        <pc:picChg chg="add mod">
          <ac:chgData name="LI, Jianqiang" userId="cff57bb5-6b3d-420f-8247-78e7019450b8" providerId="ADAL" clId="{7FD6641B-B20E-440C-9CED-6BEEFC5E54F0}" dt="2024-09-30T13:08:35.629" v="1630" actId="1076"/>
          <ac:picMkLst>
            <pc:docMk/>
            <pc:sldMk cId="3208861048" sldId="655"/>
            <ac:picMk id="6146" creationId="{CF2F52CD-DB0C-B959-3919-D4921B7C0A4B}"/>
          </ac:picMkLst>
        </pc:picChg>
      </pc:sldChg>
      <pc:sldChg chg="delSp modSp add mod">
        <pc:chgData name="LI, Jianqiang" userId="cff57bb5-6b3d-420f-8247-78e7019450b8" providerId="ADAL" clId="{7FD6641B-B20E-440C-9CED-6BEEFC5E54F0}" dt="2024-09-30T12:48:28.958" v="1543" actId="478"/>
        <pc:sldMkLst>
          <pc:docMk/>
          <pc:sldMk cId="2131429469" sldId="656"/>
        </pc:sldMkLst>
        <pc:spChg chg="mod">
          <ac:chgData name="LI, Jianqiang" userId="cff57bb5-6b3d-420f-8247-78e7019450b8" providerId="ADAL" clId="{7FD6641B-B20E-440C-9CED-6BEEFC5E54F0}" dt="2024-09-30T12:37:16.679" v="1483" actId="20577"/>
          <ac:spMkLst>
            <pc:docMk/>
            <pc:sldMk cId="2131429469" sldId="656"/>
            <ac:spMk id="2" creationId="{62715A2E-656D-EC5D-FDE7-230488526EFC}"/>
          </ac:spMkLst>
        </pc:spChg>
        <pc:spChg chg="mod">
          <ac:chgData name="LI, Jianqiang" userId="cff57bb5-6b3d-420f-8247-78e7019450b8" providerId="ADAL" clId="{7FD6641B-B20E-440C-9CED-6BEEFC5E54F0}" dt="2024-09-30T12:47:44.890" v="1526" actId="20577"/>
          <ac:spMkLst>
            <pc:docMk/>
            <pc:sldMk cId="2131429469" sldId="656"/>
            <ac:spMk id="5" creationId="{8F36E625-385C-74EA-5F44-3F24878C63BE}"/>
          </ac:spMkLst>
        </pc:spChg>
        <pc:spChg chg="mod">
          <ac:chgData name="LI, Jianqiang" userId="cff57bb5-6b3d-420f-8247-78e7019450b8" providerId="ADAL" clId="{7FD6641B-B20E-440C-9CED-6BEEFC5E54F0}" dt="2024-09-30T12:47:57.527" v="1538" actId="20577"/>
          <ac:spMkLst>
            <pc:docMk/>
            <pc:sldMk cId="2131429469" sldId="656"/>
            <ac:spMk id="7" creationId="{0E3DD26D-BBB8-B2A2-69C6-6646F31F2824}"/>
          </ac:spMkLst>
        </pc:spChg>
        <pc:spChg chg="mod">
          <ac:chgData name="LI, Jianqiang" userId="cff57bb5-6b3d-420f-8247-78e7019450b8" providerId="ADAL" clId="{7FD6641B-B20E-440C-9CED-6BEEFC5E54F0}" dt="2024-09-30T12:48:21.622" v="1541" actId="20577"/>
          <ac:spMkLst>
            <pc:docMk/>
            <pc:sldMk cId="2131429469" sldId="656"/>
            <ac:spMk id="11" creationId="{3EEA725B-360D-DDD8-AA35-9EB51F024E08}"/>
          </ac:spMkLst>
        </pc:spChg>
        <pc:spChg chg="del">
          <ac:chgData name="LI, Jianqiang" userId="cff57bb5-6b3d-420f-8247-78e7019450b8" providerId="ADAL" clId="{7FD6641B-B20E-440C-9CED-6BEEFC5E54F0}" dt="2024-09-30T12:33:21.354" v="1387" actId="478"/>
          <ac:spMkLst>
            <pc:docMk/>
            <pc:sldMk cId="2131429469" sldId="656"/>
            <ac:spMk id="13" creationId="{78A74D20-F919-692D-3FD7-B21217969B50}"/>
          </ac:spMkLst>
        </pc:spChg>
        <pc:spChg chg="del">
          <ac:chgData name="LI, Jianqiang" userId="cff57bb5-6b3d-420f-8247-78e7019450b8" providerId="ADAL" clId="{7FD6641B-B20E-440C-9CED-6BEEFC5E54F0}" dt="2024-09-30T12:34:44.279" v="1424" actId="478"/>
          <ac:spMkLst>
            <pc:docMk/>
            <pc:sldMk cId="2131429469" sldId="656"/>
            <ac:spMk id="24" creationId="{26E14B30-A686-579C-B292-2EAD29D3A4B3}"/>
          </ac:spMkLst>
        </pc:spChg>
        <pc:spChg chg="del">
          <ac:chgData name="LI, Jianqiang" userId="cff57bb5-6b3d-420f-8247-78e7019450b8" providerId="ADAL" clId="{7FD6641B-B20E-440C-9CED-6BEEFC5E54F0}" dt="2024-09-30T12:48:27.963" v="1542" actId="478"/>
          <ac:spMkLst>
            <pc:docMk/>
            <pc:sldMk cId="2131429469" sldId="656"/>
            <ac:spMk id="33" creationId="{E46DB851-3870-AEF9-799F-B7F141DEE93B}"/>
          </ac:spMkLst>
        </pc:spChg>
        <pc:cxnChg chg="del mod">
          <ac:chgData name="LI, Jianqiang" userId="cff57bb5-6b3d-420f-8247-78e7019450b8" providerId="ADAL" clId="{7FD6641B-B20E-440C-9CED-6BEEFC5E54F0}" dt="2024-09-30T12:34:45.302" v="1425" actId="478"/>
          <ac:cxnSpMkLst>
            <pc:docMk/>
            <pc:sldMk cId="2131429469" sldId="656"/>
            <ac:cxnSpMk id="26" creationId="{CEE40D53-3C27-5678-52A8-5D21137AE1BA}"/>
          </ac:cxnSpMkLst>
        </pc:cxnChg>
        <pc:cxnChg chg="del mod">
          <ac:chgData name="LI, Jianqiang" userId="cff57bb5-6b3d-420f-8247-78e7019450b8" providerId="ADAL" clId="{7FD6641B-B20E-440C-9CED-6BEEFC5E54F0}" dt="2024-09-30T12:48:28.958" v="1543" actId="478"/>
          <ac:cxnSpMkLst>
            <pc:docMk/>
            <pc:sldMk cId="2131429469" sldId="656"/>
            <ac:cxnSpMk id="34" creationId="{621CE9CA-0D3A-4F75-6C25-FDAA81F8ED32}"/>
          </ac:cxnSpMkLst>
        </pc:cxnChg>
      </pc:sldChg>
      <pc:sldChg chg="addSp delSp modSp add mod">
        <pc:chgData name="LI, Jianqiang" userId="cff57bb5-6b3d-420f-8247-78e7019450b8" providerId="ADAL" clId="{7FD6641B-B20E-440C-9CED-6BEEFC5E54F0}" dt="2024-09-30T12:51:17.738" v="1625" actId="478"/>
        <pc:sldMkLst>
          <pc:docMk/>
          <pc:sldMk cId="878596731" sldId="657"/>
        </pc:sldMkLst>
        <pc:spChg chg="mod">
          <ac:chgData name="LI, Jianqiang" userId="cff57bb5-6b3d-420f-8247-78e7019450b8" providerId="ADAL" clId="{7FD6641B-B20E-440C-9CED-6BEEFC5E54F0}" dt="2024-09-30T12:51:05.628" v="1623" actId="20577"/>
          <ac:spMkLst>
            <pc:docMk/>
            <pc:sldMk cId="878596731" sldId="657"/>
            <ac:spMk id="2" creationId="{62715A2E-656D-EC5D-FDE7-230488526EFC}"/>
          </ac:spMkLst>
        </pc:spChg>
        <pc:spChg chg="del">
          <ac:chgData name="LI, Jianqiang" userId="cff57bb5-6b3d-420f-8247-78e7019450b8" providerId="ADAL" clId="{7FD6641B-B20E-440C-9CED-6BEEFC5E54F0}" dt="2024-09-30T12:51:13.791" v="1624" actId="478"/>
          <ac:spMkLst>
            <pc:docMk/>
            <pc:sldMk cId="878596731" sldId="657"/>
            <ac:spMk id="3" creationId="{4F9DF121-5295-B8EB-2410-E170AB4E45F1}"/>
          </ac:spMkLst>
        </pc:spChg>
        <pc:spChg chg="add del mod">
          <ac:chgData name="LI, Jianqiang" userId="cff57bb5-6b3d-420f-8247-78e7019450b8" providerId="ADAL" clId="{7FD6641B-B20E-440C-9CED-6BEEFC5E54F0}" dt="2024-09-30T12:51:17.738" v="1625" actId="478"/>
          <ac:spMkLst>
            <pc:docMk/>
            <pc:sldMk cId="878596731" sldId="657"/>
            <ac:spMk id="6" creationId="{8A12DB78-B453-A670-99A0-D4E903BFE79B}"/>
          </ac:spMkLst>
        </pc:spChg>
      </pc:sldChg>
    </pc:docChg>
  </pc:docChgLst>
  <pc:docChgLst>
    <pc:chgData name="LI, Jianqiang" userId="cff57bb5-6b3d-420f-8247-78e7019450b8" providerId="ADAL" clId="{939F1F54-1ECF-41BA-81F6-AA77C1B9D0EB}"/>
    <pc:docChg chg="delSld modSld">
      <pc:chgData name="LI, Jianqiang" userId="cff57bb5-6b3d-420f-8247-78e7019450b8" providerId="ADAL" clId="{939F1F54-1ECF-41BA-81F6-AA77C1B9D0EB}" dt="2024-10-02T03:16:03.426" v="9" actId="47"/>
      <pc:docMkLst>
        <pc:docMk/>
      </pc:docMkLst>
      <pc:sldChg chg="modSp mod">
        <pc:chgData name="LI, Jianqiang" userId="cff57bb5-6b3d-420f-8247-78e7019450b8" providerId="ADAL" clId="{939F1F54-1ECF-41BA-81F6-AA77C1B9D0EB}" dt="2024-10-02T03:12:46.278" v="8" actId="20577"/>
        <pc:sldMkLst>
          <pc:docMk/>
          <pc:sldMk cId="2808513160" sldId="613"/>
        </pc:sldMkLst>
        <pc:spChg chg="mod">
          <ac:chgData name="LI, Jianqiang" userId="cff57bb5-6b3d-420f-8247-78e7019450b8" providerId="ADAL" clId="{939F1F54-1ECF-41BA-81F6-AA77C1B9D0EB}" dt="2024-10-02T03:12:46.278" v="8" actId="20577"/>
          <ac:spMkLst>
            <pc:docMk/>
            <pc:sldMk cId="2808513160" sldId="613"/>
            <ac:spMk id="3" creationId="{F8C13C63-B26A-4A9C-A1CA-724346AB2906}"/>
          </ac:spMkLst>
        </pc:spChg>
      </pc:sldChg>
      <pc:sldChg chg="del">
        <pc:chgData name="LI, Jianqiang" userId="cff57bb5-6b3d-420f-8247-78e7019450b8" providerId="ADAL" clId="{939F1F54-1ECF-41BA-81F6-AA77C1B9D0EB}" dt="2024-10-02T03:16:03.426" v="9" actId="47"/>
        <pc:sldMkLst>
          <pc:docMk/>
          <pc:sldMk cId="878596731" sldId="657"/>
        </pc:sldMkLst>
      </pc:sldChg>
    </pc:docChg>
  </pc:docChgLst>
  <pc:docChgLst>
    <pc:chgData name="LI, Jianqiang" userId="cff57bb5-6b3d-420f-8247-78e7019450b8" providerId="ADAL" clId="{D02C02F3-F859-45DD-AAFE-728E40A194AB}"/>
    <pc:docChg chg="undo redo custSel addSld delSld modSld sldOrd">
      <pc:chgData name="LI, Jianqiang" userId="cff57bb5-6b3d-420f-8247-78e7019450b8" providerId="ADAL" clId="{D02C02F3-F859-45DD-AAFE-728E40A194AB}" dt="2024-09-26T02:19:49.608" v="2520" actId="20577"/>
      <pc:docMkLst>
        <pc:docMk/>
      </pc:docMkLst>
      <pc:sldChg chg="modSp mod">
        <pc:chgData name="LI, Jianqiang" userId="cff57bb5-6b3d-420f-8247-78e7019450b8" providerId="ADAL" clId="{D02C02F3-F859-45DD-AAFE-728E40A194AB}" dt="2024-09-23T10:21:47.537" v="2328" actId="20577"/>
        <pc:sldMkLst>
          <pc:docMk/>
          <pc:sldMk cId="2808513160" sldId="613"/>
        </pc:sldMkLst>
        <pc:spChg chg="mod">
          <ac:chgData name="LI, Jianqiang" userId="cff57bb5-6b3d-420f-8247-78e7019450b8" providerId="ADAL" clId="{D02C02F3-F859-45DD-AAFE-728E40A194AB}" dt="2024-09-23T05:57:30.223" v="37" actId="20577"/>
          <ac:spMkLst>
            <pc:docMk/>
            <pc:sldMk cId="2808513160" sldId="613"/>
            <ac:spMk id="3" creationId="{F8C13C63-B26A-4A9C-A1CA-724346AB2906}"/>
          </ac:spMkLst>
        </pc:spChg>
        <pc:spChg chg="mod">
          <ac:chgData name="LI, Jianqiang" userId="cff57bb5-6b3d-420f-8247-78e7019450b8" providerId="ADAL" clId="{D02C02F3-F859-45DD-AAFE-728E40A194AB}" dt="2024-09-23T10:21:47.537" v="2328" actId="20577"/>
          <ac:spMkLst>
            <pc:docMk/>
            <pc:sldMk cId="2808513160" sldId="613"/>
            <ac:spMk id="7" creationId="{8D32768C-F15F-6E75-41D1-9F14D317D991}"/>
          </ac:spMkLst>
        </pc:spChg>
      </pc:sldChg>
      <pc:sldChg chg="delSp modSp mod ord delAnim">
        <pc:chgData name="LI, Jianqiang" userId="cff57bb5-6b3d-420f-8247-78e7019450b8" providerId="ADAL" clId="{D02C02F3-F859-45DD-AAFE-728E40A194AB}" dt="2024-09-26T02:17:17.988" v="2504" actId="20577"/>
        <pc:sldMkLst>
          <pc:docMk/>
          <pc:sldMk cId="4196136796" sldId="624"/>
        </pc:sldMkLst>
        <pc:spChg chg="mod">
          <ac:chgData name="LI, Jianqiang" userId="cff57bb5-6b3d-420f-8247-78e7019450b8" providerId="ADAL" clId="{D02C02F3-F859-45DD-AAFE-728E40A194AB}" dt="2024-09-26T02:12:52.707" v="2339" actId="20577"/>
          <ac:spMkLst>
            <pc:docMk/>
            <pc:sldMk cId="4196136796" sldId="624"/>
            <ac:spMk id="2" creationId="{62715A2E-656D-EC5D-FDE7-230488526EFC}"/>
          </ac:spMkLst>
        </pc:spChg>
        <pc:spChg chg="mod">
          <ac:chgData name="LI, Jianqiang" userId="cff57bb5-6b3d-420f-8247-78e7019450b8" providerId="ADAL" clId="{D02C02F3-F859-45DD-AAFE-728E40A194AB}" dt="2024-09-26T02:17:17.988" v="2504" actId="20577"/>
          <ac:spMkLst>
            <pc:docMk/>
            <pc:sldMk cId="4196136796" sldId="624"/>
            <ac:spMk id="3" creationId="{36A5FFEE-E22C-7E2F-1F3B-D8658E79FF2E}"/>
          </ac:spMkLst>
        </pc:spChg>
        <pc:spChg chg="del mod">
          <ac:chgData name="LI, Jianqiang" userId="cff57bb5-6b3d-420f-8247-78e7019450b8" providerId="ADAL" clId="{D02C02F3-F859-45DD-AAFE-728E40A194AB}" dt="2024-09-26T02:14:08.036" v="2413" actId="478"/>
          <ac:spMkLst>
            <pc:docMk/>
            <pc:sldMk cId="4196136796" sldId="624"/>
            <ac:spMk id="6" creationId="{059666F3-2E33-F336-CBC8-9499F9D78784}"/>
          </ac:spMkLst>
        </pc:spChg>
      </pc:sldChg>
      <pc:sldChg chg="addSp delSp modSp mod ord">
        <pc:chgData name="LI, Jianqiang" userId="cff57bb5-6b3d-420f-8247-78e7019450b8" providerId="ADAL" clId="{D02C02F3-F859-45DD-AAFE-728E40A194AB}" dt="2024-09-23T08:04:24.296" v="764" actId="20577"/>
        <pc:sldMkLst>
          <pc:docMk/>
          <pc:sldMk cId="1164986566" sldId="625"/>
        </pc:sldMkLst>
        <pc:spChg chg="mod">
          <ac:chgData name="LI, Jianqiang" userId="cff57bb5-6b3d-420f-8247-78e7019450b8" providerId="ADAL" clId="{D02C02F3-F859-45DD-AAFE-728E40A194AB}" dt="2024-09-23T07:49:30.840" v="524" actId="20577"/>
          <ac:spMkLst>
            <pc:docMk/>
            <pc:sldMk cId="1164986566" sldId="625"/>
            <ac:spMk id="2" creationId="{62715A2E-656D-EC5D-FDE7-230488526EFC}"/>
          </ac:spMkLst>
        </pc:spChg>
        <pc:spChg chg="del">
          <ac:chgData name="LI, Jianqiang" userId="cff57bb5-6b3d-420f-8247-78e7019450b8" providerId="ADAL" clId="{D02C02F3-F859-45DD-AAFE-728E40A194AB}" dt="2024-09-23T07:49:39.559" v="525" actId="478"/>
          <ac:spMkLst>
            <pc:docMk/>
            <pc:sldMk cId="1164986566" sldId="625"/>
            <ac:spMk id="3" creationId="{36A5FFEE-E22C-7E2F-1F3B-D8658E79FF2E}"/>
          </ac:spMkLst>
        </pc:spChg>
        <pc:spChg chg="del">
          <ac:chgData name="LI, Jianqiang" userId="cff57bb5-6b3d-420f-8247-78e7019450b8" providerId="ADAL" clId="{D02C02F3-F859-45DD-AAFE-728E40A194AB}" dt="2024-09-23T07:49:40.866" v="526" actId="478"/>
          <ac:spMkLst>
            <pc:docMk/>
            <pc:sldMk cId="1164986566" sldId="625"/>
            <ac:spMk id="5" creationId="{3E00218D-7891-8ADE-ECC3-225D3F01C25D}"/>
          </ac:spMkLst>
        </pc:spChg>
        <pc:spChg chg="add del mod">
          <ac:chgData name="LI, Jianqiang" userId="cff57bb5-6b3d-420f-8247-78e7019450b8" providerId="ADAL" clId="{D02C02F3-F859-45DD-AAFE-728E40A194AB}" dt="2024-09-23T07:49:25.891" v="521" actId="478"/>
          <ac:spMkLst>
            <pc:docMk/>
            <pc:sldMk cId="1164986566" sldId="625"/>
            <ac:spMk id="6" creationId="{D1DF5E6E-9016-EA19-8488-53A5A36A4F47}"/>
          </ac:spMkLst>
        </pc:spChg>
        <pc:spChg chg="add mod">
          <ac:chgData name="LI, Jianqiang" userId="cff57bb5-6b3d-420f-8247-78e7019450b8" providerId="ADAL" clId="{D02C02F3-F859-45DD-AAFE-728E40A194AB}" dt="2024-09-23T07:50:57.644" v="553" actId="14100"/>
          <ac:spMkLst>
            <pc:docMk/>
            <pc:sldMk cId="1164986566" sldId="625"/>
            <ac:spMk id="8" creationId="{1D68554F-5AF8-7E1E-17A3-DE6F9E0E8871}"/>
          </ac:spMkLst>
        </pc:spChg>
        <pc:spChg chg="del">
          <ac:chgData name="LI, Jianqiang" userId="cff57bb5-6b3d-420f-8247-78e7019450b8" providerId="ADAL" clId="{D02C02F3-F859-45DD-AAFE-728E40A194AB}" dt="2024-09-23T07:31:20.056" v="271" actId="478"/>
          <ac:spMkLst>
            <pc:docMk/>
            <pc:sldMk cId="1164986566" sldId="625"/>
            <ac:spMk id="9" creationId="{B0628813-FD25-B04C-BF5B-4CD5267A682C}"/>
          </ac:spMkLst>
        </pc:spChg>
        <pc:spChg chg="add del">
          <ac:chgData name="LI, Jianqiang" userId="cff57bb5-6b3d-420f-8247-78e7019450b8" providerId="ADAL" clId="{D02C02F3-F859-45DD-AAFE-728E40A194AB}" dt="2024-09-23T07:51:05.581" v="561" actId="22"/>
          <ac:spMkLst>
            <pc:docMk/>
            <pc:sldMk cId="1164986566" sldId="625"/>
            <ac:spMk id="11" creationId="{80FE7ED0-9A5F-7891-13AC-270F172F4AEE}"/>
          </ac:spMkLst>
        </pc:spChg>
        <pc:spChg chg="add mod">
          <ac:chgData name="LI, Jianqiang" userId="cff57bb5-6b3d-420f-8247-78e7019450b8" providerId="ADAL" clId="{D02C02F3-F859-45DD-AAFE-728E40A194AB}" dt="2024-09-23T07:57:08.595" v="629" actId="1076"/>
          <ac:spMkLst>
            <pc:docMk/>
            <pc:sldMk cId="1164986566" sldId="625"/>
            <ac:spMk id="13" creationId="{ED25030F-4FDC-B91B-5C28-8CD4A7CDFC47}"/>
          </ac:spMkLst>
        </pc:spChg>
        <pc:spChg chg="add del">
          <ac:chgData name="LI, Jianqiang" userId="cff57bb5-6b3d-420f-8247-78e7019450b8" providerId="ADAL" clId="{D02C02F3-F859-45DD-AAFE-728E40A194AB}" dt="2024-09-23T07:52:05.147" v="565" actId="22"/>
          <ac:spMkLst>
            <pc:docMk/>
            <pc:sldMk cId="1164986566" sldId="625"/>
            <ac:spMk id="15" creationId="{45137CBC-8631-2E21-C859-3B82C8D2A0E7}"/>
          </ac:spMkLst>
        </pc:spChg>
        <pc:spChg chg="add mod">
          <ac:chgData name="LI, Jianqiang" userId="cff57bb5-6b3d-420f-8247-78e7019450b8" providerId="ADAL" clId="{D02C02F3-F859-45DD-AAFE-728E40A194AB}" dt="2024-09-23T07:57:11.811" v="630" actId="1076"/>
          <ac:spMkLst>
            <pc:docMk/>
            <pc:sldMk cId="1164986566" sldId="625"/>
            <ac:spMk id="17" creationId="{6581B964-F4DA-382E-A5CC-2C7FCE505809}"/>
          </ac:spMkLst>
        </pc:spChg>
        <pc:spChg chg="add mod">
          <ac:chgData name="LI, Jianqiang" userId="cff57bb5-6b3d-420f-8247-78e7019450b8" providerId="ADAL" clId="{D02C02F3-F859-45DD-AAFE-728E40A194AB}" dt="2024-09-23T08:04:24.296" v="764" actId="20577"/>
          <ac:spMkLst>
            <pc:docMk/>
            <pc:sldMk cId="1164986566" sldId="625"/>
            <ac:spMk id="18" creationId="{A18B1B3D-31B5-29E2-CF84-EA37A5C3394F}"/>
          </ac:spMkLst>
        </pc:spChg>
        <pc:spChg chg="add mod">
          <ac:chgData name="LI, Jianqiang" userId="cff57bb5-6b3d-420f-8247-78e7019450b8" providerId="ADAL" clId="{D02C02F3-F859-45DD-AAFE-728E40A194AB}" dt="2024-09-23T07:57:16.193" v="632" actId="1076"/>
          <ac:spMkLst>
            <pc:docMk/>
            <pc:sldMk cId="1164986566" sldId="625"/>
            <ac:spMk id="19" creationId="{5CABB9FE-E2BB-4A06-2289-2E62E1541A6C}"/>
          </ac:spMkLst>
        </pc:spChg>
        <pc:spChg chg="add mod">
          <ac:chgData name="LI, Jianqiang" userId="cff57bb5-6b3d-420f-8247-78e7019450b8" providerId="ADAL" clId="{D02C02F3-F859-45DD-AAFE-728E40A194AB}" dt="2024-09-23T07:57:26.016" v="633" actId="1076"/>
          <ac:spMkLst>
            <pc:docMk/>
            <pc:sldMk cId="1164986566" sldId="625"/>
            <ac:spMk id="20" creationId="{3169D8BD-A06F-D6F6-ABD3-B05ED15363F3}"/>
          </ac:spMkLst>
        </pc:spChg>
      </pc:sldChg>
      <pc:sldChg chg="del">
        <pc:chgData name="LI, Jianqiang" userId="cff57bb5-6b3d-420f-8247-78e7019450b8" providerId="ADAL" clId="{D02C02F3-F859-45DD-AAFE-728E40A194AB}" dt="2024-09-23T09:51:07.828" v="2156" actId="47"/>
        <pc:sldMkLst>
          <pc:docMk/>
          <pc:sldMk cId="872323142" sldId="626"/>
        </pc:sldMkLst>
      </pc:sldChg>
      <pc:sldChg chg="del">
        <pc:chgData name="LI, Jianqiang" userId="cff57bb5-6b3d-420f-8247-78e7019450b8" providerId="ADAL" clId="{D02C02F3-F859-45DD-AAFE-728E40A194AB}" dt="2024-09-23T09:51:08.766" v="2157" actId="47"/>
        <pc:sldMkLst>
          <pc:docMk/>
          <pc:sldMk cId="639972675" sldId="627"/>
        </pc:sldMkLst>
      </pc:sldChg>
      <pc:sldChg chg="del">
        <pc:chgData name="LI, Jianqiang" userId="cff57bb5-6b3d-420f-8247-78e7019450b8" providerId="ADAL" clId="{D02C02F3-F859-45DD-AAFE-728E40A194AB}" dt="2024-09-23T09:51:09.206" v="2158" actId="47"/>
        <pc:sldMkLst>
          <pc:docMk/>
          <pc:sldMk cId="459843695" sldId="628"/>
        </pc:sldMkLst>
      </pc:sldChg>
      <pc:sldChg chg="del">
        <pc:chgData name="LI, Jianqiang" userId="cff57bb5-6b3d-420f-8247-78e7019450b8" providerId="ADAL" clId="{D02C02F3-F859-45DD-AAFE-728E40A194AB}" dt="2024-09-23T09:51:10.069" v="2159" actId="47"/>
        <pc:sldMkLst>
          <pc:docMk/>
          <pc:sldMk cId="1549557668" sldId="629"/>
        </pc:sldMkLst>
      </pc:sldChg>
      <pc:sldChg chg="del">
        <pc:chgData name="LI, Jianqiang" userId="cff57bb5-6b3d-420f-8247-78e7019450b8" providerId="ADAL" clId="{D02C02F3-F859-45DD-AAFE-728E40A194AB}" dt="2024-09-23T09:51:10.717" v="2160" actId="47"/>
        <pc:sldMkLst>
          <pc:docMk/>
          <pc:sldMk cId="1678960089" sldId="630"/>
        </pc:sldMkLst>
      </pc:sldChg>
      <pc:sldChg chg="del">
        <pc:chgData name="LI, Jianqiang" userId="cff57bb5-6b3d-420f-8247-78e7019450b8" providerId="ADAL" clId="{D02C02F3-F859-45DD-AAFE-728E40A194AB}" dt="2024-09-23T09:51:11.343" v="2161" actId="47"/>
        <pc:sldMkLst>
          <pc:docMk/>
          <pc:sldMk cId="3689855301" sldId="631"/>
        </pc:sldMkLst>
      </pc:sldChg>
      <pc:sldChg chg="del">
        <pc:chgData name="LI, Jianqiang" userId="cff57bb5-6b3d-420f-8247-78e7019450b8" providerId="ADAL" clId="{D02C02F3-F859-45DD-AAFE-728E40A194AB}" dt="2024-09-23T09:51:11.987" v="2162" actId="47"/>
        <pc:sldMkLst>
          <pc:docMk/>
          <pc:sldMk cId="2473184728" sldId="632"/>
        </pc:sldMkLst>
      </pc:sldChg>
      <pc:sldChg chg="del">
        <pc:chgData name="LI, Jianqiang" userId="cff57bb5-6b3d-420f-8247-78e7019450b8" providerId="ADAL" clId="{D02C02F3-F859-45DD-AAFE-728E40A194AB}" dt="2024-09-23T09:51:12.682" v="2163" actId="47"/>
        <pc:sldMkLst>
          <pc:docMk/>
          <pc:sldMk cId="3829237767" sldId="633"/>
        </pc:sldMkLst>
      </pc:sldChg>
      <pc:sldChg chg="ord">
        <pc:chgData name="LI, Jianqiang" userId="cff57bb5-6b3d-420f-8247-78e7019450b8" providerId="ADAL" clId="{D02C02F3-F859-45DD-AAFE-728E40A194AB}" dt="2024-09-23T05:56:34.352" v="1"/>
        <pc:sldMkLst>
          <pc:docMk/>
          <pc:sldMk cId="1187496923" sldId="634"/>
        </pc:sldMkLst>
      </pc:sldChg>
      <pc:sldChg chg="addSp delSp modSp add mod">
        <pc:chgData name="LI, Jianqiang" userId="cff57bb5-6b3d-420f-8247-78e7019450b8" providerId="ADAL" clId="{D02C02F3-F859-45DD-AAFE-728E40A194AB}" dt="2024-09-23T07:45:32.374" v="500"/>
        <pc:sldMkLst>
          <pc:docMk/>
          <pc:sldMk cId="2856971437" sldId="635"/>
        </pc:sldMkLst>
        <pc:spChg chg="mod">
          <ac:chgData name="LI, Jianqiang" userId="cff57bb5-6b3d-420f-8247-78e7019450b8" providerId="ADAL" clId="{D02C02F3-F859-45DD-AAFE-728E40A194AB}" dt="2024-09-23T07:34:35.162" v="300" actId="20577"/>
          <ac:spMkLst>
            <pc:docMk/>
            <pc:sldMk cId="2856971437" sldId="635"/>
            <ac:spMk id="2" creationId="{62715A2E-656D-EC5D-FDE7-230488526EFC}"/>
          </ac:spMkLst>
        </pc:spChg>
        <pc:spChg chg="mod">
          <ac:chgData name="LI, Jianqiang" userId="cff57bb5-6b3d-420f-8247-78e7019450b8" providerId="ADAL" clId="{D02C02F3-F859-45DD-AAFE-728E40A194AB}" dt="2024-09-23T07:43:10.805" v="470" actId="14100"/>
          <ac:spMkLst>
            <pc:docMk/>
            <pc:sldMk cId="2856971437" sldId="635"/>
            <ac:spMk id="3" creationId="{36A5FFEE-E22C-7E2F-1F3B-D8658E79FF2E}"/>
          </ac:spMkLst>
        </pc:spChg>
        <pc:spChg chg="add del mod">
          <ac:chgData name="LI, Jianqiang" userId="cff57bb5-6b3d-420f-8247-78e7019450b8" providerId="ADAL" clId="{D02C02F3-F859-45DD-AAFE-728E40A194AB}" dt="2024-09-23T07:35:53.835" v="316" actId="478"/>
          <ac:spMkLst>
            <pc:docMk/>
            <pc:sldMk cId="2856971437" sldId="635"/>
            <ac:spMk id="6" creationId="{BF39DD23-D88C-99D3-7E8B-4113C68D9876}"/>
          </ac:spMkLst>
        </pc:spChg>
        <pc:spChg chg="del">
          <ac:chgData name="LI, Jianqiang" userId="cff57bb5-6b3d-420f-8247-78e7019450b8" providerId="ADAL" clId="{D02C02F3-F859-45DD-AAFE-728E40A194AB}" dt="2024-09-23T07:35:05.561" v="305" actId="478"/>
          <ac:spMkLst>
            <pc:docMk/>
            <pc:sldMk cId="2856971437" sldId="635"/>
            <ac:spMk id="9" creationId="{13579561-D94C-52FD-3CA2-9B08EB6AB407}"/>
          </ac:spMkLst>
        </pc:spChg>
        <pc:spChg chg="del">
          <ac:chgData name="LI, Jianqiang" userId="cff57bb5-6b3d-420f-8247-78e7019450b8" providerId="ADAL" clId="{D02C02F3-F859-45DD-AAFE-728E40A194AB}" dt="2024-09-23T07:35:06.193" v="306" actId="478"/>
          <ac:spMkLst>
            <pc:docMk/>
            <pc:sldMk cId="2856971437" sldId="635"/>
            <ac:spMk id="11" creationId="{96D5BBEA-995B-54E3-BB5A-11985889A7F9}"/>
          </ac:spMkLst>
        </pc:spChg>
        <pc:spChg chg="del">
          <ac:chgData name="LI, Jianqiang" userId="cff57bb5-6b3d-420f-8247-78e7019450b8" providerId="ADAL" clId="{D02C02F3-F859-45DD-AAFE-728E40A194AB}" dt="2024-09-23T07:35:06.779" v="307" actId="478"/>
          <ac:spMkLst>
            <pc:docMk/>
            <pc:sldMk cId="2856971437" sldId="635"/>
            <ac:spMk id="12" creationId="{695D7984-2E4C-5348-921D-2E7247C46606}"/>
          </ac:spMkLst>
        </pc:spChg>
        <pc:spChg chg="del">
          <ac:chgData name="LI, Jianqiang" userId="cff57bb5-6b3d-420f-8247-78e7019450b8" providerId="ADAL" clId="{D02C02F3-F859-45DD-AAFE-728E40A194AB}" dt="2024-09-23T07:35:09.908" v="309" actId="478"/>
          <ac:spMkLst>
            <pc:docMk/>
            <pc:sldMk cId="2856971437" sldId="635"/>
            <ac:spMk id="13" creationId="{ECC7D8A4-A3FB-1FE9-A04E-2E963DD0E521}"/>
          </ac:spMkLst>
        </pc:spChg>
        <pc:spChg chg="del">
          <ac:chgData name="LI, Jianqiang" userId="cff57bb5-6b3d-420f-8247-78e7019450b8" providerId="ADAL" clId="{D02C02F3-F859-45DD-AAFE-728E40A194AB}" dt="2024-09-23T07:35:04.923" v="304" actId="478"/>
          <ac:spMkLst>
            <pc:docMk/>
            <pc:sldMk cId="2856971437" sldId="635"/>
            <ac:spMk id="14" creationId="{81953AD4-E88C-8016-30EC-6A979ECB2A23}"/>
          </ac:spMkLst>
        </pc:spChg>
        <pc:spChg chg="del">
          <ac:chgData name="LI, Jianqiang" userId="cff57bb5-6b3d-420f-8247-78e7019450b8" providerId="ADAL" clId="{D02C02F3-F859-45DD-AAFE-728E40A194AB}" dt="2024-09-23T07:35:08.106" v="308" actId="478"/>
          <ac:spMkLst>
            <pc:docMk/>
            <pc:sldMk cId="2856971437" sldId="635"/>
            <ac:spMk id="15" creationId="{0482A7BF-1EE2-3E17-AAEA-82FF89DECB9A}"/>
          </ac:spMkLst>
        </pc:spChg>
        <pc:spChg chg="add mod">
          <ac:chgData name="LI, Jianqiang" userId="cff57bb5-6b3d-420f-8247-78e7019450b8" providerId="ADAL" clId="{D02C02F3-F859-45DD-AAFE-728E40A194AB}" dt="2024-09-23T07:44:50.841" v="491" actId="14100"/>
          <ac:spMkLst>
            <pc:docMk/>
            <pc:sldMk cId="2856971437" sldId="635"/>
            <ac:spMk id="18" creationId="{000E6A9C-20C9-7CC9-CBF6-89EE2B4A6609}"/>
          </ac:spMkLst>
        </pc:spChg>
        <pc:spChg chg="add del">
          <ac:chgData name="LI, Jianqiang" userId="cff57bb5-6b3d-420f-8247-78e7019450b8" providerId="ADAL" clId="{D02C02F3-F859-45DD-AAFE-728E40A194AB}" dt="2024-09-23T07:44:29.487" v="485" actId="22"/>
          <ac:spMkLst>
            <pc:docMk/>
            <pc:sldMk cId="2856971437" sldId="635"/>
            <ac:spMk id="20" creationId="{2B20CF63-DA29-0978-2D6A-8202379CAD28}"/>
          </ac:spMkLst>
        </pc:spChg>
        <pc:spChg chg="add mod">
          <ac:chgData name="LI, Jianqiang" userId="cff57bb5-6b3d-420f-8247-78e7019450b8" providerId="ADAL" clId="{D02C02F3-F859-45DD-AAFE-728E40A194AB}" dt="2024-09-23T07:45:32.374" v="500"/>
          <ac:spMkLst>
            <pc:docMk/>
            <pc:sldMk cId="2856971437" sldId="635"/>
            <ac:spMk id="22" creationId="{5DCBAE54-B59D-659D-C2B5-B734C662961B}"/>
          </ac:spMkLst>
        </pc:spChg>
        <pc:picChg chg="del">
          <ac:chgData name="LI, Jianqiang" userId="cff57bb5-6b3d-420f-8247-78e7019450b8" providerId="ADAL" clId="{D02C02F3-F859-45DD-AAFE-728E40A194AB}" dt="2024-09-23T07:35:02.898" v="301" actId="478"/>
          <ac:picMkLst>
            <pc:docMk/>
            <pc:sldMk cId="2856971437" sldId="635"/>
            <ac:picMk id="5" creationId="{5DFE1F7E-F87E-A9D7-392B-C5EBA5859939}"/>
          </ac:picMkLst>
        </pc:picChg>
        <pc:picChg chg="del">
          <ac:chgData name="LI, Jianqiang" userId="cff57bb5-6b3d-420f-8247-78e7019450b8" providerId="ADAL" clId="{D02C02F3-F859-45DD-AAFE-728E40A194AB}" dt="2024-09-23T07:35:03.553" v="302" actId="478"/>
          <ac:picMkLst>
            <pc:docMk/>
            <pc:sldMk cId="2856971437" sldId="635"/>
            <ac:picMk id="8" creationId="{41AB48B6-53EC-305A-2AF0-8416D97E323E}"/>
          </ac:picMkLst>
        </pc:picChg>
        <pc:picChg chg="del">
          <ac:chgData name="LI, Jianqiang" userId="cff57bb5-6b3d-420f-8247-78e7019450b8" providerId="ADAL" clId="{D02C02F3-F859-45DD-AAFE-728E40A194AB}" dt="2024-09-23T07:35:04.170" v="303" actId="478"/>
          <ac:picMkLst>
            <pc:docMk/>
            <pc:sldMk cId="2856971437" sldId="635"/>
            <ac:picMk id="10" creationId="{0718A79C-1CA9-76CB-FC0E-A87CFC8D77F9}"/>
          </ac:picMkLst>
        </pc:picChg>
        <pc:picChg chg="add del mod">
          <ac:chgData name="LI, Jianqiang" userId="cff57bb5-6b3d-420f-8247-78e7019450b8" providerId="ADAL" clId="{D02C02F3-F859-45DD-AAFE-728E40A194AB}" dt="2024-09-23T07:40:00.021" v="355" actId="478"/>
          <ac:picMkLst>
            <pc:docMk/>
            <pc:sldMk cId="2856971437" sldId="635"/>
            <ac:picMk id="16" creationId="{68A137D5-75B3-7ED6-E4AF-8FC8C98AA8D4}"/>
          </ac:picMkLst>
        </pc:picChg>
      </pc:sldChg>
      <pc:sldChg chg="add del">
        <pc:chgData name="LI, Jianqiang" userId="cff57bb5-6b3d-420f-8247-78e7019450b8" providerId="ADAL" clId="{D02C02F3-F859-45DD-AAFE-728E40A194AB}" dt="2024-09-23T07:57:36.023" v="634" actId="47"/>
        <pc:sldMkLst>
          <pc:docMk/>
          <pc:sldMk cId="1979414732" sldId="636"/>
        </pc:sldMkLst>
      </pc:sldChg>
      <pc:sldChg chg="addSp modSp add mod">
        <pc:chgData name="LI, Jianqiang" userId="cff57bb5-6b3d-420f-8247-78e7019450b8" providerId="ADAL" clId="{D02C02F3-F859-45DD-AAFE-728E40A194AB}" dt="2024-09-23T08:09:15.437" v="816" actId="255"/>
        <pc:sldMkLst>
          <pc:docMk/>
          <pc:sldMk cId="2876691948" sldId="636"/>
        </pc:sldMkLst>
        <pc:spChg chg="mod">
          <ac:chgData name="LI, Jianqiang" userId="cff57bb5-6b3d-420f-8247-78e7019450b8" providerId="ADAL" clId="{D02C02F3-F859-45DD-AAFE-728E40A194AB}" dt="2024-09-23T07:57:58.933" v="641" actId="20577"/>
          <ac:spMkLst>
            <pc:docMk/>
            <pc:sldMk cId="2876691948" sldId="636"/>
            <ac:spMk id="2" creationId="{62715A2E-656D-EC5D-FDE7-230488526EFC}"/>
          </ac:spMkLst>
        </pc:spChg>
        <pc:spChg chg="add">
          <ac:chgData name="LI, Jianqiang" userId="cff57bb5-6b3d-420f-8247-78e7019450b8" providerId="ADAL" clId="{D02C02F3-F859-45DD-AAFE-728E40A194AB}" dt="2024-09-23T07:59:33.875" v="651"/>
          <ac:spMkLst>
            <pc:docMk/>
            <pc:sldMk cId="2876691948" sldId="636"/>
            <ac:spMk id="3" creationId="{D5ED0A6C-9F30-E39B-355A-44D6B68813B5}"/>
          </ac:spMkLst>
        </pc:spChg>
        <pc:spChg chg="mod">
          <ac:chgData name="LI, Jianqiang" userId="cff57bb5-6b3d-420f-8247-78e7019450b8" providerId="ADAL" clId="{D02C02F3-F859-45DD-AAFE-728E40A194AB}" dt="2024-09-23T07:58:23.379" v="646" actId="20577"/>
          <ac:spMkLst>
            <pc:docMk/>
            <pc:sldMk cId="2876691948" sldId="636"/>
            <ac:spMk id="8" creationId="{1D68554F-5AF8-7E1E-17A3-DE6F9E0E8871}"/>
          </ac:spMkLst>
        </pc:spChg>
        <pc:spChg chg="mod">
          <ac:chgData name="LI, Jianqiang" userId="cff57bb5-6b3d-420f-8247-78e7019450b8" providerId="ADAL" clId="{D02C02F3-F859-45DD-AAFE-728E40A194AB}" dt="2024-09-23T07:59:10.537" v="650" actId="5793"/>
          <ac:spMkLst>
            <pc:docMk/>
            <pc:sldMk cId="2876691948" sldId="636"/>
            <ac:spMk id="17" creationId="{6581B964-F4DA-382E-A5CC-2C7FCE505809}"/>
          </ac:spMkLst>
        </pc:spChg>
        <pc:spChg chg="mod">
          <ac:chgData name="LI, Jianqiang" userId="cff57bb5-6b3d-420f-8247-78e7019450b8" providerId="ADAL" clId="{D02C02F3-F859-45DD-AAFE-728E40A194AB}" dt="2024-09-23T08:09:15.437" v="816" actId="255"/>
          <ac:spMkLst>
            <pc:docMk/>
            <pc:sldMk cId="2876691948" sldId="636"/>
            <ac:spMk id="18" creationId="{A18B1B3D-31B5-29E2-CF84-EA37A5C3394F}"/>
          </ac:spMkLst>
        </pc:spChg>
        <pc:spChg chg="mod">
          <ac:chgData name="LI, Jianqiang" userId="cff57bb5-6b3d-420f-8247-78e7019450b8" providerId="ADAL" clId="{D02C02F3-F859-45DD-AAFE-728E40A194AB}" dt="2024-09-23T08:00:07.953" v="656" actId="1076"/>
          <ac:spMkLst>
            <pc:docMk/>
            <pc:sldMk cId="2876691948" sldId="636"/>
            <ac:spMk id="19" creationId="{5CABB9FE-E2BB-4A06-2289-2E62E1541A6C}"/>
          </ac:spMkLst>
        </pc:spChg>
        <pc:spChg chg="mod">
          <ac:chgData name="LI, Jianqiang" userId="cff57bb5-6b3d-420f-8247-78e7019450b8" providerId="ADAL" clId="{D02C02F3-F859-45DD-AAFE-728E40A194AB}" dt="2024-09-23T08:06:13.706" v="798" actId="5793"/>
          <ac:spMkLst>
            <pc:docMk/>
            <pc:sldMk cId="2876691948" sldId="636"/>
            <ac:spMk id="20" creationId="{3169D8BD-A06F-D6F6-ABD3-B05ED15363F3}"/>
          </ac:spMkLst>
        </pc:spChg>
      </pc:sldChg>
      <pc:sldChg chg="addSp delSp modSp add mod">
        <pc:chgData name="LI, Jianqiang" userId="cff57bb5-6b3d-420f-8247-78e7019450b8" providerId="ADAL" clId="{D02C02F3-F859-45DD-AAFE-728E40A194AB}" dt="2024-09-23T08:13:26.096" v="914" actId="1076"/>
        <pc:sldMkLst>
          <pc:docMk/>
          <pc:sldMk cId="2520553328" sldId="637"/>
        </pc:sldMkLst>
        <pc:spChg chg="mod">
          <ac:chgData name="LI, Jianqiang" userId="cff57bb5-6b3d-420f-8247-78e7019450b8" providerId="ADAL" clId="{D02C02F3-F859-45DD-AAFE-728E40A194AB}" dt="2024-09-23T08:06:47.552" v="809" actId="20577"/>
          <ac:spMkLst>
            <pc:docMk/>
            <pc:sldMk cId="2520553328" sldId="637"/>
            <ac:spMk id="2" creationId="{62715A2E-656D-EC5D-FDE7-230488526EFC}"/>
          </ac:spMkLst>
        </pc:spChg>
        <pc:spChg chg="add">
          <ac:chgData name="LI, Jianqiang" userId="cff57bb5-6b3d-420f-8247-78e7019450b8" providerId="ADAL" clId="{D02C02F3-F859-45DD-AAFE-728E40A194AB}" dt="2024-09-23T08:10:13.794" v="821"/>
          <ac:spMkLst>
            <pc:docMk/>
            <pc:sldMk cId="2520553328" sldId="637"/>
            <ac:spMk id="3" creationId="{60B6852E-AE06-DB75-5B1F-01671772D6FC}"/>
          </ac:spMkLst>
        </pc:spChg>
        <pc:spChg chg="add">
          <ac:chgData name="LI, Jianqiang" userId="cff57bb5-6b3d-420f-8247-78e7019450b8" providerId="ADAL" clId="{D02C02F3-F859-45DD-AAFE-728E40A194AB}" dt="2024-09-23T08:10:30.167" v="822"/>
          <ac:spMkLst>
            <pc:docMk/>
            <pc:sldMk cId="2520553328" sldId="637"/>
            <ac:spMk id="5" creationId="{D87ACC50-A78D-4CBC-272A-9E243BFD1FF5}"/>
          </ac:spMkLst>
        </pc:spChg>
        <pc:spChg chg="add del mod">
          <ac:chgData name="LI, Jianqiang" userId="cff57bb5-6b3d-420f-8247-78e7019450b8" providerId="ADAL" clId="{D02C02F3-F859-45DD-AAFE-728E40A194AB}" dt="2024-09-23T08:11:54.561" v="897" actId="478"/>
          <ac:spMkLst>
            <pc:docMk/>
            <pc:sldMk cId="2520553328" sldId="637"/>
            <ac:spMk id="7" creationId="{86B57064-E8F0-C5F6-FFE8-450C668A5545}"/>
          </ac:spMkLst>
        </pc:spChg>
        <pc:spChg chg="mod">
          <ac:chgData name="LI, Jianqiang" userId="cff57bb5-6b3d-420f-8247-78e7019450b8" providerId="ADAL" clId="{D02C02F3-F859-45DD-AAFE-728E40A194AB}" dt="2024-09-23T08:07:22.121" v="814" actId="20577"/>
          <ac:spMkLst>
            <pc:docMk/>
            <pc:sldMk cId="2520553328" sldId="637"/>
            <ac:spMk id="8" creationId="{1D68554F-5AF8-7E1E-17A3-DE6F9E0E8871}"/>
          </ac:spMkLst>
        </pc:spChg>
        <pc:spChg chg="mod">
          <ac:chgData name="LI, Jianqiang" userId="cff57bb5-6b3d-420f-8247-78e7019450b8" providerId="ADAL" clId="{D02C02F3-F859-45DD-AAFE-728E40A194AB}" dt="2024-09-23T08:09:55.535" v="820" actId="5793"/>
          <ac:spMkLst>
            <pc:docMk/>
            <pc:sldMk cId="2520553328" sldId="637"/>
            <ac:spMk id="17" creationId="{6581B964-F4DA-382E-A5CC-2C7FCE505809}"/>
          </ac:spMkLst>
        </pc:spChg>
        <pc:spChg chg="mod">
          <ac:chgData name="LI, Jianqiang" userId="cff57bb5-6b3d-420f-8247-78e7019450b8" providerId="ADAL" clId="{D02C02F3-F859-45DD-AAFE-728E40A194AB}" dt="2024-09-23T08:12:40.836" v="910" actId="20577"/>
          <ac:spMkLst>
            <pc:docMk/>
            <pc:sldMk cId="2520553328" sldId="637"/>
            <ac:spMk id="18" creationId="{A18B1B3D-31B5-29E2-CF84-EA37A5C3394F}"/>
          </ac:spMkLst>
        </pc:spChg>
        <pc:spChg chg="mod">
          <ac:chgData name="LI, Jianqiang" userId="cff57bb5-6b3d-420f-8247-78e7019450b8" providerId="ADAL" clId="{D02C02F3-F859-45DD-AAFE-728E40A194AB}" dt="2024-09-23T08:12:54.437" v="911" actId="1076"/>
          <ac:spMkLst>
            <pc:docMk/>
            <pc:sldMk cId="2520553328" sldId="637"/>
            <ac:spMk id="19" creationId="{5CABB9FE-E2BB-4A06-2289-2E62E1541A6C}"/>
          </ac:spMkLst>
        </pc:spChg>
        <pc:spChg chg="mod">
          <ac:chgData name="LI, Jianqiang" userId="cff57bb5-6b3d-420f-8247-78e7019450b8" providerId="ADAL" clId="{D02C02F3-F859-45DD-AAFE-728E40A194AB}" dt="2024-09-23T08:13:26.096" v="914" actId="1076"/>
          <ac:spMkLst>
            <pc:docMk/>
            <pc:sldMk cId="2520553328" sldId="637"/>
            <ac:spMk id="20" creationId="{3169D8BD-A06F-D6F6-ABD3-B05ED15363F3}"/>
          </ac:spMkLst>
        </pc:spChg>
      </pc:sldChg>
      <pc:sldChg chg="addSp delSp modSp add mod">
        <pc:chgData name="LI, Jianqiang" userId="cff57bb5-6b3d-420f-8247-78e7019450b8" providerId="ADAL" clId="{D02C02F3-F859-45DD-AAFE-728E40A194AB}" dt="2024-09-23T08:18:25.473" v="948" actId="5793"/>
        <pc:sldMkLst>
          <pc:docMk/>
          <pc:sldMk cId="6090341" sldId="638"/>
        </pc:sldMkLst>
        <pc:spChg chg="mod">
          <ac:chgData name="LI, Jianqiang" userId="cff57bb5-6b3d-420f-8247-78e7019450b8" providerId="ADAL" clId="{D02C02F3-F859-45DD-AAFE-728E40A194AB}" dt="2024-09-23T08:14:35.847" v="920" actId="20577"/>
          <ac:spMkLst>
            <pc:docMk/>
            <pc:sldMk cId="6090341" sldId="638"/>
            <ac:spMk id="2" creationId="{62715A2E-656D-EC5D-FDE7-230488526EFC}"/>
          </ac:spMkLst>
        </pc:spChg>
        <pc:spChg chg="add del mod">
          <ac:chgData name="LI, Jianqiang" userId="cff57bb5-6b3d-420f-8247-78e7019450b8" providerId="ADAL" clId="{D02C02F3-F859-45DD-AAFE-728E40A194AB}" dt="2024-09-23T08:16:51.672" v="935" actId="478"/>
          <ac:spMkLst>
            <pc:docMk/>
            <pc:sldMk cId="6090341" sldId="638"/>
            <ac:spMk id="3" creationId="{E2601E4D-3B73-6E92-F883-E831039E7BE2}"/>
          </ac:spMkLst>
        </pc:spChg>
        <pc:spChg chg="mod">
          <ac:chgData name="LI, Jianqiang" userId="cff57bb5-6b3d-420f-8247-78e7019450b8" providerId="ADAL" clId="{D02C02F3-F859-45DD-AAFE-728E40A194AB}" dt="2024-09-23T08:15:41.119" v="926" actId="20577"/>
          <ac:spMkLst>
            <pc:docMk/>
            <pc:sldMk cId="6090341" sldId="638"/>
            <ac:spMk id="8" creationId="{1D68554F-5AF8-7E1E-17A3-DE6F9E0E8871}"/>
          </ac:spMkLst>
        </pc:spChg>
        <pc:spChg chg="mod">
          <ac:chgData name="LI, Jianqiang" userId="cff57bb5-6b3d-420f-8247-78e7019450b8" providerId="ADAL" clId="{D02C02F3-F859-45DD-AAFE-728E40A194AB}" dt="2024-09-23T08:16:15.970" v="930" actId="14100"/>
          <ac:spMkLst>
            <pc:docMk/>
            <pc:sldMk cId="6090341" sldId="638"/>
            <ac:spMk id="17" creationId="{6581B964-F4DA-382E-A5CC-2C7FCE505809}"/>
          </ac:spMkLst>
        </pc:spChg>
        <pc:spChg chg="mod">
          <ac:chgData name="LI, Jianqiang" userId="cff57bb5-6b3d-420f-8247-78e7019450b8" providerId="ADAL" clId="{D02C02F3-F859-45DD-AAFE-728E40A194AB}" dt="2024-09-23T08:17:52.657" v="945" actId="20577"/>
          <ac:spMkLst>
            <pc:docMk/>
            <pc:sldMk cId="6090341" sldId="638"/>
            <ac:spMk id="18" creationId="{A18B1B3D-31B5-29E2-CF84-EA37A5C3394F}"/>
          </ac:spMkLst>
        </pc:spChg>
        <pc:spChg chg="mod">
          <ac:chgData name="LI, Jianqiang" userId="cff57bb5-6b3d-420f-8247-78e7019450b8" providerId="ADAL" clId="{D02C02F3-F859-45DD-AAFE-728E40A194AB}" dt="2024-09-23T08:18:25.473" v="948" actId="5793"/>
          <ac:spMkLst>
            <pc:docMk/>
            <pc:sldMk cId="6090341" sldId="638"/>
            <ac:spMk id="20" creationId="{3169D8BD-A06F-D6F6-ABD3-B05ED15363F3}"/>
          </ac:spMkLst>
        </pc:spChg>
      </pc:sldChg>
      <pc:sldChg chg="addSp delSp modSp add mod">
        <pc:chgData name="LI, Jianqiang" userId="cff57bb5-6b3d-420f-8247-78e7019450b8" providerId="ADAL" clId="{D02C02F3-F859-45DD-AAFE-728E40A194AB}" dt="2024-09-23T08:22:07.763" v="979" actId="20577"/>
        <pc:sldMkLst>
          <pc:docMk/>
          <pc:sldMk cId="3588725488" sldId="639"/>
        </pc:sldMkLst>
        <pc:spChg chg="mod">
          <ac:chgData name="LI, Jianqiang" userId="cff57bb5-6b3d-420f-8247-78e7019450b8" providerId="ADAL" clId="{D02C02F3-F859-45DD-AAFE-728E40A194AB}" dt="2024-09-23T08:19:04.358" v="954"/>
          <ac:spMkLst>
            <pc:docMk/>
            <pc:sldMk cId="3588725488" sldId="639"/>
            <ac:spMk id="2" creationId="{62715A2E-656D-EC5D-FDE7-230488526EFC}"/>
          </ac:spMkLst>
        </pc:spChg>
        <pc:spChg chg="add del">
          <ac:chgData name="LI, Jianqiang" userId="cff57bb5-6b3d-420f-8247-78e7019450b8" providerId="ADAL" clId="{D02C02F3-F859-45DD-AAFE-728E40A194AB}" dt="2024-09-23T08:22:01.771" v="978" actId="478"/>
          <ac:spMkLst>
            <pc:docMk/>
            <pc:sldMk cId="3588725488" sldId="639"/>
            <ac:spMk id="5" creationId="{083C7A30-10B0-A48C-A79A-21CF6E769BBD}"/>
          </ac:spMkLst>
        </pc:spChg>
        <pc:spChg chg="mod">
          <ac:chgData name="LI, Jianqiang" userId="cff57bb5-6b3d-420f-8247-78e7019450b8" providerId="ADAL" clId="{D02C02F3-F859-45DD-AAFE-728E40A194AB}" dt="2024-09-23T08:19:27.999" v="959" actId="20577"/>
          <ac:spMkLst>
            <pc:docMk/>
            <pc:sldMk cId="3588725488" sldId="639"/>
            <ac:spMk id="8" creationId="{1D68554F-5AF8-7E1E-17A3-DE6F9E0E8871}"/>
          </ac:spMkLst>
        </pc:spChg>
        <pc:spChg chg="mod">
          <ac:chgData name="LI, Jianqiang" userId="cff57bb5-6b3d-420f-8247-78e7019450b8" providerId="ADAL" clId="{D02C02F3-F859-45DD-AAFE-728E40A194AB}" dt="2024-09-23T08:20:46.539" v="961" actId="5793"/>
          <ac:spMkLst>
            <pc:docMk/>
            <pc:sldMk cId="3588725488" sldId="639"/>
            <ac:spMk id="17" creationId="{6581B964-F4DA-382E-A5CC-2C7FCE505809}"/>
          </ac:spMkLst>
        </pc:spChg>
        <pc:spChg chg="mod">
          <ac:chgData name="LI, Jianqiang" userId="cff57bb5-6b3d-420f-8247-78e7019450b8" providerId="ADAL" clId="{D02C02F3-F859-45DD-AAFE-728E40A194AB}" dt="2024-09-23T08:21:12.259" v="972" actId="1076"/>
          <ac:spMkLst>
            <pc:docMk/>
            <pc:sldMk cId="3588725488" sldId="639"/>
            <ac:spMk id="18" creationId="{A18B1B3D-31B5-29E2-CF84-EA37A5C3394F}"/>
          </ac:spMkLst>
        </pc:spChg>
        <pc:spChg chg="mod">
          <ac:chgData name="LI, Jianqiang" userId="cff57bb5-6b3d-420f-8247-78e7019450b8" providerId="ADAL" clId="{D02C02F3-F859-45DD-AAFE-728E40A194AB}" dt="2024-09-23T08:22:07.763" v="979" actId="20577"/>
          <ac:spMkLst>
            <pc:docMk/>
            <pc:sldMk cId="3588725488" sldId="639"/>
            <ac:spMk id="20" creationId="{3169D8BD-A06F-D6F6-ABD3-B05ED15363F3}"/>
          </ac:spMkLst>
        </pc:spChg>
      </pc:sldChg>
      <pc:sldChg chg="modSp add mod">
        <pc:chgData name="LI, Jianqiang" userId="cff57bb5-6b3d-420f-8247-78e7019450b8" providerId="ADAL" clId="{D02C02F3-F859-45DD-AAFE-728E40A194AB}" dt="2024-09-23T08:23:15.505" v="996" actId="20577"/>
        <pc:sldMkLst>
          <pc:docMk/>
          <pc:sldMk cId="378689546" sldId="640"/>
        </pc:sldMkLst>
        <pc:spChg chg="mod">
          <ac:chgData name="LI, Jianqiang" userId="cff57bb5-6b3d-420f-8247-78e7019450b8" providerId="ADAL" clId="{D02C02F3-F859-45DD-AAFE-728E40A194AB}" dt="2024-09-23T08:23:15.505" v="996" actId="20577"/>
          <ac:spMkLst>
            <pc:docMk/>
            <pc:sldMk cId="378689546" sldId="640"/>
            <ac:spMk id="2" creationId="{62715A2E-656D-EC5D-FDE7-230488526EFC}"/>
          </ac:spMkLst>
        </pc:spChg>
        <pc:spChg chg="mod">
          <ac:chgData name="LI, Jianqiang" userId="cff57bb5-6b3d-420f-8247-78e7019450b8" providerId="ADAL" clId="{D02C02F3-F859-45DD-AAFE-728E40A194AB}" dt="2024-09-23T08:22:45.124" v="986"/>
          <ac:spMkLst>
            <pc:docMk/>
            <pc:sldMk cId="378689546" sldId="640"/>
            <ac:spMk id="8" creationId="{1D68554F-5AF8-7E1E-17A3-DE6F9E0E8871}"/>
          </ac:spMkLst>
        </pc:spChg>
        <pc:spChg chg="mod">
          <ac:chgData name="LI, Jianqiang" userId="cff57bb5-6b3d-420f-8247-78e7019450b8" providerId="ADAL" clId="{D02C02F3-F859-45DD-AAFE-728E40A194AB}" dt="2024-09-23T08:22:51.845" v="988" actId="20577"/>
          <ac:spMkLst>
            <pc:docMk/>
            <pc:sldMk cId="378689546" sldId="640"/>
            <ac:spMk id="17" creationId="{6581B964-F4DA-382E-A5CC-2C7FCE505809}"/>
          </ac:spMkLst>
        </pc:spChg>
        <pc:spChg chg="mod">
          <ac:chgData name="LI, Jianqiang" userId="cff57bb5-6b3d-420f-8247-78e7019450b8" providerId="ADAL" clId="{D02C02F3-F859-45DD-AAFE-728E40A194AB}" dt="2024-09-23T08:23:05.547" v="994" actId="20577"/>
          <ac:spMkLst>
            <pc:docMk/>
            <pc:sldMk cId="378689546" sldId="640"/>
            <ac:spMk id="20" creationId="{3169D8BD-A06F-D6F6-ABD3-B05ED15363F3}"/>
          </ac:spMkLst>
        </pc:spChg>
      </pc:sldChg>
      <pc:sldChg chg="addSp delSp modSp add del mod">
        <pc:chgData name="LI, Jianqiang" userId="cff57bb5-6b3d-420f-8247-78e7019450b8" providerId="ADAL" clId="{D02C02F3-F859-45DD-AAFE-728E40A194AB}" dt="2024-09-23T08:57:31.290" v="1433" actId="47"/>
        <pc:sldMkLst>
          <pc:docMk/>
          <pc:sldMk cId="1581780195" sldId="641"/>
        </pc:sldMkLst>
        <pc:spChg chg="mod">
          <ac:chgData name="LI, Jianqiang" userId="cff57bb5-6b3d-420f-8247-78e7019450b8" providerId="ADAL" clId="{D02C02F3-F859-45DD-AAFE-728E40A194AB}" dt="2024-09-23T08:32:51.382" v="1095" actId="20577"/>
          <ac:spMkLst>
            <pc:docMk/>
            <pc:sldMk cId="1581780195" sldId="641"/>
            <ac:spMk id="2" creationId="{62715A2E-656D-EC5D-FDE7-230488526EFC}"/>
          </ac:spMkLst>
        </pc:spChg>
        <pc:spChg chg="del mod">
          <ac:chgData name="LI, Jianqiang" userId="cff57bb5-6b3d-420f-8247-78e7019450b8" providerId="ADAL" clId="{D02C02F3-F859-45DD-AAFE-728E40A194AB}" dt="2024-09-23T08:40:06.111" v="1136" actId="478"/>
          <ac:spMkLst>
            <pc:docMk/>
            <pc:sldMk cId="1581780195" sldId="641"/>
            <ac:spMk id="3" creationId="{36A5FFEE-E22C-7E2F-1F3B-D8658E79FF2E}"/>
          </ac:spMkLst>
        </pc:spChg>
        <pc:spChg chg="mod ord">
          <ac:chgData name="LI, Jianqiang" userId="cff57bb5-6b3d-420f-8247-78e7019450b8" providerId="ADAL" clId="{D02C02F3-F859-45DD-AAFE-728E40A194AB}" dt="2024-09-23T08:53:55.764" v="1394" actId="20577"/>
          <ac:spMkLst>
            <pc:docMk/>
            <pc:sldMk cId="1581780195" sldId="641"/>
            <ac:spMk id="6" creationId="{7EE45859-8B74-CD35-C8F3-849759F3278B}"/>
          </ac:spMkLst>
        </pc:spChg>
        <pc:spChg chg="add del mod">
          <ac:chgData name="LI, Jianqiang" userId="cff57bb5-6b3d-420f-8247-78e7019450b8" providerId="ADAL" clId="{D02C02F3-F859-45DD-AAFE-728E40A194AB}" dt="2024-09-23T08:40:08.830" v="1137" actId="478"/>
          <ac:spMkLst>
            <pc:docMk/>
            <pc:sldMk cId="1581780195" sldId="641"/>
            <ac:spMk id="7" creationId="{C5A94855-70F0-C323-9F3B-406F0C4B374A}"/>
          </ac:spMkLst>
        </pc:spChg>
        <pc:spChg chg="add mod">
          <ac:chgData name="LI, Jianqiang" userId="cff57bb5-6b3d-420f-8247-78e7019450b8" providerId="ADAL" clId="{D02C02F3-F859-45DD-AAFE-728E40A194AB}" dt="2024-09-23T08:51:39.511" v="1350" actId="207"/>
          <ac:spMkLst>
            <pc:docMk/>
            <pc:sldMk cId="1581780195" sldId="641"/>
            <ac:spMk id="8" creationId="{3048482A-26CD-6A78-76DB-978B6FC022D8}"/>
          </ac:spMkLst>
        </pc:spChg>
        <pc:spChg chg="mod">
          <ac:chgData name="LI, Jianqiang" userId="cff57bb5-6b3d-420f-8247-78e7019450b8" providerId="ADAL" clId="{D02C02F3-F859-45DD-AAFE-728E40A194AB}" dt="2024-09-23T08:36:03.472" v="1105" actId="1038"/>
          <ac:spMkLst>
            <pc:docMk/>
            <pc:sldMk cId="1581780195" sldId="641"/>
            <ac:spMk id="9" creationId="{74711B85-1C2F-4DBF-35CA-8DCBE468A6FA}"/>
          </ac:spMkLst>
        </pc:spChg>
        <pc:spChg chg="add mod">
          <ac:chgData name="LI, Jianqiang" userId="cff57bb5-6b3d-420f-8247-78e7019450b8" providerId="ADAL" clId="{D02C02F3-F859-45DD-AAFE-728E40A194AB}" dt="2024-09-23T08:48:12.110" v="1314" actId="1076"/>
          <ac:spMkLst>
            <pc:docMk/>
            <pc:sldMk cId="1581780195" sldId="641"/>
            <ac:spMk id="10" creationId="{6F4E3837-8892-964F-FB2E-D35C0E50373D}"/>
          </ac:spMkLst>
        </pc:spChg>
        <pc:spChg chg="add mod">
          <ac:chgData name="LI, Jianqiang" userId="cff57bb5-6b3d-420f-8247-78e7019450b8" providerId="ADAL" clId="{D02C02F3-F859-45DD-AAFE-728E40A194AB}" dt="2024-09-23T08:48:09.058" v="1313" actId="1076"/>
          <ac:spMkLst>
            <pc:docMk/>
            <pc:sldMk cId="1581780195" sldId="641"/>
            <ac:spMk id="16" creationId="{D7E0E3E0-4908-AD85-ACC2-2BB6E0E3D7C1}"/>
          </ac:spMkLst>
        </pc:spChg>
        <pc:spChg chg="add mod">
          <ac:chgData name="LI, Jianqiang" userId="cff57bb5-6b3d-420f-8247-78e7019450b8" providerId="ADAL" clId="{D02C02F3-F859-45DD-AAFE-728E40A194AB}" dt="2024-09-23T08:48:51.826" v="1335" actId="20577"/>
          <ac:spMkLst>
            <pc:docMk/>
            <pc:sldMk cId="1581780195" sldId="641"/>
            <ac:spMk id="17" creationId="{2E1FC83A-FC50-61B8-ECB8-E3A1EAD8B237}"/>
          </ac:spMkLst>
        </pc:spChg>
        <pc:cxnChg chg="add mod">
          <ac:chgData name="LI, Jianqiang" userId="cff57bb5-6b3d-420f-8247-78e7019450b8" providerId="ADAL" clId="{D02C02F3-F859-45DD-AAFE-728E40A194AB}" dt="2024-09-23T08:51:55.495" v="1353" actId="208"/>
          <ac:cxnSpMkLst>
            <pc:docMk/>
            <pc:sldMk cId="1581780195" sldId="641"/>
            <ac:cxnSpMk id="12" creationId="{F314B3D1-4056-D011-C64C-CD297CB4AE59}"/>
          </ac:cxnSpMkLst>
        </pc:cxnChg>
        <pc:cxnChg chg="add mod">
          <ac:chgData name="LI, Jianqiang" userId="cff57bb5-6b3d-420f-8247-78e7019450b8" providerId="ADAL" clId="{D02C02F3-F859-45DD-AAFE-728E40A194AB}" dt="2024-09-23T08:49:10.037" v="1339" actId="14100"/>
          <ac:cxnSpMkLst>
            <pc:docMk/>
            <pc:sldMk cId="1581780195" sldId="641"/>
            <ac:cxnSpMk id="18" creationId="{EE8F97F7-2B9E-3047-2FC9-B916CDDEDB1D}"/>
          </ac:cxnSpMkLst>
        </pc:cxnChg>
        <pc:cxnChg chg="add mod">
          <ac:chgData name="LI, Jianqiang" userId="cff57bb5-6b3d-420f-8247-78e7019450b8" providerId="ADAL" clId="{D02C02F3-F859-45DD-AAFE-728E40A194AB}" dt="2024-09-23T08:49:24.962" v="1344" actId="14100"/>
          <ac:cxnSpMkLst>
            <pc:docMk/>
            <pc:sldMk cId="1581780195" sldId="641"/>
            <ac:cxnSpMk id="21" creationId="{F2399818-F202-0D7F-2B8F-C821FE027F03}"/>
          </ac:cxnSpMkLst>
        </pc:cxnChg>
        <pc:cxnChg chg="add mod">
          <ac:chgData name="LI, Jianqiang" userId="cff57bb5-6b3d-420f-8247-78e7019450b8" providerId="ADAL" clId="{D02C02F3-F859-45DD-AAFE-728E40A194AB}" dt="2024-09-23T08:49:26.617" v="1345"/>
          <ac:cxnSpMkLst>
            <pc:docMk/>
            <pc:sldMk cId="1581780195" sldId="641"/>
            <ac:cxnSpMk id="24" creationId="{5F3D9839-5276-D049-B4A8-2E1F8F28B2C7}"/>
          </ac:cxnSpMkLst>
        </pc:cxnChg>
        <pc:cxnChg chg="add mod">
          <ac:chgData name="LI, Jianqiang" userId="cff57bb5-6b3d-420f-8247-78e7019450b8" providerId="ADAL" clId="{D02C02F3-F859-45DD-AAFE-728E40A194AB}" dt="2024-09-23T08:49:40.210" v="1349" actId="14100"/>
          <ac:cxnSpMkLst>
            <pc:docMk/>
            <pc:sldMk cId="1581780195" sldId="641"/>
            <ac:cxnSpMk id="25" creationId="{B11A0F1E-1BF9-1932-8DA5-2D409E5DB4C7}"/>
          </ac:cxnSpMkLst>
        </pc:cxnChg>
      </pc:sldChg>
      <pc:sldChg chg="addSp modSp add mod">
        <pc:chgData name="LI, Jianqiang" userId="cff57bb5-6b3d-420f-8247-78e7019450b8" providerId="ADAL" clId="{D02C02F3-F859-45DD-AAFE-728E40A194AB}" dt="2024-09-23T09:40:22.051" v="2151" actId="20577"/>
        <pc:sldMkLst>
          <pc:docMk/>
          <pc:sldMk cId="2060659652" sldId="642"/>
        </pc:sldMkLst>
        <pc:spChg chg="mod">
          <ac:chgData name="LI, Jianqiang" userId="cff57bb5-6b3d-420f-8247-78e7019450b8" providerId="ADAL" clId="{D02C02F3-F859-45DD-AAFE-728E40A194AB}" dt="2024-09-23T08:57:51.719" v="1445" actId="20577"/>
          <ac:spMkLst>
            <pc:docMk/>
            <pc:sldMk cId="2060659652" sldId="642"/>
            <ac:spMk id="2" creationId="{62715A2E-656D-EC5D-FDE7-230488526EFC}"/>
          </ac:spMkLst>
        </pc:spChg>
        <pc:spChg chg="add mod">
          <ac:chgData name="LI, Jianqiang" userId="cff57bb5-6b3d-420f-8247-78e7019450b8" providerId="ADAL" clId="{D02C02F3-F859-45DD-AAFE-728E40A194AB}" dt="2024-09-23T09:16:50.036" v="1904" actId="1035"/>
          <ac:spMkLst>
            <pc:docMk/>
            <pc:sldMk cId="2060659652" sldId="642"/>
            <ac:spMk id="3" creationId="{35E5DA3A-C303-88DD-0A47-ED3BBBDE8233}"/>
          </ac:spMkLst>
        </pc:spChg>
        <pc:spChg chg="mod">
          <ac:chgData name="LI, Jianqiang" userId="cff57bb5-6b3d-420f-8247-78e7019450b8" providerId="ADAL" clId="{D02C02F3-F859-45DD-AAFE-728E40A194AB}" dt="2024-09-23T09:16:41.929" v="1897" actId="1076"/>
          <ac:spMkLst>
            <pc:docMk/>
            <pc:sldMk cId="2060659652" sldId="642"/>
            <ac:spMk id="4" creationId="{C903FAE4-3A59-50C4-1BA6-A9AEC61D52CB}"/>
          </ac:spMkLst>
        </pc:spChg>
        <pc:spChg chg="mod">
          <ac:chgData name="LI, Jianqiang" userId="cff57bb5-6b3d-420f-8247-78e7019450b8" providerId="ADAL" clId="{D02C02F3-F859-45DD-AAFE-728E40A194AB}" dt="2024-09-23T09:40:22.051" v="2151" actId="20577"/>
          <ac:spMkLst>
            <pc:docMk/>
            <pc:sldMk cId="2060659652" sldId="642"/>
            <ac:spMk id="6" creationId="{7EE45859-8B74-CD35-C8F3-849759F3278B}"/>
          </ac:spMkLst>
        </pc:spChg>
        <pc:spChg chg="mod">
          <ac:chgData name="LI, Jianqiang" userId="cff57bb5-6b3d-420f-8247-78e7019450b8" providerId="ADAL" clId="{D02C02F3-F859-45DD-AAFE-728E40A194AB}" dt="2024-09-23T09:16:41.929" v="1897" actId="1076"/>
          <ac:spMkLst>
            <pc:docMk/>
            <pc:sldMk cId="2060659652" sldId="642"/>
            <ac:spMk id="8" creationId="{3048482A-26CD-6A78-76DB-978B6FC022D8}"/>
          </ac:spMkLst>
        </pc:spChg>
        <pc:spChg chg="mod">
          <ac:chgData name="LI, Jianqiang" userId="cff57bb5-6b3d-420f-8247-78e7019450b8" providerId="ADAL" clId="{D02C02F3-F859-45DD-AAFE-728E40A194AB}" dt="2024-09-23T09:17:17.804" v="1908" actId="1076"/>
          <ac:spMkLst>
            <pc:docMk/>
            <pc:sldMk cId="2060659652" sldId="642"/>
            <ac:spMk id="9" creationId="{74711B85-1C2F-4DBF-35CA-8DCBE468A6FA}"/>
          </ac:spMkLst>
        </pc:spChg>
        <pc:spChg chg="mod">
          <ac:chgData name="LI, Jianqiang" userId="cff57bb5-6b3d-420f-8247-78e7019450b8" providerId="ADAL" clId="{D02C02F3-F859-45DD-AAFE-728E40A194AB}" dt="2024-09-23T09:35:51.336" v="2140" actId="20577"/>
          <ac:spMkLst>
            <pc:docMk/>
            <pc:sldMk cId="2060659652" sldId="642"/>
            <ac:spMk id="10" creationId="{6F4E3837-8892-964F-FB2E-D35C0E50373D}"/>
          </ac:spMkLst>
        </pc:spChg>
        <pc:spChg chg="mod">
          <ac:chgData name="LI, Jianqiang" userId="cff57bb5-6b3d-420f-8247-78e7019450b8" providerId="ADAL" clId="{D02C02F3-F859-45DD-AAFE-728E40A194AB}" dt="2024-09-23T09:16:41.929" v="1897" actId="1076"/>
          <ac:spMkLst>
            <pc:docMk/>
            <pc:sldMk cId="2060659652" sldId="642"/>
            <ac:spMk id="16" creationId="{D7E0E3E0-4908-AD85-ACC2-2BB6E0E3D7C1}"/>
          </ac:spMkLst>
        </pc:spChg>
        <pc:spChg chg="mod">
          <ac:chgData name="LI, Jianqiang" userId="cff57bb5-6b3d-420f-8247-78e7019450b8" providerId="ADAL" clId="{D02C02F3-F859-45DD-AAFE-728E40A194AB}" dt="2024-09-23T09:16:41.929" v="1897" actId="1076"/>
          <ac:spMkLst>
            <pc:docMk/>
            <pc:sldMk cId="2060659652" sldId="642"/>
            <ac:spMk id="17" creationId="{2E1FC83A-FC50-61B8-ECB8-E3A1EAD8B237}"/>
          </ac:spMkLst>
        </pc:spChg>
        <pc:cxnChg chg="mod">
          <ac:chgData name="LI, Jianqiang" userId="cff57bb5-6b3d-420f-8247-78e7019450b8" providerId="ADAL" clId="{D02C02F3-F859-45DD-AAFE-728E40A194AB}" dt="2024-09-23T09:16:59.792" v="1905" actId="14100"/>
          <ac:cxnSpMkLst>
            <pc:docMk/>
            <pc:sldMk cId="2060659652" sldId="642"/>
            <ac:cxnSpMk id="12" creationId="{F314B3D1-4056-D011-C64C-CD297CB4AE59}"/>
          </ac:cxnSpMkLst>
        </pc:cxnChg>
        <pc:cxnChg chg="mod">
          <ac:chgData name="LI, Jianqiang" userId="cff57bb5-6b3d-420f-8247-78e7019450b8" providerId="ADAL" clId="{D02C02F3-F859-45DD-AAFE-728E40A194AB}" dt="2024-09-23T09:16:41.929" v="1897" actId="1076"/>
          <ac:cxnSpMkLst>
            <pc:docMk/>
            <pc:sldMk cId="2060659652" sldId="642"/>
            <ac:cxnSpMk id="18" creationId="{EE8F97F7-2B9E-3047-2FC9-B916CDDEDB1D}"/>
          </ac:cxnSpMkLst>
        </pc:cxnChg>
        <pc:cxnChg chg="mod">
          <ac:chgData name="LI, Jianqiang" userId="cff57bb5-6b3d-420f-8247-78e7019450b8" providerId="ADAL" clId="{D02C02F3-F859-45DD-AAFE-728E40A194AB}" dt="2024-09-23T09:17:01.837" v="1906" actId="14100"/>
          <ac:cxnSpMkLst>
            <pc:docMk/>
            <pc:sldMk cId="2060659652" sldId="642"/>
            <ac:cxnSpMk id="21" creationId="{F2399818-F202-0D7F-2B8F-C821FE027F03}"/>
          </ac:cxnSpMkLst>
        </pc:cxnChg>
        <pc:cxnChg chg="mod">
          <ac:chgData name="LI, Jianqiang" userId="cff57bb5-6b3d-420f-8247-78e7019450b8" providerId="ADAL" clId="{D02C02F3-F859-45DD-AAFE-728E40A194AB}" dt="2024-09-23T09:17:04.334" v="1907" actId="14100"/>
          <ac:cxnSpMkLst>
            <pc:docMk/>
            <pc:sldMk cId="2060659652" sldId="642"/>
            <ac:cxnSpMk id="25" creationId="{B11A0F1E-1BF9-1932-8DA5-2D409E5DB4C7}"/>
          </ac:cxnSpMkLst>
        </pc:cxnChg>
      </pc:sldChg>
      <pc:sldChg chg="addSp delSp modSp add mod">
        <pc:chgData name="LI, Jianqiang" userId="cff57bb5-6b3d-420f-8247-78e7019450b8" providerId="ADAL" clId="{D02C02F3-F859-45DD-AAFE-728E40A194AB}" dt="2024-09-26T02:19:49.608" v="2520" actId="20577"/>
        <pc:sldMkLst>
          <pc:docMk/>
          <pc:sldMk cId="4229940086" sldId="643"/>
        </pc:sldMkLst>
        <pc:spChg chg="mod">
          <ac:chgData name="LI, Jianqiang" userId="cff57bb5-6b3d-420f-8247-78e7019450b8" providerId="ADAL" clId="{D02C02F3-F859-45DD-AAFE-728E40A194AB}" dt="2024-09-23T08:58:05.327" v="1455" actId="20577"/>
          <ac:spMkLst>
            <pc:docMk/>
            <pc:sldMk cId="4229940086" sldId="643"/>
            <ac:spMk id="2" creationId="{62715A2E-656D-EC5D-FDE7-230488526EFC}"/>
          </ac:spMkLst>
        </pc:spChg>
        <pc:spChg chg="del">
          <ac:chgData name="LI, Jianqiang" userId="cff57bb5-6b3d-420f-8247-78e7019450b8" providerId="ADAL" clId="{D02C02F3-F859-45DD-AAFE-728E40A194AB}" dt="2024-09-23T09:03:04.525" v="1569" actId="478"/>
          <ac:spMkLst>
            <pc:docMk/>
            <pc:sldMk cId="4229940086" sldId="643"/>
            <ac:spMk id="3" creationId="{35E5DA3A-C303-88DD-0A47-ED3BBBDE8233}"/>
          </ac:spMkLst>
        </pc:spChg>
        <pc:spChg chg="add mod">
          <ac:chgData name="LI, Jianqiang" userId="cff57bb5-6b3d-420f-8247-78e7019450b8" providerId="ADAL" clId="{D02C02F3-F859-45DD-AAFE-728E40A194AB}" dt="2024-09-26T02:19:49.608" v="2520" actId="20577"/>
          <ac:spMkLst>
            <pc:docMk/>
            <pc:sldMk cId="4229940086" sldId="643"/>
            <ac:spMk id="5" creationId="{19119F28-0C69-3834-E081-65FFBE64B318}"/>
          </ac:spMkLst>
        </pc:spChg>
        <pc:spChg chg="mod">
          <ac:chgData name="LI, Jianqiang" userId="cff57bb5-6b3d-420f-8247-78e7019450b8" providerId="ADAL" clId="{D02C02F3-F859-45DD-AAFE-728E40A194AB}" dt="2024-09-23T09:42:50.221" v="2154" actId="1076"/>
          <ac:spMkLst>
            <pc:docMk/>
            <pc:sldMk cId="4229940086" sldId="643"/>
            <ac:spMk id="6" creationId="{7EE45859-8B74-CD35-C8F3-849759F3278B}"/>
          </ac:spMkLst>
        </pc:spChg>
        <pc:spChg chg="mod">
          <ac:chgData name="LI, Jianqiang" userId="cff57bb5-6b3d-420f-8247-78e7019450b8" providerId="ADAL" clId="{D02C02F3-F859-45DD-AAFE-728E40A194AB}" dt="2024-09-23T09:15:08.595" v="1862" actId="1076"/>
          <ac:spMkLst>
            <pc:docMk/>
            <pc:sldMk cId="4229940086" sldId="643"/>
            <ac:spMk id="9" creationId="{74711B85-1C2F-4DBF-35CA-8DCBE468A6FA}"/>
          </ac:spMkLst>
        </pc:spChg>
        <pc:spChg chg="mod">
          <ac:chgData name="LI, Jianqiang" userId="cff57bb5-6b3d-420f-8247-78e7019450b8" providerId="ADAL" clId="{D02C02F3-F859-45DD-AAFE-728E40A194AB}" dt="2024-09-23T09:35:45.455" v="2133" actId="20577"/>
          <ac:spMkLst>
            <pc:docMk/>
            <pc:sldMk cId="4229940086" sldId="643"/>
            <ac:spMk id="10" creationId="{6F4E3837-8892-964F-FB2E-D35C0E50373D}"/>
          </ac:spMkLst>
        </pc:spChg>
        <pc:spChg chg="add mod">
          <ac:chgData name="LI, Jianqiang" userId="cff57bb5-6b3d-420f-8247-78e7019450b8" providerId="ADAL" clId="{D02C02F3-F859-45DD-AAFE-728E40A194AB}" dt="2024-09-23T09:21:04.818" v="1920" actId="20577"/>
          <ac:spMkLst>
            <pc:docMk/>
            <pc:sldMk cId="4229940086" sldId="643"/>
            <ac:spMk id="20" creationId="{C1AB8DFD-4F24-44DC-8AD4-0FE2224F631C}"/>
          </ac:spMkLst>
        </pc:spChg>
        <pc:cxnChg chg="add mod">
          <ac:chgData name="LI, Jianqiang" userId="cff57bb5-6b3d-420f-8247-78e7019450b8" providerId="ADAL" clId="{D02C02F3-F859-45DD-AAFE-728E40A194AB}" dt="2024-09-23T09:15:37.627" v="1868" actId="14100"/>
          <ac:cxnSpMkLst>
            <pc:docMk/>
            <pc:sldMk cId="4229940086" sldId="643"/>
            <ac:cxnSpMk id="7" creationId="{DD173995-D82D-8DC6-1A63-13BE21CDA80E}"/>
          </ac:cxnSpMkLst>
        </pc:cxnChg>
        <pc:cxnChg chg="mod">
          <ac:chgData name="LI, Jianqiang" userId="cff57bb5-6b3d-420f-8247-78e7019450b8" providerId="ADAL" clId="{D02C02F3-F859-45DD-AAFE-728E40A194AB}" dt="2024-09-23T09:15:11.919" v="1863" actId="14100"/>
          <ac:cxnSpMkLst>
            <pc:docMk/>
            <pc:sldMk cId="4229940086" sldId="643"/>
            <ac:cxnSpMk id="12" creationId="{F314B3D1-4056-D011-C64C-CD297CB4AE59}"/>
          </ac:cxnSpMkLst>
        </pc:cxnChg>
        <pc:cxnChg chg="add mod">
          <ac:chgData name="LI, Jianqiang" userId="cff57bb5-6b3d-420f-8247-78e7019450b8" providerId="ADAL" clId="{D02C02F3-F859-45DD-AAFE-728E40A194AB}" dt="2024-09-23T09:15:40.956" v="1869" actId="14100"/>
          <ac:cxnSpMkLst>
            <pc:docMk/>
            <pc:sldMk cId="4229940086" sldId="643"/>
            <ac:cxnSpMk id="14" creationId="{25521BF9-C7B6-A1B0-2F1F-9D8AD94FEDCA}"/>
          </ac:cxnSpMkLst>
        </pc:cxnChg>
        <pc:cxnChg chg="mod">
          <ac:chgData name="LI, Jianqiang" userId="cff57bb5-6b3d-420f-8247-78e7019450b8" providerId="ADAL" clId="{D02C02F3-F859-45DD-AAFE-728E40A194AB}" dt="2024-09-23T09:15:20.360" v="1865" actId="14100"/>
          <ac:cxnSpMkLst>
            <pc:docMk/>
            <pc:sldMk cId="4229940086" sldId="643"/>
            <ac:cxnSpMk id="18" creationId="{EE8F97F7-2B9E-3047-2FC9-B916CDDEDB1D}"/>
          </ac:cxnSpMkLst>
        </pc:cxnChg>
        <pc:cxnChg chg="mod">
          <ac:chgData name="LI, Jianqiang" userId="cff57bb5-6b3d-420f-8247-78e7019450b8" providerId="ADAL" clId="{D02C02F3-F859-45DD-AAFE-728E40A194AB}" dt="2024-09-23T09:15:33.705" v="1867" actId="14100"/>
          <ac:cxnSpMkLst>
            <pc:docMk/>
            <pc:sldMk cId="4229940086" sldId="643"/>
            <ac:cxnSpMk id="21" creationId="{F2399818-F202-0D7F-2B8F-C821FE027F03}"/>
          </ac:cxnSpMkLst>
        </pc:cxnChg>
        <pc:cxnChg chg="add del mod">
          <ac:chgData name="LI, Jianqiang" userId="cff57bb5-6b3d-420f-8247-78e7019450b8" providerId="ADAL" clId="{D02C02F3-F859-45DD-AAFE-728E40A194AB}" dt="2024-09-23T09:15:26.690" v="1866" actId="14100"/>
          <ac:cxnSpMkLst>
            <pc:docMk/>
            <pc:sldMk cId="4229940086" sldId="643"/>
            <ac:cxnSpMk id="25" creationId="{B11A0F1E-1BF9-1932-8DA5-2D409E5DB4C7}"/>
          </ac:cxnSpMkLst>
        </pc:cxnChg>
      </pc:sldChg>
      <pc:sldChg chg="addSp delSp modSp add mod">
        <pc:chgData name="LI, Jianqiang" userId="cff57bb5-6b3d-420f-8247-78e7019450b8" providerId="ADAL" clId="{D02C02F3-F859-45DD-AAFE-728E40A194AB}" dt="2024-09-23T09:31:27.782" v="2126" actId="14100"/>
        <pc:sldMkLst>
          <pc:docMk/>
          <pc:sldMk cId="3302421189" sldId="644"/>
        </pc:sldMkLst>
        <pc:spChg chg="mod">
          <ac:chgData name="LI, Jianqiang" userId="cff57bb5-6b3d-420f-8247-78e7019450b8" providerId="ADAL" clId="{D02C02F3-F859-45DD-AAFE-728E40A194AB}" dt="2024-09-23T09:07:33.254" v="1760" actId="20577"/>
          <ac:spMkLst>
            <pc:docMk/>
            <pc:sldMk cId="3302421189" sldId="644"/>
            <ac:spMk id="2" creationId="{62715A2E-656D-EC5D-FDE7-230488526EFC}"/>
          </ac:spMkLst>
        </pc:spChg>
        <pc:spChg chg="ord">
          <ac:chgData name="LI, Jianqiang" userId="cff57bb5-6b3d-420f-8247-78e7019450b8" providerId="ADAL" clId="{D02C02F3-F859-45DD-AAFE-728E40A194AB}" dt="2024-09-23T09:31:17.054" v="2124" actId="166"/>
          <ac:spMkLst>
            <pc:docMk/>
            <pc:sldMk cId="3302421189" sldId="644"/>
            <ac:spMk id="4" creationId="{C903FAE4-3A59-50C4-1BA6-A9AEC61D52CB}"/>
          </ac:spMkLst>
        </pc:spChg>
        <pc:spChg chg="del">
          <ac:chgData name="LI, Jianqiang" userId="cff57bb5-6b3d-420f-8247-78e7019450b8" providerId="ADAL" clId="{D02C02F3-F859-45DD-AAFE-728E40A194AB}" dt="2024-09-23T09:08:13.917" v="1767" actId="478"/>
          <ac:spMkLst>
            <pc:docMk/>
            <pc:sldMk cId="3302421189" sldId="644"/>
            <ac:spMk id="5" creationId="{19119F28-0C69-3834-E081-65FFBE64B318}"/>
          </ac:spMkLst>
        </pc:spChg>
        <pc:spChg chg="mod">
          <ac:chgData name="LI, Jianqiang" userId="cff57bb5-6b3d-420f-8247-78e7019450b8" providerId="ADAL" clId="{D02C02F3-F859-45DD-AAFE-728E40A194AB}" dt="2024-09-23T09:24:59.446" v="2041" actId="1035"/>
          <ac:spMkLst>
            <pc:docMk/>
            <pc:sldMk cId="3302421189" sldId="644"/>
            <ac:spMk id="6" creationId="{7EE45859-8B74-CD35-C8F3-849759F3278B}"/>
          </ac:spMkLst>
        </pc:spChg>
        <pc:spChg chg="del">
          <ac:chgData name="LI, Jianqiang" userId="cff57bb5-6b3d-420f-8247-78e7019450b8" providerId="ADAL" clId="{D02C02F3-F859-45DD-AAFE-728E40A194AB}" dt="2024-09-23T09:08:10.765" v="1763" actId="478"/>
          <ac:spMkLst>
            <pc:docMk/>
            <pc:sldMk cId="3302421189" sldId="644"/>
            <ac:spMk id="8" creationId="{3048482A-26CD-6A78-76DB-978B6FC022D8}"/>
          </ac:spMkLst>
        </pc:spChg>
        <pc:spChg chg="mod">
          <ac:chgData name="LI, Jianqiang" userId="cff57bb5-6b3d-420f-8247-78e7019450b8" providerId="ADAL" clId="{D02C02F3-F859-45DD-AAFE-728E40A194AB}" dt="2024-09-23T09:25:42.051" v="2047" actId="1036"/>
          <ac:spMkLst>
            <pc:docMk/>
            <pc:sldMk cId="3302421189" sldId="644"/>
            <ac:spMk id="9" creationId="{74711B85-1C2F-4DBF-35CA-8DCBE468A6FA}"/>
          </ac:spMkLst>
        </pc:spChg>
        <pc:spChg chg="del">
          <ac:chgData name="LI, Jianqiang" userId="cff57bb5-6b3d-420f-8247-78e7019450b8" providerId="ADAL" clId="{D02C02F3-F859-45DD-AAFE-728E40A194AB}" dt="2024-09-23T09:08:12.527" v="1765" actId="478"/>
          <ac:spMkLst>
            <pc:docMk/>
            <pc:sldMk cId="3302421189" sldId="644"/>
            <ac:spMk id="10" creationId="{6F4E3837-8892-964F-FB2E-D35C0E50373D}"/>
          </ac:spMkLst>
        </pc:spChg>
        <pc:spChg chg="add del mod">
          <ac:chgData name="LI, Jianqiang" userId="cff57bb5-6b3d-420f-8247-78e7019450b8" providerId="ADAL" clId="{D02C02F3-F859-45DD-AAFE-728E40A194AB}" dt="2024-09-23T09:13:26.374" v="1849" actId="478"/>
          <ac:spMkLst>
            <pc:docMk/>
            <pc:sldMk cId="3302421189" sldId="644"/>
            <ac:spMk id="11" creationId="{68E8830D-C1EC-DC0D-ACBD-8FEA04C52FDD}"/>
          </ac:spMkLst>
        </pc:spChg>
        <pc:spChg chg="add mod">
          <ac:chgData name="LI, Jianqiang" userId="cff57bb5-6b3d-420f-8247-78e7019450b8" providerId="ADAL" clId="{D02C02F3-F859-45DD-AAFE-728E40A194AB}" dt="2024-09-23T09:25:23.597" v="2045" actId="1076"/>
          <ac:spMkLst>
            <pc:docMk/>
            <pc:sldMk cId="3302421189" sldId="644"/>
            <ac:spMk id="13" creationId="{463F29D9-C4A9-8B8B-5F54-A3105728F069}"/>
          </ac:spMkLst>
        </pc:spChg>
        <pc:spChg chg="add mod">
          <ac:chgData name="LI, Jianqiang" userId="cff57bb5-6b3d-420f-8247-78e7019450b8" providerId="ADAL" clId="{D02C02F3-F859-45DD-AAFE-728E40A194AB}" dt="2024-09-23T09:25:06.629" v="2042" actId="1076"/>
          <ac:spMkLst>
            <pc:docMk/>
            <pc:sldMk cId="3302421189" sldId="644"/>
            <ac:spMk id="15" creationId="{1EBB1D0E-4401-AEF7-D001-4C1C4FC3CE0B}"/>
          </ac:spMkLst>
        </pc:spChg>
        <pc:spChg chg="del">
          <ac:chgData name="LI, Jianqiang" userId="cff57bb5-6b3d-420f-8247-78e7019450b8" providerId="ADAL" clId="{D02C02F3-F859-45DD-AAFE-728E40A194AB}" dt="2024-09-23T09:08:11.382" v="1764" actId="478"/>
          <ac:spMkLst>
            <pc:docMk/>
            <pc:sldMk cId="3302421189" sldId="644"/>
            <ac:spMk id="16" creationId="{D7E0E3E0-4908-AD85-ACC2-2BB6E0E3D7C1}"/>
          </ac:spMkLst>
        </pc:spChg>
        <pc:spChg chg="del">
          <ac:chgData name="LI, Jianqiang" userId="cff57bb5-6b3d-420f-8247-78e7019450b8" providerId="ADAL" clId="{D02C02F3-F859-45DD-AAFE-728E40A194AB}" dt="2024-09-23T09:08:13.261" v="1766" actId="478"/>
          <ac:spMkLst>
            <pc:docMk/>
            <pc:sldMk cId="3302421189" sldId="644"/>
            <ac:spMk id="17" creationId="{2E1FC83A-FC50-61B8-ECB8-E3A1EAD8B237}"/>
          </ac:spMkLst>
        </pc:spChg>
        <pc:spChg chg="add mod">
          <ac:chgData name="LI, Jianqiang" userId="cff57bb5-6b3d-420f-8247-78e7019450b8" providerId="ADAL" clId="{D02C02F3-F859-45DD-AAFE-728E40A194AB}" dt="2024-09-23T09:30:40.850" v="2120" actId="1076"/>
          <ac:spMkLst>
            <pc:docMk/>
            <pc:sldMk cId="3302421189" sldId="644"/>
            <ac:spMk id="19" creationId="{1E7479C2-ADFA-F24F-D435-2A9C88C68096}"/>
          </ac:spMkLst>
        </pc:spChg>
        <pc:spChg chg="del">
          <ac:chgData name="LI, Jianqiang" userId="cff57bb5-6b3d-420f-8247-78e7019450b8" providerId="ADAL" clId="{D02C02F3-F859-45DD-AAFE-728E40A194AB}" dt="2024-09-23T09:08:15.069" v="1768" actId="478"/>
          <ac:spMkLst>
            <pc:docMk/>
            <pc:sldMk cId="3302421189" sldId="644"/>
            <ac:spMk id="20" creationId="{C1AB8DFD-4F24-44DC-8AD4-0FE2224F631C}"/>
          </ac:spMkLst>
        </pc:spChg>
        <pc:spChg chg="add">
          <ac:chgData name="LI, Jianqiang" userId="cff57bb5-6b3d-420f-8247-78e7019450b8" providerId="ADAL" clId="{D02C02F3-F859-45DD-AAFE-728E40A194AB}" dt="2024-09-23T09:26:50.966" v="2049"/>
          <ac:spMkLst>
            <pc:docMk/>
            <pc:sldMk cId="3302421189" sldId="644"/>
            <ac:spMk id="22" creationId="{087ECE7D-F40E-117E-CDC3-67E6216B414D}"/>
          </ac:spMkLst>
        </pc:spChg>
        <pc:spChg chg="add mod">
          <ac:chgData name="LI, Jianqiang" userId="cff57bb5-6b3d-420f-8247-78e7019450b8" providerId="ADAL" clId="{D02C02F3-F859-45DD-AAFE-728E40A194AB}" dt="2024-09-23T09:30:45.491" v="2121" actId="1076"/>
          <ac:spMkLst>
            <pc:docMk/>
            <pc:sldMk cId="3302421189" sldId="644"/>
            <ac:spMk id="27" creationId="{8E8E4E95-0FE9-E3CB-9DC0-8139E928254E}"/>
          </ac:spMkLst>
        </pc:spChg>
        <pc:spChg chg="add mod">
          <ac:chgData name="LI, Jianqiang" userId="cff57bb5-6b3d-420f-8247-78e7019450b8" providerId="ADAL" clId="{D02C02F3-F859-45DD-AAFE-728E40A194AB}" dt="2024-09-23T09:31:04.271" v="2123" actId="20577"/>
          <ac:spMkLst>
            <pc:docMk/>
            <pc:sldMk cId="3302421189" sldId="644"/>
            <ac:spMk id="31" creationId="{97B71158-CBA3-29F6-3339-333FD1AC9008}"/>
          </ac:spMkLst>
        </pc:spChg>
        <pc:cxnChg chg="del mod">
          <ac:chgData name="LI, Jianqiang" userId="cff57bb5-6b3d-420f-8247-78e7019450b8" providerId="ADAL" clId="{D02C02F3-F859-45DD-AAFE-728E40A194AB}" dt="2024-09-23T09:08:18.236" v="1769" actId="478"/>
          <ac:cxnSpMkLst>
            <pc:docMk/>
            <pc:sldMk cId="3302421189" sldId="644"/>
            <ac:cxnSpMk id="7" creationId="{DD173995-D82D-8DC6-1A63-13BE21CDA80E}"/>
          </ac:cxnSpMkLst>
        </pc:cxnChg>
        <pc:cxnChg chg="del mod">
          <ac:chgData name="LI, Jianqiang" userId="cff57bb5-6b3d-420f-8247-78e7019450b8" providerId="ADAL" clId="{D02C02F3-F859-45DD-AAFE-728E40A194AB}" dt="2024-09-23T09:08:18.236" v="1769" actId="478"/>
          <ac:cxnSpMkLst>
            <pc:docMk/>
            <pc:sldMk cId="3302421189" sldId="644"/>
            <ac:cxnSpMk id="12" creationId="{F314B3D1-4056-D011-C64C-CD297CB4AE59}"/>
          </ac:cxnSpMkLst>
        </pc:cxnChg>
        <pc:cxnChg chg="del mod">
          <ac:chgData name="LI, Jianqiang" userId="cff57bb5-6b3d-420f-8247-78e7019450b8" providerId="ADAL" clId="{D02C02F3-F859-45DD-AAFE-728E40A194AB}" dt="2024-09-23T09:08:18.236" v="1769" actId="478"/>
          <ac:cxnSpMkLst>
            <pc:docMk/>
            <pc:sldMk cId="3302421189" sldId="644"/>
            <ac:cxnSpMk id="14" creationId="{25521BF9-C7B6-A1B0-2F1F-9D8AD94FEDCA}"/>
          </ac:cxnSpMkLst>
        </pc:cxnChg>
        <pc:cxnChg chg="del mod">
          <ac:chgData name="LI, Jianqiang" userId="cff57bb5-6b3d-420f-8247-78e7019450b8" providerId="ADAL" clId="{D02C02F3-F859-45DD-AAFE-728E40A194AB}" dt="2024-09-23T09:08:18.236" v="1769" actId="478"/>
          <ac:cxnSpMkLst>
            <pc:docMk/>
            <pc:sldMk cId="3302421189" sldId="644"/>
            <ac:cxnSpMk id="18" creationId="{EE8F97F7-2B9E-3047-2FC9-B916CDDEDB1D}"/>
          </ac:cxnSpMkLst>
        </pc:cxnChg>
        <pc:cxnChg chg="del mod">
          <ac:chgData name="LI, Jianqiang" userId="cff57bb5-6b3d-420f-8247-78e7019450b8" providerId="ADAL" clId="{D02C02F3-F859-45DD-AAFE-728E40A194AB}" dt="2024-09-23T09:08:18.236" v="1769" actId="478"/>
          <ac:cxnSpMkLst>
            <pc:docMk/>
            <pc:sldMk cId="3302421189" sldId="644"/>
            <ac:cxnSpMk id="21" creationId="{F2399818-F202-0D7F-2B8F-C821FE027F03}"/>
          </ac:cxnSpMkLst>
        </pc:cxnChg>
        <pc:cxnChg chg="add mod">
          <ac:chgData name="LI, Jianqiang" userId="cff57bb5-6b3d-420f-8247-78e7019450b8" providerId="ADAL" clId="{D02C02F3-F859-45DD-AAFE-728E40A194AB}" dt="2024-09-23T09:31:23.712" v="2125" actId="14100"/>
          <ac:cxnSpMkLst>
            <pc:docMk/>
            <pc:sldMk cId="3302421189" sldId="644"/>
            <ac:cxnSpMk id="23" creationId="{EAAF4618-AB25-ACF6-2530-FE81EB97C6A2}"/>
          </ac:cxnSpMkLst>
        </pc:cxnChg>
        <pc:cxnChg chg="del mod">
          <ac:chgData name="LI, Jianqiang" userId="cff57bb5-6b3d-420f-8247-78e7019450b8" providerId="ADAL" clId="{D02C02F3-F859-45DD-AAFE-728E40A194AB}" dt="2024-09-23T09:08:18.236" v="1769" actId="478"/>
          <ac:cxnSpMkLst>
            <pc:docMk/>
            <pc:sldMk cId="3302421189" sldId="644"/>
            <ac:cxnSpMk id="25" creationId="{B11A0F1E-1BF9-1932-8DA5-2D409E5DB4C7}"/>
          </ac:cxnSpMkLst>
        </pc:cxnChg>
        <pc:cxnChg chg="add mod">
          <ac:chgData name="LI, Jianqiang" userId="cff57bb5-6b3d-420f-8247-78e7019450b8" providerId="ADAL" clId="{D02C02F3-F859-45DD-AAFE-728E40A194AB}" dt="2024-09-23T09:31:27.782" v="2126" actId="14100"/>
          <ac:cxnSpMkLst>
            <pc:docMk/>
            <pc:sldMk cId="3302421189" sldId="644"/>
            <ac:cxnSpMk id="28" creationId="{E91DCAB2-C8EB-655A-748E-1C3A47F0709D}"/>
          </ac:cxnSpMkLst>
        </pc:cxnChg>
      </pc:sldChg>
      <pc:sldChg chg="addSp delSp modSp add mod">
        <pc:chgData name="LI, Jianqiang" userId="cff57bb5-6b3d-420f-8247-78e7019450b8" providerId="ADAL" clId="{D02C02F3-F859-45DD-AAFE-728E40A194AB}" dt="2024-09-26T01:45:15.603" v="2330" actId="14100"/>
        <pc:sldMkLst>
          <pc:docMk/>
          <pc:sldMk cId="3566911339" sldId="645"/>
        </pc:sldMkLst>
        <pc:spChg chg="mod">
          <ac:chgData name="LI, Jianqiang" userId="cff57bb5-6b3d-420f-8247-78e7019450b8" providerId="ADAL" clId="{D02C02F3-F859-45DD-AAFE-728E40A194AB}" dt="2024-09-23T09:51:22.106" v="2178" actId="20577"/>
          <ac:spMkLst>
            <pc:docMk/>
            <pc:sldMk cId="3566911339" sldId="645"/>
            <ac:spMk id="2" creationId="{62715A2E-656D-EC5D-FDE7-230488526EFC}"/>
          </ac:spMkLst>
        </pc:spChg>
        <pc:spChg chg="add mod">
          <ac:chgData name="LI, Jianqiang" userId="cff57bb5-6b3d-420f-8247-78e7019450b8" providerId="ADAL" clId="{D02C02F3-F859-45DD-AAFE-728E40A194AB}" dt="2024-09-23T10:18:59.928" v="2321" actId="27636"/>
          <ac:spMkLst>
            <pc:docMk/>
            <pc:sldMk cId="3566911339" sldId="645"/>
            <ac:spMk id="3" creationId="{4F9DF121-5295-B8EB-2410-E170AB4E45F1}"/>
          </ac:spMkLst>
        </pc:spChg>
        <pc:spChg chg="add mod">
          <ac:chgData name="LI, Jianqiang" userId="cff57bb5-6b3d-420f-8247-78e7019450b8" providerId="ADAL" clId="{D02C02F3-F859-45DD-AAFE-728E40A194AB}" dt="2024-09-23T09:54:13.212" v="2219"/>
          <ac:spMkLst>
            <pc:docMk/>
            <pc:sldMk cId="3566911339" sldId="645"/>
            <ac:spMk id="5" creationId="{A3BDC555-1CEC-3B9C-D135-05F72DEB44E0}"/>
          </ac:spMkLst>
        </pc:spChg>
        <pc:spChg chg="del">
          <ac:chgData name="LI, Jianqiang" userId="cff57bb5-6b3d-420f-8247-78e7019450b8" providerId="ADAL" clId="{D02C02F3-F859-45DD-AAFE-728E40A194AB}" dt="2024-09-23T09:53:16.045" v="2180" actId="478"/>
          <ac:spMkLst>
            <pc:docMk/>
            <pc:sldMk cId="3566911339" sldId="645"/>
            <ac:spMk id="6" creationId="{7EE45859-8B74-CD35-C8F3-849759F3278B}"/>
          </ac:spMkLst>
        </pc:spChg>
        <pc:spChg chg="add mod">
          <ac:chgData name="LI, Jianqiang" userId="cff57bb5-6b3d-420f-8247-78e7019450b8" providerId="ADAL" clId="{D02C02F3-F859-45DD-AAFE-728E40A194AB}" dt="2024-09-26T01:45:15.603" v="2330" actId="14100"/>
          <ac:spMkLst>
            <pc:docMk/>
            <pc:sldMk cId="3566911339" sldId="645"/>
            <ac:spMk id="7" creationId="{B159820B-810A-2284-B21D-5FC5B32C919A}"/>
          </ac:spMkLst>
        </pc:spChg>
        <pc:spChg chg="del">
          <ac:chgData name="LI, Jianqiang" userId="cff57bb5-6b3d-420f-8247-78e7019450b8" providerId="ADAL" clId="{D02C02F3-F859-45DD-AAFE-728E40A194AB}" dt="2024-09-23T09:53:17.389" v="2181" actId="478"/>
          <ac:spMkLst>
            <pc:docMk/>
            <pc:sldMk cId="3566911339" sldId="645"/>
            <ac:spMk id="9" creationId="{74711B85-1C2F-4DBF-35CA-8DCBE468A6FA}"/>
          </ac:spMkLst>
        </pc:spChg>
        <pc:spChg chg="del">
          <ac:chgData name="LI, Jianqiang" userId="cff57bb5-6b3d-420f-8247-78e7019450b8" providerId="ADAL" clId="{D02C02F3-F859-45DD-AAFE-728E40A194AB}" dt="2024-09-23T09:53:27.196" v="2187" actId="478"/>
          <ac:spMkLst>
            <pc:docMk/>
            <pc:sldMk cId="3566911339" sldId="645"/>
            <ac:spMk id="13" creationId="{463F29D9-C4A9-8B8B-5F54-A3105728F069}"/>
          </ac:spMkLst>
        </pc:spChg>
        <pc:spChg chg="del">
          <ac:chgData name="LI, Jianqiang" userId="cff57bb5-6b3d-420f-8247-78e7019450b8" providerId="ADAL" clId="{D02C02F3-F859-45DD-AAFE-728E40A194AB}" dt="2024-09-23T09:53:15.006" v="2179" actId="478"/>
          <ac:spMkLst>
            <pc:docMk/>
            <pc:sldMk cId="3566911339" sldId="645"/>
            <ac:spMk id="15" creationId="{1EBB1D0E-4401-AEF7-D001-4C1C4FC3CE0B}"/>
          </ac:spMkLst>
        </pc:spChg>
        <pc:spChg chg="del">
          <ac:chgData name="LI, Jianqiang" userId="cff57bb5-6b3d-420f-8247-78e7019450b8" providerId="ADAL" clId="{D02C02F3-F859-45DD-AAFE-728E40A194AB}" dt="2024-09-23T09:53:26.148" v="2186" actId="478"/>
          <ac:spMkLst>
            <pc:docMk/>
            <pc:sldMk cId="3566911339" sldId="645"/>
            <ac:spMk id="19" creationId="{1E7479C2-ADFA-F24F-D435-2A9C88C68096}"/>
          </ac:spMkLst>
        </pc:spChg>
        <pc:spChg chg="del">
          <ac:chgData name="LI, Jianqiang" userId="cff57bb5-6b3d-420f-8247-78e7019450b8" providerId="ADAL" clId="{D02C02F3-F859-45DD-AAFE-728E40A194AB}" dt="2024-09-23T09:53:23.969" v="2183" actId="478"/>
          <ac:spMkLst>
            <pc:docMk/>
            <pc:sldMk cId="3566911339" sldId="645"/>
            <ac:spMk id="27" creationId="{8E8E4E95-0FE9-E3CB-9DC0-8139E928254E}"/>
          </ac:spMkLst>
        </pc:spChg>
        <pc:spChg chg="del">
          <ac:chgData name="LI, Jianqiang" userId="cff57bb5-6b3d-420f-8247-78e7019450b8" providerId="ADAL" clId="{D02C02F3-F859-45DD-AAFE-728E40A194AB}" dt="2024-09-23T09:53:22.993" v="2182" actId="478"/>
          <ac:spMkLst>
            <pc:docMk/>
            <pc:sldMk cId="3566911339" sldId="645"/>
            <ac:spMk id="31" creationId="{97B71158-CBA3-29F6-3339-333FD1AC9008}"/>
          </ac:spMkLst>
        </pc:spChg>
        <pc:cxnChg chg="del mod">
          <ac:chgData name="LI, Jianqiang" userId="cff57bb5-6b3d-420f-8247-78e7019450b8" providerId="ADAL" clId="{D02C02F3-F859-45DD-AAFE-728E40A194AB}" dt="2024-09-23T09:53:25.292" v="2185" actId="478"/>
          <ac:cxnSpMkLst>
            <pc:docMk/>
            <pc:sldMk cId="3566911339" sldId="645"/>
            <ac:cxnSpMk id="23" creationId="{EAAF4618-AB25-ACF6-2530-FE81EB97C6A2}"/>
          </ac:cxnSpMkLst>
        </pc:cxnChg>
        <pc:cxnChg chg="del mod">
          <ac:chgData name="LI, Jianqiang" userId="cff57bb5-6b3d-420f-8247-78e7019450b8" providerId="ADAL" clId="{D02C02F3-F859-45DD-AAFE-728E40A194AB}" dt="2024-09-23T09:53:24.718" v="2184" actId="478"/>
          <ac:cxnSpMkLst>
            <pc:docMk/>
            <pc:sldMk cId="3566911339" sldId="645"/>
            <ac:cxnSpMk id="28" creationId="{E91DCAB2-C8EB-655A-748E-1C3A47F0709D}"/>
          </ac:cxnSpMkLst>
        </pc:cxnChg>
      </pc:sldChg>
      <pc:sldChg chg="add">
        <pc:chgData name="LI, Jianqiang" userId="cff57bb5-6b3d-420f-8247-78e7019450b8" providerId="ADAL" clId="{D02C02F3-F859-45DD-AAFE-728E40A194AB}" dt="2024-09-26T02:12:47.052" v="2331"/>
        <pc:sldMkLst>
          <pc:docMk/>
          <pc:sldMk cId="1415499555" sldId="646"/>
        </pc:sldMkLst>
      </pc:sldChg>
    </pc:docChg>
  </pc:docChgLst>
</pc:chgInfo>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页眉占位符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日期占位符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90751E9F-A845-4914-A3CC-CC345012599B}" type="datetimeFigureOut">
              <a:rPr lang="en-US" smtClean="0"/>
              <a:t>2/4/26</a:t>
            </a:fld>
            <a:endParaRPr lang="en-US"/>
          </a:p>
        </p:txBody>
      </p:sp>
      <p:sp>
        <p:nvSpPr>
          <p:cNvPr id="4" name="幻灯片图像占位符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备注占位符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zh-CN" altLang="en-US"/>
              <a:t>单击此处编辑母版文本样式</a:t>
            </a:r>
          </a:p>
          <a:p>
            <a:pPr lvl="1"/>
            <a:r>
              <a:rPr lang="zh-CN" altLang="en-US"/>
              <a:t>二级</a:t>
            </a:r>
          </a:p>
          <a:p>
            <a:pPr lvl="2"/>
            <a:r>
              <a:rPr lang="zh-CN" altLang="en-US"/>
              <a:t>三级</a:t>
            </a:r>
          </a:p>
          <a:p>
            <a:pPr lvl="3"/>
            <a:r>
              <a:rPr lang="zh-CN" altLang="en-US"/>
              <a:t>四级</a:t>
            </a:r>
          </a:p>
          <a:p>
            <a:pPr lvl="4"/>
            <a:r>
              <a:rPr lang="zh-CN" altLang="en-US"/>
              <a:t>五级</a:t>
            </a:r>
            <a:endParaRPr lang="en-US"/>
          </a:p>
        </p:txBody>
      </p:sp>
      <p:sp>
        <p:nvSpPr>
          <p:cNvPr id="6" name="页脚占位符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灯片编号占位符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D4EED8A1-9A08-4DDC-ACAE-443678235153}" type="slidenum">
              <a:rPr lang="en-US" smtClean="0"/>
              <a:t>‹#›</a:t>
            </a:fld>
            <a:endParaRPr lang="en-US"/>
          </a:p>
        </p:txBody>
      </p:sp>
    </p:spTree>
    <p:extLst>
      <p:ext uri="{BB962C8B-B14F-4D97-AF65-F5344CB8AC3E}">
        <p14:creationId xmlns:p14="http://schemas.microsoft.com/office/powerpoint/2010/main" val="1491734883"/>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2" Type="http://schemas.openxmlformats.org/officeDocument/2006/relationships/slide" Target="../slides/slide17.xml"/><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2" Type="http://schemas.openxmlformats.org/officeDocument/2006/relationships/slide" Target="../slides/slide18.xml"/><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2" Type="http://schemas.openxmlformats.org/officeDocument/2006/relationships/slide" Target="../slides/slide19.xml"/><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2" Type="http://schemas.openxmlformats.org/officeDocument/2006/relationships/slide" Target="../slides/slide20.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381000" y="685800"/>
            <a:ext cx="6096000" cy="3429000"/>
          </a:xfrm>
        </p:spPr>
      </p:sp>
      <p:sp>
        <p:nvSpPr>
          <p:cNvPr id="3" name="Notes Placeholder 2"/>
          <p:cNvSpPr>
            <a:spLocks noGrp="1"/>
          </p:cNvSpPr>
          <p:nvPr>
            <p:ph type="body" idx="1"/>
          </p:nvPr>
        </p:nvSpPr>
        <p:spPr/>
        <p:txBody>
          <a:bodyPr/>
          <a:lstStyle/>
          <a:p>
            <a:pPr algn="ctr"/>
            <a:endParaRPr lang="en-HK" sz="2400" dirty="0">
              <a:solidFill>
                <a:schemeClr val="tx1">
                  <a:lumMod val="65000"/>
                  <a:lumOff val="35000"/>
                </a:schemeClr>
              </a:solidFill>
              <a:cs typeface="Helvetica" panose="020B0604020202020204" pitchFamily="34" charset="0"/>
            </a:endParaRPr>
          </a:p>
        </p:txBody>
      </p:sp>
    </p:spTree>
    <p:extLst>
      <p:ext uri="{BB962C8B-B14F-4D97-AF65-F5344CB8AC3E}">
        <p14:creationId xmlns:p14="http://schemas.microsoft.com/office/powerpoint/2010/main" val="1629361100"/>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381000" y="685800"/>
            <a:ext cx="6096000" cy="3429000"/>
          </a:xfrm>
        </p:spPr>
      </p:sp>
      <p:sp>
        <p:nvSpPr>
          <p:cNvPr id="3" name="Notes Placeholder 2"/>
          <p:cNvSpPr>
            <a:spLocks noGrp="1"/>
          </p:cNvSpPr>
          <p:nvPr>
            <p:ph type="body" idx="1"/>
          </p:nvPr>
        </p:nvSpPr>
        <p:spPr/>
        <p:txBody>
          <a:bodyPr/>
          <a:lstStyle/>
          <a:p>
            <a:pPr marL="0" indent="0">
              <a:buNone/>
            </a:pPr>
            <a:endParaRPr lang="en-US" dirty="0">
              <a:latin typeface="Gill Sans MT"/>
            </a:endParaRPr>
          </a:p>
        </p:txBody>
      </p:sp>
    </p:spTree>
    <p:extLst>
      <p:ext uri="{BB962C8B-B14F-4D97-AF65-F5344CB8AC3E}">
        <p14:creationId xmlns:p14="http://schemas.microsoft.com/office/powerpoint/2010/main" val="3173946386"/>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3ABB922-3FA9-0D68-8D29-98DA2BDF9CEF}"/>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59F8BBB7-410B-EA6E-6820-FFFBE87C1000}"/>
              </a:ext>
            </a:extLst>
          </p:cNvPr>
          <p:cNvSpPr>
            <a:spLocks noGrp="1" noRot="1" noChangeAspect="1"/>
          </p:cNvSpPr>
          <p:nvPr>
            <p:ph type="sldImg"/>
          </p:nvPr>
        </p:nvSpPr>
        <p:spPr>
          <a:xfrm>
            <a:off x="381000" y="685800"/>
            <a:ext cx="6096000" cy="3429000"/>
          </a:xfrm>
        </p:spPr>
      </p:sp>
      <p:sp>
        <p:nvSpPr>
          <p:cNvPr id="3" name="Notes Placeholder 2">
            <a:extLst>
              <a:ext uri="{FF2B5EF4-FFF2-40B4-BE49-F238E27FC236}">
                <a16:creationId xmlns:a16="http://schemas.microsoft.com/office/drawing/2014/main" id="{4559249C-F73B-3984-50F5-64B8E05CD694}"/>
              </a:ext>
            </a:extLst>
          </p:cNvPr>
          <p:cNvSpPr>
            <a:spLocks noGrp="1"/>
          </p:cNvSpPr>
          <p:nvPr>
            <p:ph type="body" idx="1"/>
          </p:nvPr>
        </p:nvSpPr>
        <p:spPr/>
        <p:txBody>
          <a:bodyPr/>
          <a:lstStyle/>
          <a:p>
            <a:pPr marL="0" indent="0">
              <a:buNone/>
            </a:pPr>
            <a:endParaRPr lang="en-US" dirty="0">
              <a:latin typeface="Gill Sans MT"/>
            </a:endParaRPr>
          </a:p>
        </p:txBody>
      </p:sp>
    </p:spTree>
    <p:extLst>
      <p:ext uri="{BB962C8B-B14F-4D97-AF65-F5344CB8AC3E}">
        <p14:creationId xmlns:p14="http://schemas.microsoft.com/office/powerpoint/2010/main" val="274631523"/>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381000" y="685800"/>
            <a:ext cx="6096000" cy="3429000"/>
          </a:xfrm>
        </p:spPr>
      </p:sp>
      <p:sp>
        <p:nvSpPr>
          <p:cNvPr id="3" name="Notes Placeholder 2"/>
          <p:cNvSpPr>
            <a:spLocks noGrp="1"/>
          </p:cNvSpPr>
          <p:nvPr>
            <p:ph type="body" idx="1"/>
          </p:nvPr>
        </p:nvSpPr>
        <p:spPr/>
        <p:txBody>
          <a:bodyPr/>
          <a:lstStyle/>
          <a:p>
            <a:pPr marL="0" indent="0">
              <a:buNone/>
            </a:pPr>
            <a:endParaRPr lang="en-US" dirty="0">
              <a:latin typeface="Gill Sans MT"/>
            </a:endParaRPr>
          </a:p>
        </p:txBody>
      </p:sp>
    </p:spTree>
    <p:extLst>
      <p:ext uri="{BB962C8B-B14F-4D97-AF65-F5344CB8AC3E}">
        <p14:creationId xmlns:p14="http://schemas.microsoft.com/office/powerpoint/2010/main" val="1196524932"/>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381000" y="685800"/>
            <a:ext cx="6096000" cy="3429000"/>
          </a:xfrm>
        </p:spPr>
      </p:sp>
      <p:sp>
        <p:nvSpPr>
          <p:cNvPr id="3" name="Notes Placeholder 2"/>
          <p:cNvSpPr>
            <a:spLocks noGrp="1"/>
          </p:cNvSpPr>
          <p:nvPr>
            <p:ph type="body" idx="1"/>
          </p:nvPr>
        </p:nvSpPr>
        <p:spPr/>
        <p:txBody>
          <a:bodyPr/>
          <a:lstStyle/>
          <a:p>
            <a:pPr marL="0" indent="0">
              <a:buNone/>
            </a:pPr>
            <a:endParaRPr lang="en-US" dirty="0">
              <a:latin typeface="Gill Sans MT"/>
            </a:endParaRPr>
          </a:p>
        </p:txBody>
      </p:sp>
    </p:spTree>
    <p:extLst>
      <p:ext uri="{BB962C8B-B14F-4D97-AF65-F5344CB8AC3E}">
        <p14:creationId xmlns:p14="http://schemas.microsoft.com/office/powerpoint/2010/main" val="2529905569"/>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381000" y="685800"/>
            <a:ext cx="6096000" cy="3429000"/>
          </a:xfrm>
        </p:spPr>
      </p:sp>
      <p:sp>
        <p:nvSpPr>
          <p:cNvPr id="3" name="Notes Placeholder 2"/>
          <p:cNvSpPr>
            <a:spLocks noGrp="1"/>
          </p:cNvSpPr>
          <p:nvPr>
            <p:ph type="body" idx="1"/>
          </p:nvPr>
        </p:nvSpPr>
        <p:spPr/>
        <p:txBody>
          <a:bodyPr/>
          <a:lstStyle/>
          <a:p>
            <a:pPr marL="0" indent="0">
              <a:buNone/>
            </a:pPr>
            <a:endParaRPr lang="en-US" dirty="0">
              <a:latin typeface="Gill Sans MT"/>
            </a:endParaRPr>
          </a:p>
        </p:txBody>
      </p:sp>
    </p:spTree>
    <p:extLst>
      <p:ext uri="{BB962C8B-B14F-4D97-AF65-F5344CB8AC3E}">
        <p14:creationId xmlns:p14="http://schemas.microsoft.com/office/powerpoint/2010/main" val="323147580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381000" y="685800"/>
            <a:ext cx="6096000" cy="3429000"/>
          </a:xfrm>
        </p:spPr>
      </p:sp>
      <p:sp>
        <p:nvSpPr>
          <p:cNvPr id="3" name="Notes Placeholder 2"/>
          <p:cNvSpPr>
            <a:spLocks noGrp="1"/>
          </p:cNvSpPr>
          <p:nvPr>
            <p:ph type="body" idx="1"/>
          </p:nvPr>
        </p:nvSpPr>
        <p:spPr/>
        <p:txBody>
          <a:bodyPr/>
          <a:lstStyle/>
          <a:p>
            <a:pPr marL="0" indent="0">
              <a:buNone/>
            </a:pPr>
            <a:endParaRPr lang="en-US" dirty="0">
              <a:latin typeface="Gill Sans MT"/>
            </a:endParaRPr>
          </a:p>
        </p:txBody>
      </p:sp>
    </p:spTree>
    <p:extLst>
      <p:ext uri="{BB962C8B-B14F-4D97-AF65-F5344CB8AC3E}">
        <p14:creationId xmlns:p14="http://schemas.microsoft.com/office/powerpoint/2010/main" val="3594207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381000" y="685800"/>
            <a:ext cx="6096000" cy="3429000"/>
          </a:xfrm>
        </p:spPr>
      </p:sp>
      <p:sp>
        <p:nvSpPr>
          <p:cNvPr id="3" name="Notes Placeholder 2"/>
          <p:cNvSpPr>
            <a:spLocks noGrp="1"/>
          </p:cNvSpPr>
          <p:nvPr>
            <p:ph type="body" idx="1"/>
          </p:nvPr>
        </p:nvSpPr>
        <p:spPr/>
        <p:txBody>
          <a:bodyPr/>
          <a:lstStyle/>
          <a:p>
            <a:pPr marL="0" indent="0">
              <a:buNone/>
            </a:pPr>
            <a:endParaRPr lang="en-US" dirty="0">
              <a:latin typeface="Gill Sans MT"/>
            </a:endParaRPr>
          </a:p>
        </p:txBody>
      </p:sp>
    </p:spTree>
    <p:extLst>
      <p:ext uri="{BB962C8B-B14F-4D97-AF65-F5344CB8AC3E}">
        <p14:creationId xmlns:p14="http://schemas.microsoft.com/office/powerpoint/2010/main" val="670232710"/>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381000" y="685800"/>
            <a:ext cx="6096000" cy="3429000"/>
          </a:xfrm>
        </p:spPr>
      </p:sp>
      <p:sp>
        <p:nvSpPr>
          <p:cNvPr id="3" name="Notes Placeholder 2"/>
          <p:cNvSpPr>
            <a:spLocks noGrp="1"/>
          </p:cNvSpPr>
          <p:nvPr>
            <p:ph type="body" idx="1"/>
          </p:nvPr>
        </p:nvSpPr>
        <p:spPr/>
        <p:txBody>
          <a:bodyPr/>
          <a:lstStyle/>
          <a:p>
            <a:pPr marL="0" indent="0">
              <a:buNone/>
            </a:pPr>
            <a:endParaRPr lang="en-US" dirty="0">
              <a:latin typeface="Gill Sans MT"/>
            </a:endParaRPr>
          </a:p>
        </p:txBody>
      </p:sp>
    </p:spTree>
    <p:extLst>
      <p:ext uri="{BB962C8B-B14F-4D97-AF65-F5344CB8AC3E}">
        <p14:creationId xmlns:p14="http://schemas.microsoft.com/office/powerpoint/2010/main" val="2983799700"/>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381000" y="685800"/>
            <a:ext cx="6096000" cy="3429000"/>
          </a:xfrm>
        </p:spPr>
      </p:sp>
      <p:sp>
        <p:nvSpPr>
          <p:cNvPr id="3" name="Notes Placeholder 2"/>
          <p:cNvSpPr>
            <a:spLocks noGrp="1"/>
          </p:cNvSpPr>
          <p:nvPr>
            <p:ph type="body" idx="1"/>
          </p:nvPr>
        </p:nvSpPr>
        <p:spPr/>
        <p:txBody>
          <a:bodyPr/>
          <a:lstStyle/>
          <a:p>
            <a:pPr marL="0" indent="0">
              <a:buNone/>
            </a:pPr>
            <a:endParaRPr lang="en-US" dirty="0">
              <a:latin typeface="Gill Sans MT"/>
            </a:endParaRPr>
          </a:p>
        </p:txBody>
      </p:sp>
    </p:spTree>
    <p:extLst>
      <p:ext uri="{BB962C8B-B14F-4D97-AF65-F5344CB8AC3E}">
        <p14:creationId xmlns:p14="http://schemas.microsoft.com/office/powerpoint/2010/main" val="556331878"/>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381000" y="685800"/>
            <a:ext cx="6096000" cy="3429000"/>
          </a:xfrm>
        </p:spPr>
      </p:sp>
      <p:sp>
        <p:nvSpPr>
          <p:cNvPr id="3" name="Notes Placeholder 2"/>
          <p:cNvSpPr>
            <a:spLocks noGrp="1"/>
          </p:cNvSpPr>
          <p:nvPr>
            <p:ph type="body" idx="1"/>
          </p:nvPr>
        </p:nvSpPr>
        <p:spPr/>
        <p:txBody>
          <a:bodyPr/>
          <a:lstStyle/>
          <a:p>
            <a:pPr marL="0" indent="0">
              <a:buNone/>
            </a:pPr>
            <a:endParaRPr lang="en-US" dirty="0">
              <a:latin typeface="Gill Sans MT"/>
            </a:endParaRPr>
          </a:p>
        </p:txBody>
      </p:sp>
    </p:spTree>
    <p:extLst>
      <p:ext uri="{BB962C8B-B14F-4D97-AF65-F5344CB8AC3E}">
        <p14:creationId xmlns:p14="http://schemas.microsoft.com/office/powerpoint/2010/main" val="3905551726"/>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381000" y="685800"/>
            <a:ext cx="6096000" cy="3429000"/>
          </a:xfrm>
        </p:spPr>
      </p:sp>
      <p:sp>
        <p:nvSpPr>
          <p:cNvPr id="3" name="Notes Placeholder 2"/>
          <p:cNvSpPr>
            <a:spLocks noGrp="1"/>
          </p:cNvSpPr>
          <p:nvPr>
            <p:ph type="body" idx="1"/>
          </p:nvPr>
        </p:nvSpPr>
        <p:spPr/>
        <p:txBody>
          <a:bodyPr/>
          <a:lstStyle/>
          <a:p>
            <a:pPr marL="0" indent="0">
              <a:buNone/>
            </a:pPr>
            <a:endParaRPr lang="en-US" dirty="0">
              <a:latin typeface="Gill Sans MT"/>
            </a:endParaRPr>
          </a:p>
        </p:txBody>
      </p:sp>
    </p:spTree>
    <p:extLst>
      <p:ext uri="{BB962C8B-B14F-4D97-AF65-F5344CB8AC3E}">
        <p14:creationId xmlns:p14="http://schemas.microsoft.com/office/powerpoint/2010/main" val="4094841203"/>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381000" y="685800"/>
            <a:ext cx="6096000" cy="3429000"/>
          </a:xfrm>
        </p:spPr>
      </p:sp>
      <p:sp>
        <p:nvSpPr>
          <p:cNvPr id="3" name="Notes Placeholder 2"/>
          <p:cNvSpPr>
            <a:spLocks noGrp="1"/>
          </p:cNvSpPr>
          <p:nvPr>
            <p:ph type="body" idx="1"/>
          </p:nvPr>
        </p:nvSpPr>
        <p:spPr/>
        <p:txBody>
          <a:bodyPr/>
          <a:lstStyle/>
          <a:p>
            <a:pPr marL="0" indent="0">
              <a:buNone/>
            </a:pPr>
            <a:endParaRPr lang="en-US" dirty="0">
              <a:latin typeface="Gill Sans MT"/>
            </a:endParaRPr>
          </a:p>
        </p:txBody>
      </p:sp>
    </p:spTree>
    <p:extLst>
      <p:ext uri="{BB962C8B-B14F-4D97-AF65-F5344CB8AC3E}">
        <p14:creationId xmlns:p14="http://schemas.microsoft.com/office/powerpoint/2010/main" val="2425664549"/>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381000" y="685800"/>
            <a:ext cx="6096000" cy="3429000"/>
          </a:xfrm>
        </p:spPr>
      </p:sp>
      <p:sp>
        <p:nvSpPr>
          <p:cNvPr id="3" name="Notes Placeholder 2"/>
          <p:cNvSpPr>
            <a:spLocks noGrp="1"/>
          </p:cNvSpPr>
          <p:nvPr>
            <p:ph type="body" idx="1"/>
          </p:nvPr>
        </p:nvSpPr>
        <p:spPr/>
        <p:txBody>
          <a:bodyPr/>
          <a:lstStyle/>
          <a:p>
            <a:pPr marL="0" indent="0">
              <a:buNone/>
            </a:pPr>
            <a:endParaRPr lang="en-US" dirty="0">
              <a:latin typeface="Gill Sans MT"/>
            </a:endParaRPr>
          </a:p>
        </p:txBody>
      </p:sp>
    </p:spTree>
    <p:extLst>
      <p:ext uri="{BB962C8B-B14F-4D97-AF65-F5344CB8AC3E}">
        <p14:creationId xmlns:p14="http://schemas.microsoft.com/office/powerpoint/2010/main" val="1010288990"/>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381000" y="685800"/>
            <a:ext cx="6096000" cy="3429000"/>
          </a:xfrm>
        </p:spPr>
      </p:sp>
      <p:sp>
        <p:nvSpPr>
          <p:cNvPr id="3" name="Notes Placeholder 2"/>
          <p:cNvSpPr>
            <a:spLocks noGrp="1"/>
          </p:cNvSpPr>
          <p:nvPr>
            <p:ph type="body" idx="1"/>
          </p:nvPr>
        </p:nvSpPr>
        <p:spPr/>
        <p:txBody>
          <a:bodyPr/>
          <a:lstStyle/>
          <a:p>
            <a:pPr marL="0" indent="0">
              <a:buNone/>
            </a:pPr>
            <a:endParaRPr lang="en-US" dirty="0">
              <a:latin typeface="Gill Sans MT"/>
            </a:endParaRPr>
          </a:p>
        </p:txBody>
      </p:sp>
    </p:spTree>
    <p:extLst>
      <p:ext uri="{BB962C8B-B14F-4D97-AF65-F5344CB8AC3E}">
        <p14:creationId xmlns:p14="http://schemas.microsoft.com/office/powerpoint/2010/main" val="2755363304"/>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381000" y="685800"/>
            <a:ext cx="6096000" cy="3429000"/>
          </a:xfrm>
        </p:spPr>
      </p:sp>
      <p:sp>
        <p:nvSpPr>
          <p:cNvPr id="3" name="Notes Placeholder 2"/>
          <p:cNvSpPr>
            <a:spLocks noGrp="1"/>
          </p:cNvSpPr>
          <p:nvPr>
            <p:ph type="body" idx="1"/>
          </p:nvPr>
        </p:nvSpPr>
        <p:spPr/>
        <p:txBody>
          <a:bodyPr/>
          <a:lstStyle/>
          <a:p>
            <a:pPr marL="0" indent="0">
              <a:buNone/>
            </a:pPr>
            <a:endParaRPr lang="en-US" dirty="0">
              <a:latin typeface="Gill Sans MT"/>
            </a:endParaRPr>
          </a:p>
        </p:txBody>
      </p:sp>
    </p:spTree>
    <p:extLst>
      <p:ext uri="{BB962C8B-B14F-4D97-AF65-F5344CB8AC3E}">
        <p14:creationId xmlns:p14="http://schemas.microsoft.com/office/powerpoint/2010/main" val="2851884625"/>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381000" y="685800"/>
            <a:ext cx="6096000" cy="3429000"/>
          </a:xfrm>
        </p:spPr>
      </p:sp>
      <p:sp>
        <p:nvSpPr>
          <p:cNvPr id="3" name="Notes Placeholder 2"/>
          <p:cNvSpPr>
            <a:spLocks noGrp="1"/>
          </p:cNvSpPr>
          <p:nvPr>
            <p:ph type="body" idx="1"/>
          </p:nvPr>
        </p:nvSpPr>
        <p:spPr/>
        <p:txBody>
          <a:bodyPr/>
          <a:lstStyle/>
          <a:p>
            <a:pPr marL="0" indent="0">
              <a:buNone/>
            </a:pPr>
            <a:endParaRPr lang="en-US" dirty="0">
              <a:latin typeface="Gill Sans MT"/>
            </a:endParaRPr>
          </a:p>
        </p:txBody>
      </p:sp>
    </p:spTree>
    <p:extLst>
      <p:ext uri="{BB962C8B-B14F-4D97-AF65-F5344CB8AC3E}">
        <p14:creationId xmlns:p14="http://schemas.microsoft.com/office/powerpoint/2010/main" val="1600805700"/>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381000" y="685800"/>
            <a:ext cx="6096000" cy="3429000"/>
          </a:xfrm>
        </p:spPr>
      </p:sp>
      <p:sp>
        <p:nvSpPr>
          <p:cNvPr id="3" name="Notes Placeholder 2"/>
          <p:cNvSpPr>
            <a:spLocks noGrp="1"/>
          </p:cNvSpPr>
          <p:nvPr>
            <p:ph type="body" idx="1"/>
          </p:nvPr>
        </p:nvSpPr>
        <p:spPr/>
        <p:txBody>
          <a:bodyPr/>
          <a:lstStyle/>
          <a:p>
            <a:pPr marL="0" indent="0">
              <a:buNone/>
            </a:pPr>
            <a:endParaRPr lang="en-US" dirty="0">
              <a:latin typeface="Gill Sans MT"/>
            </a:endParaRPr>
          </a:p>
        </p:txBody>
      </p:sp>
    </p:spTree>
    <p:extLst>
      <p:ext uri="{BB962C8B-B14F-4D97-AF65-F5344CB8AC3E}">
        <p14:creationId xmlns:p14="http://schemas.microsoft.com/office/powerpoint/2010/main" val="1103201293"/>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381000" y="685800"/>
            <a:ext cx="6096000" cy="3429000"/>
          </a:xfrm>
        </p:spPr>
      </p:sp>
      <p:sp>
        <p:nvSpPr>
          <p:cNvPr id="3" name="Notes Placeholder 2"/>
          <p:cNvSpPr>
            <a:spLocks noGrp="1"/>
          </p:cNvSpPr>
          <p:nvPr>
            <p:ph type="body" idx="1"/>
          </p:nvPr>
        </p:nvSpPr>
        <p:spPr/>
        <p:txBody>
          <a:bodyPr/>
          <a:lstStyle/>
          <a:p>
            <a:pPr marL="0" indent="0">
              <a:buNone/>
            </a:pPr>
            <a:endParaRPr lang="en-US" dirty="0">
              <a:latin typeface="Gill Sans MT"/>
            </a:endParaRPr>
          </a:p>
        </p:txBody>
      </p:sp>
    </p:spTree>
    <p:extLst>
      <p:ext uri="{BB962C8B-B14F-4D97-AF65-F5344CB8AC3E}">
        <p14:creationId xmlns:p14="http://schemas.microsoft.com/office/powerpoint/2010/main" val="1752686608"/>
      </p:ext>
    </p:extLst>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381000" y="685800"/>
            <a:ext cx="6096000" cy="3429000"/>
          </a:xfrm>
        </p:spPr>
      </p:sp>
      <p:sp>
        <p:nvSpPr>
          <p:cNvPr id="3" name="Notes Placeholder 2"/>
          <p:cNvSpPr>
            <a:spLocks noGrp="1"/>
          </p:cNvSpPr>
          <p:nvPr>
            <p:ph type="body" idx="1"/>
          </p:nvPr>
        </p:nvSpPr>
        <p:spPr/>
        <p:txBody>
          <a:bodyPr/>
          <a:lstStyle/>
          <a:p>
            <a:pPr algn="ctr"/>
            <a:endParaRPr lang="en-HK" sz="2400" dirty="0">
              <a:solidFill>
                <a:schemeClr val="tx1">
                  <a:lumMod val="65000"/>
                  <a:lumOff val="35000"/>
                </a:schemeClr>
              </a:solidFill>
              <a:cs typeface="Helvetica" panose="020B0604020202020204" pitchFamily="34" charset="0"/>
            </a:endParaRPr>
          </a:p>
        </p:txBody>
      </p:sp>
    </p:spTree>
    <p:extLst>
      <p:ext uri="{BB962C8B-B14F-4D97-AF65-F5344CB8AC3E}">
        <p14:creationId xmlns:p14="http://schemas.microsoft.com/office/powerpoint/2010/main" val="1146177372"/>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cSld name="1_Title &amp; Subtitle">
    <p:spTree>
      <p:nvGrpSpPr>
        <p:cNvPr id="1" name=""/>
        <p:cNvGrpSpPr/>
        <p:nvPr/>
      </p:nvGrpSpPr>
      <p:grpSpPr>
        <a:xfrm>
          <a:off x="0" y="0"/>
          <a:ext cx="0" cy="0"/>
          <a:chOff x="0" y="0"/>
          <a:chExt cx="0" cy="0"/>
        </a:xfrm>
      </p:grpSpPr>
      <p:sp>
        <p:nvSpPr>
          <p:cNvPr id="2" name="Rectangle">
            <a:extLst>
              <a:ext uri="{FF2B5EF4-FFF2-40B4-BE49-F238E27FC236}">
                <a16:creationId xmlns:a16="http://schemas.microsoft.com/office/drawing/2014/main" id="{51686ED8-374A-AFA5-27CC-BADD1D5E796E}"/>
              </a:ext>
            </a:extLst>
          </p:cNvPr>
          <p:cNvSpPr/>
          <p:nvPr userDrawn="1"/>
        </p:nvSpPr>
        <p:spPr>
          <a:xfrm>
            <a:off x="0" y="0"/>
            <a:ext cx="12192000" cy="6858000"/>
          </a:xfrm>
          <a:prstGeom prst="rect">
            <a:avLst/>
          </a:prstGeom>
          <a:gradFill flip="none" rotWithShape="1">
            <a:gsLst>
              <a:gs pos="0">
                <a:srgbClr val="800080"/>
              </a:gs>
              <a:gs pos="100000">
                <a:srgbClr val="EFA922"/>
              </a:gs>
            </a:gsLst>
            <a:lin ang="2700000" scaled="1"/>
            <a:tileRect/>
          </a:gradFill>
          <a:ln w="12700">
            <a:miter lim="400000"/>
          </a:ln>
        </p:spPr>
        <p:txBody>
          <a:bodyPr lIns="0" tIns="0" rIns="0" bIns="0" anchor="ctr"/>
          <a:lstStyle/>
          <a:p>
            <a:pPr defTabSz="412750">
              <a:defRPr sz="5000" b="1">
                <a:solidFill>
                  <a:srgbClr val="FFFFFF"/>
                </a:solidFill>
              </a:defRPr>
            </a:pPr>
            <a:endParaRPr sz="2500" dirty="0">
              <a:solidFill>
                <a:schemeClr val="bg1"/>
              </a:solidFill>
              <a:latin typeface="Gill Sans MT" panose="020B0502020104020203" pitchFamily="34" charset="0"/>
            </a:endParaRPr>
          </a:p>
        </p:txBody>
      </p:sp>
      <p:sp>
        <p:nvSpPr>
          <p:cNvPr id="12" name="Title Text"/>
          <p:cNvSpPr txBox="1">
            <a:spLocks noGrp="1"/>
          </p:cNvSpPr>
          <p:nvPr>
            <p:ph type="title"/>
          </p:nvPr>
        </p:nvSpPr>
        <p:spPr>
          <a:xfrm>
            <a:off x="889000" y="1149350"/>
            <a:ext cx="10414000" cy="2324100"/>
          </a:xfrm>
          <a:prstGeom prst="rect">
            <a:avLst/>
          </a:prstGeom>
        </p:spPr>
        <p:txBody>
          <a:bodyPr anchor="b"/>
          <a:lstStyle>
            <a:lvl1pPr defTabSz="412750">
              <a:defRPr sz="6000" baseline="1666">
                <a:solidFill>
                  <a:srgbClr val="000000"/>
                </a:solidFill>
              </a:defRPr>
            </a:lvl1pPr>
          </a:lstStyle>
          <a:p>
            <a:r>
              <a:t>Title Text</a:t>
            </a:r>
          </a:p>
        </p:txBody>
      </p:sp>
      <p:sp>
        <p:nvSpPr>
          <p:cNvPr id="13" name="Body Level One…"/>
          <p:cNvSpPr txBox="1">
            <a:spLocks noGrp="1"/>
          </p:cNvSpPr>
          <p:nvPr>
            <p:ph type="body" sz="half" idx="1"/>
          </p:nvPr>
        </p:nvSpPr>
        <p:spPr>
          <a:xfrm>
            <a:off x="889000" y="4235450"/>
            <a:ext cx="10414000" cy="1774360"/>
          </a:xfrm>
          <a:prstGeom prst="rect">
            <a:avLst/>
          </a:prstGeom>
        </p:spPr>
        <p:txBody>
          <a:bodyPr/>
          <a:lstStyle>
            <a:lvl1pPr marL="0" indent="0">
              <a:spcBef>
                <a:spcPts val="0"/>
              </a:spcBef>
              <a:buSzTx/>
              <a:buNone/>
              <a:defRPr sz="2400">
                <a:solidFill>
                  <a:srgbClr val="000000"/>
                </a:solidFill>
              </a:defRPr>
            </a:lvl1pPr>
            <a:lvl2pPr marL="0" indent="0">
              <a:spcBef>
                <a:spcPts val="0"/>
              </a:spcBef>
              <a:buSzTx/>
              <a:buNone/>
              <a:defRPr sz="2400">
                <a:solidFill>
                  <a:srgbClr val="000000"/>
                </a:solidFill>
              </a:defRPr>
            </a:lvl2pPr>
            <a:lvl3pPr marL="0" indent="0">
              <a:spcBef>
                <a:spcPts val="0"/>
              </a:spcBef>
              <a:buSzTx/>
              <a:buNone/>
              <a:defRPr sz="2400">
                <a:solidFill>
                  <a:srgbClr val="000000"/>
                </a:solidFill>
              </a:defRPr>
            </a:lvl3pPr>
            <a:lvl4pPr marL="0" indent="0">
              <a:spcBef>
                <a:spcPts val="0"/>
              </a:spcBef>
              <a:buSzTx/>
              <a:buNone/>
              <a:defRPr sz="2400">
                <a:solidFill>
                  <a:srgbClr val="000000"/>
                </a:solidFill>
              </a:defRPr>
            </a:lvl4pPr>
            <a:lvl5pPr marL="0" indent="0">
              <a:spcBef>
                <a:spcPts val="0"/>
              </a:spcBef>
              <a:buSzTx/>
              <a:buNone/>
              <a:defRPr sz="2400">
                <a:solidFill>
                  <a:srgbClr val="000000"/>
                </a:solidFill>
              </a:defRPr>
            </a:lvl5pPr>
          </a:lstStyle>
          <a:p>
            <a:r>
              <a:t>Body Level One</a:t>
            </a:r>
          </a:p>
          <a:p>
            <a:pPr lvl="1"/>
            <a:r>
              <a:t>Body Level Two</a:t>
            </a:r>
          </a:p>
          <a:p>
            <a:pPr lvl="2"/>
            <a:r>
              <a:t>Body Level Three</a:t>
            </a:r>
          </a:p>
          <a:p>
            <a:pPr lvl="3"/>
            <a:r>
              <a:t>Body Level Four</a:t>
            </a:r>
          </a:p>
          <a:p>
            <a:pPr lvl="4"/>
            <a:r>
              <a:t>Body Level Five</a:t>
            </a:r>
          </a:p>
        </p:txBody>
      </p:sp>
      <p:sp>
        <p:nvSpPr>
          <p:cNvPr id="15" name="Slide Number"/>
          <p:cNvSpPr txBox="1">
            <a:spLocks noGrp="1"/>
          </p:cNvSpPr>
          <p:nvPr>
            <p:ph type="sldNum" sz="quarter" idx="2"/>
          </p:nvPr>
        </p:nvSpPr>
        <p:spPr>
          <a:xfrm>
            <a:off x="5970596" y="6540500"/>
            <a:ext cx="296556" cy="287258"/>
          </a:xfrm>
          <a:prstGeom prst="rect">
            <a:avLst/>
          </a:prstGeom>
        </p:spPr>
        <p:txBody>
          <a:bodyPr/>
          <a:lstStyle>
            <a:lvl1pPr>
              <a:defRPr sz="1200">
                <a:solidFill>
                  <a:schemeClr val="bg1"/>
                </a:solidFill>
                <a:latin typeface="Helvetica Light"/>
                <a:ea typeface="Helvetica Light"/>
                <a:cs typeface="Helvetica Light"/>
                <a:sym typeface="Helvetica Light"/>
              </a:defRPr>
            </a:lvl1pPr>
          </a:lstStyle>
          <a:p>
            <a:fld id="{86CB4B4D-7CA3-9044-876B-883B54F8677D}" type="slidenum">
              <a:rPr lang="en-US" smtClean="0"/>
              <a:pPr/>
              <a:t>‹#›</a:t>
            </a:fld>
            <a:endParaRPr lang="en-US"/>
          </a:p>
        </p:txBody>
      </p:sp>
    </p:spTree>
    <p:extLst>
      <p:ext uri="{BB962C8B-B14F-4D97-AF65-F5344CB8AC3E}">
        <p14:creationId xmlns:p14="http://schemas.microsoft.com/office/powerpoint/2010/main" val="1124780706"/>
      </p:ext>
    </p:extLst>
  </p:cSld>
  <p:clrMapOvr>
    <a:masterClrMapping/>
  </p:clrMapOvr>
  <p:transition spd="med"/>
</p:sldLayout>
</file>

<file path=ppt/slideLayouts/slideLayout2.xml><?xml version="1.0" encoding="utf-8"?>
<p:sldLayout xmlns:a="http://schemas.openxmlformats.org/drawingml/2006/main" xmlns:r="http://schemas.openxmlformats.org/officeDocument/2006/relationships" xmlns:p="http://schemas.openxmlformats.org/presentationml/2006/main" type="tx">
  <p:cSld name="Bullets-Green">
    <p:spTree>
      <p:nvGrpSpPr>
        <p:cNvPr id="1" name=""/>
        <p:cNvGrpSpPr/>
        <p:nvPr/>
      </p:nvGrpSpPr>
      <p:grpSpPr>
        <a:xfrm>
          <a:off x="0" y="0"/>
          <a:ext cx="0" cy="0"/>
          <a:chOff x="0" y="0"/>
          <a:chExt cx="0" cy="0"/>
        </a:xfrm>
      </p:grpSpPr>
      <p:sp>
        <p:nvSpPr>
          <p:cNvPr id="43" name="Rectangle"/>
          <p:cNvSpPr/>
          <p:nvPr/>
        </p:nvSpPr>
        <p:spPr>
          <a:xfrm>
            <a:off x="0" y="0"/>
            <a:ext cx="12192000" cy="941294"/>
          </a:xfrm>
          <a:prstGeom prst="rect">
            <a:avLst/>
          </a:prstGeom>
          <a:gradFill flip="none" rotWithShape="1">
            <a:gsLst>
              <a:gs pos="0">
                <a:srgbClr val="800080"/>
              </a:gs>
              <a:gs pos="100000">
                <a:srgbClr val="EFA922"/>
              </a:gs>
            </a:gsLst>
            <a:lin ang="0" scaled="1"/>
            <a:tileRect/>
          </a:gradFill>
          <a:ln w="12700">
            <a:miter lim="400000"/>
          </a:ln>
        </p:spPr>
        <p:txBody>
          <a:bodyPr lIns="0" tIns="0" rIns="0" bIns="0" anchor="ctr"/>
          <a:lstStyle/>
          <a:p>
            <a:pPr defTabSz="412750">
              <a:defRPr sz="5000" b="1">
                <a:solidFill>
                  <a:srgbClr val="FFFFFF"/>
                </a:solidFill>
              </a:defRPr>
            </a:pPr>
            <a:endParaRPr sz="2500" dirty="0">
              <a:solidFill>
                <a:schemeClr val="bg1"/>
              </a:solidFill>
              <a:latin typeface="Gill Sans MT" panose="020B0502020104020203" pitchFamily="34" charset="0"/>
            </a:endParaRPr>
          </a:p>
        </p:txBody>
      </p:sp>
      <p:sp>
        <p:nvSpPr>
          <p:cNvPr id="41" name="Title Text"/>
          <p:cNvSpPr txBox="1">
            <a:spLocks noGrp="1"/>
          </p:cNvSpPr>
          <p:nvPr>
            <p:ph type="title" hasCustomPrompt="1"/>
          </p:nvPr>
        </p:nvSpPr>
        <p:spPr>
          <a:xfrm>
            <a:off x="275383" y="0"/>
            <a:ext cx="10593290" cy="941294"/>
          </a:xfrm>
          <a:prstGeom prst="rect">
            <a:avLst/>
          </a:prstGeom>
        </p:spPr>
        <p:txBody>
          <a:bodyPr/>
          <a:lstStyle>
            <a:lvl1pPr>
              <a:defRPr>
                <a:solidFill>
                  <a:schemeClr val="bg1"/>
                </a:solidFill>
              </a:defRPr>
            </a:lvl1pPr>
          </a:lstStyle>
          <a:p>
            <a:r>
              <a:rPr dirty="0"/>
              <a:t>Title Text</a:t>
            </a:r>
          </a:p>
        </p:txBody>
      </p:sp>
      <p:sp>
        <p:nvSpPr>
          <p:cNvPr id="42" name="Body Level One…"/>
          <p:cNvSpPr txBox="1">
            <a:spLocks noGrp="1"/>
          </p:cNvSpPr>
          <p:nvPr>
            <p:ph type="body" idx="1"/>
          </p:nvPr>
        </p:nvSpPr>
        <p:spPr>
          <a:xfrm>
            <a:off x="844550" y="1229567"/>
            <a:ext cx="10502900" cy="4648200"/>
          </a:xfrm>
          <a:prstGeom prst="rect">
            <a:avLst/>
          </a:prstGeom>
        </p:spPr>
        <p:txBody>
          <a:bodyPr/>
          <a:lstStyle>
            <a:lvl1pPr>
              <a:defRPr/>
            </a:lvl1pPr>
            <a:lvl2pPr>
              <a:defRPr/>
            </a:lvl2pPr>
            <a:lvl3pPr>
              <a:defRPr/>
            </a:lvl3pPr>
            <a:lvl4pPr>
              <a:defRPr/>
            </a:lvl4pPr>
            <a:lvl5pPr>
              <a:defRPr/>
            </a:lvl5pPr>
          </a:lstStyle>
          <a:p>
            <a:r>
              <a:rPr dirty="0"/>
              <a:t>Body Level One</a:t>
            </a:r>
          </a:p>
          <a:p>
            <a:pPr lvl="1"/>
            <a:r>
              <a:rPr dirty="0"/>
              <a:t>Body Level Two</a:t>
            </a:r>
          </a:p>
          <a:p>
            <a:pPr lvl="2"/>
            <a:r>
              <a:rPr dirty="0"/>
              <a:t>Body Level Three</a:t>
            </a:r>
          </a:p>
          <a:p>
            <a:pPr lvl="3"/>
            <a:r>
              <a:rPr dirty="0"/>
              <a:t>Body Level Four</a:t>
            </a:r>
          </a:p>
          <a:p>
            <a:pPr lvl="4"/>
            <a:r>
              <a:rPr dirty="0"/>
              <a:t>Body Level Five</a:t>
            </a:r>
          </a:p>
        </p:txBody>
      </p:sp>
      <p:sp>
        <p:nvSpPr>
          <p:cNvPr id="44" name="Slide Number"/>
          <p:cNvSpPr txBox="1">
            <a:spLocks noGrp="1"/>
          </p:cNvSpPr>
          <p:nvPr>
            <p:ph type="sldNum" sz="quarter" idx="2"/>
          </p:nvPr>
        </p:nvSpPr>
        <p:spPr>
          <a:prstGeom prst="rect">
            <a:avLst/>
          </a:prstGeom>
        </p:spPr>
        <p:txBody>
          <a:bodyPr/>
          <a:lstStyle>
            <a:lvl1pPr>
              <a:defRPr>
                <a:solidFill>
                  <a:srgbClr val="800080"/>
                </a:solidFill>
              </a:defRPr>
            </a:lvl1pPr>
          </a:lstStyle>
          <a:p>
            <a:fld id="{86CB4B4D-7CA3-9044-876B-883B54F8677D}" type="slidenum">
              <a:rPr lang="en-US" smtClean="0"/>
              <a:pPr/>
              <a:t>‹#›</a:t>
            </a:fld>
            <a:endParaRPr lang="en-US"/>
          </a:p>
        </p:txBody>
      </p:sp>
    </p:spTree>
    <p:extLst>
      <p:ext uri="{BB962C8B-B14F-4D97-AF65-F5344CB8AC3E}">
        <p14:creationId xmlns:p14="http://schemas.microsoft.com/office/powerpoint/2010/main" val="3420125632"/>
      </p:ext>
    </p:extLst>
  </p:cSld>
  <p:clrMapOvr>
    <a:masterClrMapping/>
  </p:clrMapOvr>
  <p:transition spd="med"/>
</p:sldLayout>
</file>

<file path=ppt/slideLayouts/slideLayout3.xml><?xml version="1.0" encoding="utf-8"?>
<p:sldLayout xmlns:a="http://schemas.openxmlformats.org/drawingml/2006/main" xmlns:r="http://schemas.openxmlformats.org/officeDocument/2006/relationships" xmlns:p="http://schemas.openxmlformats.org/presentationml/2006/main" type="tx">
  <p:cSld name="Title - blue">
    <p:spTree>
      <p:nvGrpSpPr>
        <p:cNvPr id="1" name=""/>
        <p:cNvGrpSpPr/>
        <p:nvPr/>
      </p:nvGrpSpPr>
      <p:grpSpPr>
        <a:xfrm>
          <a:off x="0" y="0"/>
          <a:ext cx="0" cy="0"/>
          <a:chOff x="0" y="0"/>
          <a:chExt cx="0" cy="0"/>
        </a:xfrm>
      </p:grpSpPr>
      <p:sp>
        <p:nvSpPr>
          <p:cNvPr id="51" name="Title Text"/>
          <p:cNvSpPr txBox="1">
            <a:spLocks noGrp="1"/>
          </p:cNvSpPr>
          <p:nvPr>
            <p:ph type="title"/>
          </p:nvPr>
        </p:nvSpPr>
        <p:spPr>
          <a:xfrm>
            <a:off x="889000" y="2266950"/>
            <a:ext cx="10414000" cy="2324100"/>
          </a:xfrm>
          <a:prstGeom prst="rect">
            <a:avLst/>
          </a:prstGeom>
        </p:spPr>
        <p:txBody>
          <a:bodyPr/>
          <a:lstStyle>
            <a:lvl1pPr>
              <a:defRPr/>
            </a:lvl1pPr>
          </a:lstStyle>
          <a:p>
            <a:r>
              <a:t>Title Text</a:t>
            </a:r>
          </a:p>
        </p:txBody>
      </p:sp>
      <p:sp>
        <p:nvSpPr>
          <p:cNvPr id="52" name="Rectangle"/>
          <p:cNvSpPr/>
          <p:nvPr/>
        </p:nvSpPr>
        <p:spPr>
          <a:xfrm>
            <a:off x="0" y="6507659"/>
            <a:ext cx="12192000" cy="367110"/>
          </a:xfrm>
          <a:prstGeom prst="rect">
            <a:avLst/>
          </a:prstGeom>
          <a:solidFill>
            <a:srgbClr val="4885ED"/>
          </a:solidFill>
          <a:ln w="12700">
            <a:miter lim="400000"/>
          </a:ln>
        </p:spPr>
        <p:txBody>
          <a:bodyPr lIns="0" tIns="0" rIns="0" bIns="0" anchor="ctr"/>
          <a:lstStyle/>
          <a:p>
            <a:pPr defTabSz="412750">
              <a:defRPr sz="5000" b="1">
                <a:solidFill>
                  <a:srgbClr val="FFFFFF"/>
                </a:solidFill>
              </a:defRPr>
            </a:pPr>
            <a:endParaRPr sz="2500">
              <a:latin typeface="Gill Sans MT" panose="020B0502020104020203" pitchFamily="34" charset="0"/>
            </a:endParaRPr>
          </a:p>
        </p:txBody>
      </p:sp>
      <p:sp>
        <p:nvSpPr>
          <p:cNvPr id="53" name="Slide Number"/>
          <p:cNvSpPr txBox="1">
            <a:spLocks noGrp="1"/>
          </p:cNvSpPr>
          <p:nvPr>
            <p:ph type="sldNum" sz="quarter" idx="2"/>
          </p:nvPr>
        </p:nvSpPr>
        <p:spPr>
          <a:xfrm>
            <a:off x="5979516" y="6540500"/>
            <a:ext cx="296556" cy="287258"/>
          </a:xfrm>
          <a:prstGeom prst="rect">
            <a:avLst/>
          </a:prstGeom>
        </p:spPr>
        <p:txBody>
          <a:bodyPr/>
          <a:lstStyle>
            <a:lvl1pPr>
              <a:defRPr sz="1200">
                <a:latin typeface="Helvetica Light"/>
                <a:ea typeface="Helvetica Light"/>
                <a:cs typeface="Helvetica Light"/>
                <a:sym typeface="Helvetica Light"/>
              </a:defRPr>
            </a:lvl1pPr>
          </a:lstStyle>
          <a:p>
            <a:fld id="{86CB4B4D-7CA3-9044-876B-883B54F8677D}" type="slidenum">
              <a:t>‹#›</a:t>
            </a:fld>
            <a:endParaRPr/>
          </a:p>
        </p:txBody>
      </p:sp>
    </p:spTree>
    <p:extLst>
      <p:ext uri="{BB962C8B-B14F-4D97-AF65-F5344CB8AC3E}">
        <p14:creationId xmlns:p14="http://schemas.microsoft.com/office/powerpoint/2010/main" val="4167568682"/>
      </p:ext>
    </p:extLst>
  </p:cSld>
  <p:clrMapOvr>
    <a:masterClrMapping/>
  </p:clrMapOvr>
  <p:transition spd="med"/>
</p:sldLayout>
</file>

<file path=ppt/slideLayouts/slideLayout4.xml><?xml version="1.0" encoding="utf-8"?>
<p:sldLayout xmlns:a="http://schemas.openxmlformats.org/drawingml/2006/main" xmlns:r="http://schemas.openxmlformats.org/officeDocument/2006/relationships" xmlns:p="http://schemas.openxmlformats.org/presentationml/2006/main" type="tx">
  <p:cSld name="Title - red">
    <p:spTree>
      <p:nvGrpSpPr>
        <p:cNvPr id="1" name=""/>
        <p:cNvGrpSpPr/>
        <p:nvPr/>
      </p:nvGrpSpPr>
      <p:grpSpPr>
        <a:xfrm>
          <a:off x="0" y="0"/>
          <a:ext cx="0" cy="0"/>
          <a:chOff x="0" y="0"/>
          <a:chExt cx="0" cy="0"/>
        </a:xfrm>
      </p:grpSpPr>
      <p:sp>
        <p:nvSpPr>
          <p:cNvPr id="60" name="Title Text"/>
          <p:cNvSpPr txBox="1">
            <a:spLocks noGrp="1"/>
          </p:cNvSpPr>
          <p:nvPr>
            <p:ph type="title"/>
          </p:nvPr>
        </p:nvSpPr>
        <p:spPr>
          <a:xfrm>
            <a:off x="889000" y="2266950"/>
            <a:ext cx="10414000" cy="2324100"/>
          </a:xfrm>
          <a:prstGeom prst="rect">
            <a:avLst/>
          </a:prstGeom>
        </p:spPr>
        <p:txBody>
          <a:bodyPr/>
          <a:lstStyle>
            <a:lvl1pPr>
              <a:defRPr/>
            </a:lvl1pPr>
          </a:lstStyle>
          <a:p>
            <a:r>
              <a:t>Title Text</a:t>
            </a:r>
          </a:p>
        </p:txBody>
      </p:sp>
      <p:sp>
        <p:nvSpPr>
          <p:cNvPr id="61" name="Rectangle"/>
          <p:cNvSpPr/>
          <p:nvPr/>
        </p:nvSpPr>
        <p:spPr>
          <a:xfrm>
            <a:off x="0" y="6490891"/>
            <a:ext cx="12192000" cy="367110"/>
          </a:xfrm>
          <a:prstGeom prst="rect">
            <a:avLst/>
          </a:prstGeom>
          <a:solidFill>
            <a:srgbClr val="DB3236"/>
          </a:solidFill>
          <a:ln w="12700">
            <a:miter lim="400000"/>
          </a:ln>
        </p:spPr>
        <p:txBody>
          <a:bodyPr lIns="0" tIns="0" rIns="0" bIns="0" anchor="ctr"/>
          <a:lstStyle/>
          <a:p>
            <a:pPr defTabSz="412750">
              <a:defRPr sz="5000" b="1">
                <a:solidFill>
                  <a:srgbClr val="FFFFFF"/>
                </a:solidFill>
              </a:defRPr>
            </a:pPr>
            <a:endParaRPr sz="2500">
              <a:latin typeface="Gill Sans MT" panose="020B0502020104020203" pitchFamily="34" charset="0"/>
            </a:endParaRPr>
          </a:p>
        </p:txBody>
      </p:sp>
      <p:sp>
        <p:nvSpPr>
          <p:cNvPr id="62" name="Slide Number"/>
          <p:cNvSpPr txBox="1">
            <a:spLocks noGrp="1"/>
          </p:cNvSpPr>
          <p:nvPr>
            <p:ph type="sldNum" sz="quarter" idx="2"/>
          </p:nvPr>
        </p:nvSpPr>
        <p:spPr>
          <a:xfrm>
            <a:off x="5979516" y="6540500"/>
            <a:ext cx="296556" cy="287258"/>
          </a:xfrm>
          <a:prstGeom prst="rect">
            <a:avLst/>
          </a:prstGeom>
        </p:spPr>
        <p:txBody>
          <a:bodyPr/>
          <a:lstStyle>
            <a:lvl1pPr>
              <a:defRPr sz="1200">
                <a:latin typeface="Helvetica Light"/>
                <a:ea typeface="Helvetica Light"/>
                <a:cs typeface="Helvetica Light"/>
                <a:sym typeface="Helvetica Light"/>
              </a:defRPr>
            </a:lvl1pPr>
          </a:lstStyle>
          <a:p>
            <a:fld id="{86CB4B4D-7CA3-9044-876B-883B54F8677D}" type="slidenum">
              <a:t>‹#›</a:t>
            </a:fld>
            <a:endParaRPr/>
          </a:p>
        </p:txBody>
      </p:sp>
    </p:spTree>
    <p:extLst>
      <p:ext uri="{BB962C8B-B14F-4D97-AF65-F5344CB8AC3E}">
        <p14:creationId xmlns:p14="http://schemas.microsoft.com/office/powerpoint/2010/main" val="1044378355"/>
      </p:ext>
    </p:extLst>
  </p:cSld>
  <p:clrMapOvr>
    <a:masterClrMapping/>
  </p:clrMapOvr>
  <p:transition spd="med"/>
</p:sldLayout>
</file>

<file path=ppt/slideLayouts/slideLayout5.xml><?xml version="1.0" encoding="utf-8"?>
<p:sldLayout xmlns:a="http://schemas.openxmlformats.org/drawingml/2006/main" xmlns:r="http://schemas.openxmlformats.org/officeDocument/2006/relationships" xmlns:p="http://schemas.openxmlformats.org/presentationml/2006/main" type="tx">
  <p:cSld name="Title - yellow">
    <p:spTree>
      <p:nvGrpSpPr>
        <p:cNvPr id="1" name=""/>
        <p:cNvGrpSpPr/>
        <p:nvPr/>
      </p:nvGrpSpPr>
      <p:grpSpPr>
        <a:xfrm>
          <a:off x="0" y="0"/>
          <a:ext cx="0" cy="0"/>
          <a:chOff x="0" y="0"/>
          <a:chExt cx="0" cy="0"/>
        </a:xfrm>
      </p:grpSpPr>
      <p:sp>
        <p:nvSpPr>
          <p:cNvPr id="69" name="Title Text"/>
          <p:cNvSpPr txBox="1">
            <a:spLocks noGrp="1"/>
          </p:cNvSpPr>
          <p:nvPr>
            <p:ph type="title"/>
          </p:nvPr>
        </p:nvSpPr>
        <p:spPr>
          <a:xfrm>
            <a:off x="889000" y="2266950"/>
            <a:ext cx="10414000" cy="2324100"/>
          </a:xfrm>
          <a:prstGeom prst="rect">
            <a:avLst/>
          </a:prstGeom>
        </p:spPr>
        <p:txBody>
          <a:bodyPr/>
          <a:lstStyle>
            <a:lvl1pPr>
              <a:defRPr/>
            </a:lvl1pPr>
          </a:lstStyle>
          <a:p>
            <a:r>
              <a:t>Title Text</a:t>
            </a:r>
          </a:p>
        </p:txBody>
      </p:sp>
      <p:sp>
        <p:nvSpPr>
          <p:cNvPr id="70" name="Rectangle"/>
          <p:cNvSpPr/>
          <p:nvPr/>
        </p:nvSpPr>
        <p:spPr>
          <a:xfrm>
            <a:off x="0" y="6490891"/>
            <a:ext cx="12192000" cy="367110"/>
          </a:xfrm>
          <a:prstGeom prst="rect">
            <a:avLst/>
          </a:prstGeom>
          <a:solidFill>
            <a:srgbClr val="F4C20D"/>
          </a:solidFill>
          <a:ln w="12700">
            <a:miter lim="400000"/>
          </a:ln>
        </p:spPr>
        <p:txBody>
          <a:bodyPr lIns="0" tIns="0" rIns="0" bIns="0" anchor="ctr"/>
          <a:lstStyle/>
          <a:p>
            <a:pPr defTabSz="412750">
              <a:defRPr sz="5000" b="1">
                <a:solidFill>
                  <a:srgbClr val="FFFFFF"/>
                </a:solidFill>
              </a:defRPr>
            </a:pPr>
            <a:endParaRPr sz="2500">
              <a:latin typeface="Gill Sans MT" panose="020B0502020104020203" pitchFamily="34" charset="0"/>
            </a:endParaRPr>
          </a:p>
        </p:txBody>
      </p:sp>
      <p:sp>
        <p:nvSpPr>
          <p:cNvPr id="71" name="Slide Number"/>
          <p:cNvSpPr txBox="1">
            <a:spLocks noGrp="1"/>
          </p:cNvSpPr>
          <p:nvPr>
            <p:ph type="sldNum" sz="quarter" idx="2"/>
          </p:nvPr>
        </p:nvSpPr>
        <p:spPr>
          <a:xfrm>
            <a:off x="5979516" y="6540500"/>
            <a:ext cx="296556" cy="287258"/>
          </a:xfrm>
          <a:prstGeom prst="rect">
            <a:avLst/>
          </a:prstGeom>
        </p:spPr>
        <p:txBody>
          <a:bodyPr/>
          <a:lstStyle>
            <a:lvl1pPr>
              <a:defRPr sz="1200">
                <a:latin typeface="Helvetica Light"/>
                <a:ea typeface="Helvetica Light"/>
                <a:cs typeface="Helvetica Light"/>
                <a:sym typeface="Helvetica Light"/>
              </a:defRPr>
            </a:lvl1pPr>
          </a:lstStyle>
          <a:p>
            <a:fld id="{86CB4B4D-7CA3-9044-876B-883B54F8677D}" type="slidenum">
              <a:t>‹#›</a:t>
            </a:fld>
            <a:endParaRPr/>
          </a:p>
        </p:txBody>
      </p:sp>
    </p:spTree>
    <p:extLst>
      <p:ext uri="{BB962C8B-B14F-4D97-AF65-F5344CB8AC3E}">
        <p14:creationId xmlns:p14="http://schemas.microsoft.com/office/powerpoint/2010/main" val="2671047846"/>
      </p:ext>
    </p:extLst>
  </p:cSld>
  <p:clrMapOvr>
    <a:masterClrMapping/>
  </p:clrMapOvr>
  <p:transition spd="med"/>
</p:sldLayout>
</file>

<file path=ppt/slideLayouts/slideLayout6.xml><?xml version="1.0" encoding="utf-8"?>
<p:sldLayout xmlns:a="http://schemas.openxmlformats.org/drawingml/2006/main" xmlns:r="http://schemas.openxmlformats.org/officeDocument/2006/relationships" xmlns:p="http://schemas.openxmlformats.org/presentationml/2006/main" type="tx">
  <p:cSld name="Title - green">
    <p:spTree>
      <p:nvGrpSpPr>
        <p:cNvPr id="1" name=""/>
        <p:cNvGrpSpPr/>
        <p:nvPr/>
      </p:nvGrpSpPr>
      <p:grpSpPr>
        <a:xfrm>
          <a:off x="0" y="0"/>
          <a:ext cx="0" cy="0"/>
          <a:chOff x="0" y="0"/>
          <a:chExt cx="0" cy="0"/>
        </a:xfrm>
      </p:grpSpPr>
      <p:sp>
        <p:nvSpPr>
          <p:cNvPr id="78" name="Title Text"/>
          <p:cNvSpPr txBox="1">
            <a:spLocks noGrp="1"/>
          </p:cNvSpPr>
          <p:nvPr>
            <p:ph type="title"/>
          </p:nvPr>
        </p:nvSpPr>
        <p:spPr>
          <a:xfrm>
            <a:off x="889000" y="2266950"/>
            <a:ext cx="10414000" cy="2324100"/>
          </a:xfrm>
          <a:prstGeom prst="rect">
            <a:avLst/>
          </a:prstGeom>
        </p:spPr>
        <p:txBody>
          <a:bodyPr/>
          <a:lstStyle>
            <a:lvl1pPr>
              <a:defRPr/>
            </a:lvl1pPr>
          </a:lstStyle>
          <a:p>
            <a:r>
              <a:t>Title Text</a:t>
            </a:r>
          </a:p>
        </p:txBody>
      </p:sp>
      <p:sp>
        <p:nvSpPr>
          <p:cNvPr id="79" name="Rectangle"/>
          <p:cNvSpPr/>
          <p:nvPr/>
        </p:nvSpPr>
        <p:spPr>
          <a:xfrm>
            <a:off x="0" y="6490891"/>
            <a:ext cx="12192000" cy="367110"/>
          </a:xfrm>
          <a:prstGeom prst="rect">
            <a:avLst/>
          </a:prstGeom>
          <a:solidFill>
            <a:srgbClr val="3CBA54"/>
          </a:solidFill>
          <a:ln w="12700">
            <a:miter lim="400000"/>
          </a:ln>
        </p:spPr>
        <p:txBody>
          <a:bodyPr lIns="0" tIns="0" rIns="0" bIns="0" anchor="ctr"/>
          <a:lstStyle/>
          <a:p>
            <a:pPr defTabSz="412750">
              <a:defRPr sz="5000" b="1">
                <a:solidFill>
                  <a:srgbClr val="FFFFFF"/>
                </a:solidFill>
              </a:defRPr>
            </a:pPr>
            <a:endParaRPr sz="2500">
              <a:latin typeface="Gill Sans MT" panose="020B0502020104020203" pitchFamily="34" charset="0"/>
            </a:endParaRPr>
          </a:p>
        </p:txBody>
      </p:sp>
      <p:sp>
        <p:nvSpPr>
          <p:cNvPr id="80" name="Slide Number"/>
          <p:cNvSpPr txBox="1">
            <a:spLocks noGrp="1"/>
          </p:cNvSpPr>
          <p:nvPr>
            <p:ph type="sldNum" sz="quarter" idx="2"/>
          </p:nvPr>
        </p:nvSpPr>
        <p:spPr>
          <a:xfrm>
            <a:off x="5979516" y="6540500"/>
            <a:ext cx="296556" cy="287258"/>
          </a:xfrm>
          <a:prstGeom prst="rect">
            <a:avLst/>
          </a:prstGeom>
        </p:spPr>
        <p:txBody>
          <a:bodyPr/>
          <a:lstStyle>
            <a:lvl1pPr>
              <a:defRPr sz="1200">
                <a:latin typeface="Helvetica Light"/>
                <a:ea typeface="Helvetica Light"/>
                <a:cs typeface="Helvetica Light"/>
                <a:sym typeface="Helvetica Light"/>
              </a:defRPr>
            </a:lvl1pPr>
          </a:lstStyle>
          <a:p>
            <a:fld id="{86CB4B4D-7CA3-9044-876B-883B54F8677D}" type="slidenum">
              <a:t>‹#›</a:t>
            </a:fld>
            <a:endParaRPr/>
          </a:p>
        </p:txBody>
      </p:sp>
    </p:spTree>
    <p:extLst>
      <p:ext uri="{BB962C8B-B14F-4D97-AF65-F5344CB8AC3E}">
        <p14:creationId xmlns:p14="http://schemas.microsoft.com/office/powerpoint/2010/main" val="2051107205"/>
      </p:ext>
    </p:extLst>
  </p:cSld>
  <p:clrMapOvr>
    <a:masterClrMapping/>
  </p:clrMapOvr>
  <p:transition spd="med"/>
</p:sldLayout>
</file>

<file path=ppt/slideLayouts/slideLayout7.xml><?xml version="1.0" encoding="utf-8"?>
<p:sldLayout xmlns:a="http://schemas.openxmlformats.org/drawingml/2006/main" xmlns:r="http://schemas.openxmlformats.org/officeDocument/2006/relationships" xmlns:p="http://schemas.openxmlformats.org/presentationml/2006/main" type="tx">
  <p:cSld name="Screen Blue">
    <p:spTree>
      <p:nvGrpSpPr>
        <p:cNvPr id="1" name=""/>
        <p:cNvGrpSpPr/>
        <p:nvPr/>
      </p:nvGrpSpPr>
      <p:grpSpPr>
        <a:xfrm>
          <a:off x="0" y="0"/>
          <a:ext cx="0" cy="0"/>
          <a:chOff x="0" y="0"/>
          <a:chExt cx="0" cy="0"/>
        </a:xfrm>
      </p:grpSpPr>
      <p:sp>
        <p:nvSpPr>
          <p:cNvPr id="87" name="Rectangle"/>
          <p:cNvSpPr/>
          <p:nvPr/>
        </p:nvSpPr>
        <p:spPr>
          <a:xfrm>
            <a:off x="0" y="-1"/>
            <a:ext cx="12192000" cy="6134895"/>
          </a:xfrm>
          <a:prstGeom prst="rect">
            <a:avLst/>
          </a:prstGeom>
          <a:solidFill>
            <a:srgbClr val="4885ED"/>
          </a:solidFill>
          <a:ln w="12700">
            <a:miter lim="400000"/>
          </a:ln>
        </p:spPr>
        <p:txBody>
          <a:bodyPr lIns="0" tIns="0" rIns="0" bIns="0" anchor="ctr"/>
          <a:lstStyle/>
          <a:p>
            <a:pPr defTabSz="412750">
              <a:defRPr sz="5000" b="1">
                <a:solidFill>
                  <a:srgbClr val="FFFFFF"/>
                </a:solidFill>
              </a:defRPr>
            </a:pPr>
            <a:endParaRPr sz="2500">
              <a:latin typeface="Gill Sans MT" panose="020B0502020104020203" pitchFamily="34" charset="0"/>
            </a:endParaRPr>
          </a:p>
        </p:txBody>
      </p:sp>
      <p:sp>
        <p:nvSpPr>
          <p:cNvPr id="88" name="Title Text"/>
          <p:cNvSpPr txBox="1">
            <a:spLocks noGrp="1"/>
          </p:cNvSpPr>
          <p:nvPr>
            <p:ph type="title"/>
          </p:nvPr>
        </p:nvSpPr>
        <p:spPr>
          <a:xfrm>
            <a:off x="943793" y="2038821"/>
            <a:ext cx="10304414" cy="2173884"/>
          </a:xfrm>
          <a:prstGeom prst="rect">
            <a:avLst/>
          </a:prstGeom>
        </p:spPr>
        <p:txBody>
          <a:bodyPr anchor="b"/>
          <a:lstStyle>
            <a:lvl1pPr defTabSz="412750">
              <a:defRPr sz="5000" baseline="1998">
                <a:solidFill>
                  <a:srgbClr val="FFFFFF"/>
                </a:solidFill>
              </a:defRPr>
            </a:lvl1pPr>
          </a:lstStyle>
          <a:p>
            <a:r>
              <a:t>Title Text</a:t>
            </a:r>
          </a:p>
        </p:txBody>
      </p:sp>
      <p:sp>
        <p:nvSpPr>
          <p:cNvPr id="89" name="Line"/>
          <p:cNvSpPr/>
          <p:nvPr/>
        </p:nvSpPr>
        <p:spPr>
          <a:xfrm flipV="1">
            <a:off x="570260" y="2030052"/>
            <a:ext cx="1" cy="2277197"/>
          </a:xfrm>
          <a:prstGeom prst="line">
            <a:avLst/>
          </a:prstGeom>
          <a:ln w="127000">
            <a:solidFill>
              <a:srgbClr val="FFFFFF"/>
            </a:solidFill>
            <a:miter lim="400000"/>
          </a:ln>
        </p:spPr>
        <p:txBody>
          <a:bodyPr lIns="22859" tIns="22859" rIns="22859" bIns="22859"/>
          <a:lstStyle/>
          <a:p>
            <a:endParaRPr sz="900">
              <a:latin typeface="Gill Sans MT" panose="020B0502020104020203" pitchFamily="34" charset="0"/>
            </a:endParaRPr>
          </a:p>
        </p:txBody>
      </p:sp>
      <p:sp>
        <p:nvSpPr>
          <p:cNvPr id="90" name="Slide Number"/>
          <p:cNvSpPr txBox="1">
            <a:spLocks noGrp="1"/>
          </p:cNvSpPr>
          <p:nvPr>
            <p:ph type="sldNum" sz="quarter" idx="2"/>
          </p:nvPr>
        </p:nvSpPr>
        <p:spPr>
          <a:xfrm>
            <a:off x="5979516" y="6540500"/>
            <a:ext cx="296556" cy="287258"/>
          </a:xfrm>
          <a:prstGeom prst="rect">
            <a:avLst/>
          </a:prstGeom>
        </p:spPr>
        <p:txBody>
          <a:bodyPr/>
          <a:lstStyle>
            <a:lvl1pPr>
              <a:defRPr sz="1200">
                <a:latin typeface="Helvetica Light"/>
                <a:ea typeface="Helvetica Light"/>
                <a:cs typeface="Helvetica Light"/>
                <a:sym typeface="Helvetica Light"/>
              </a:defRPr>
            </a:lvl1pPr>
          </a:lstStyle>
          <a:p>
            <a:fld id="{86CB4B4D-7CA3-9044-876B-883B54F8677D}" type="slidenum">
              <a:t>‹#›</a:t>
            </a:fld>
            <a:endParaRPr/>
          </a:p>
        </p:txBody>
      </p:sp>
    </p:spTree>
    <p:extLst>
      <p:ext uri="{BB962C8B-B14F-4D97-AF65-F5344CB8AC3E}">
        <p14:creationId xmlns:p14="http://schemas.microsoft.com/office/powerpoint/2010/main" val="3497000795"/>
      </p:ext>
    </p:extLst>
  </p:cSld>
  <p:clrMapOvr>
    <a:masterClrMapping/>
  </p:clrMapOvr>
  <p:transition spd="med"/>
</p:sldLayout>
</file>

<file path=ppt/slideLayouts/slideLayout8.xml><?xml version="1.0" encoding="utf-8"?>
<p:sldLayout xmlns:a="http://schemas.openxmlformats.org/drawingml/2006/main" xmlns:r="http://schemas.openxmlformats.org/officeDocument/2006/relationships" xmlns:p="http://schemas.openxmlformats.org/presentationml/2006/main" type="tx">
  <p:cSld name="Screen Green">
    <p:spTree>
      <p:nvGrpSpPr>
        <p:cNvPr id="1" name=""/>
        <p:cNvGrpSpPr/>
        <p:nvPr/>
      </p:nvGrpSpPr>
      <p:grpSpPr>
        <a:xfrm>
          <a:off x="0" y="0"/>
          <a:ext cx="0" cy="0"/>
          <a:chOff x="0" y="0"/>
          <a:chExt cx="0" cy="0"/>
        </a:xfrm>
      </p:grpSpPr>
      <p:sp>
        <p:nvSpPr>
          <p:cNvPr id="97" name="Rectangle"/>
          <p:cNvSpPr/>
          <p:nvPr/>
        </p:nvSpPr>
        <p:spPr>
          <a:xfrm>
            <a:off x="0" y="-1"/>
            <a:ext cx="12192000" cy="6134895"/>
          </a:xfrm>
          <a:prstGeom prst="rect">
            <a:avLst/>
          </a:prstGeom>
          <a:solidFill>
            <a:srgbClr val="63B760"/>
          </a:solidFill>
          <a:ln w="12700">
            <a:miter lim="400000"/>
          </a:ln>
        </p:spPr>
        <p:txBody>
          <a:bodyPr lIns="0" tIns="0" rIns="0" bIns="0" anchor="ctr"/>
          <a:lstStyle/>
          <a:p>
            <a:pPr defTabSz="412750">
              <a:defRPr sz="5000" b="1">
                <a:solidFill>
                  <a:srgbClr val="FFFFFF"/>
                </a:solidFill>
              </a:defRPr>
            </a:pPr>
            <a:endParaRPr sz="2500">
              <a:latin typeface="Gill Sans MT" panose="020B0502020104020203" pitchFamily="34" charset="0"/>
            </a:endParaRPr>
          </a:p>
        </p:txBody>
      </p:sp>
      <p:sp>
        <p:nvSpPr>
          <p:cNvPr id="98" name="Title Text"/>
          <p:cNvSpPr txBox="1">
            <a:spLocks noGrp="1"/>
          </p:cNvSpPr>
          <p:nvPr>
            <p:ph type="title"/>
          </p:nvPr>
        </p:nvSpPr>
        <p:spPr>
          <a:xfrm>
            <a:off x="943793" y="2038821"/>
            <a:ext cx="10304414" cy="2173884"/>
          </a:xfrm>
          <a:prstGeom prst="rect">
            <a:avLst/>
          </a:prstGeom>
        </p:spPr>
        <p:txBody>
          <a:bodyPr anchor="b"/>
          <a:lstStyle>
            <a:lvl1pPr defTabSz="412750">
              <a:defRPr sz="5000" baseline="1998">
                <a:solidFill>
                  <a:srgbClr val="FFFFFF"/>
                </a:solidFill>
              </a:defRPr>
            </a:lvl1pPr>
          </a:lstStyle>
          <a:p>
            <a:r>
              <a:t>Title Text</a:t>
            </a:r>
          </a:p>
        </p:txBody>
      </p:sp>
      <p:sp>
        <p:nvSpPr>
          <p:cNvPr id="99" name="Line"/>
          <p:cNvSpPr/>
          <p:nvPr/>
        </p:nvSpPr>
        <p:spPr>
          <a:xfrm flipV="1">
            <a:off x="570260" y="2030052"/>
            <a:ext cx="1" cy="2277197"/>
          </a:xfrm>
          <a:prstGeom prst="line">
            <a:avLst/>
          </a:prstGeom>
          <a:ln w="127000">
            <a:solidFill>
              <a:srgbClr val="FFFFFF"/>
            </a:solidFill>
            <a:miter lim="400000"/>
          </a:ln>
        </p:spPr>
        <p:txBody>
          <a:bodyPr lIns="22859" tIns="22859" rIns="22859" bIns="22859"/>
          <a:lstStyle/>
          <a:p>
            <a:endParaRPr sz="900">
              <a:latin typeface="Gill Sans MT" panose="020B0502020104020203" pitchFamily="34" charset="0"/>
            </a:endParaRPr>
          </a:p>
        </p:txBody>
      </p:sp>
      <p:sp>
        <p:nvSpPr>
          <p:cNvPr id="100" name="Slide Number"/>
          <p:cNvSpPr txBox="1">
            <a:spLocks noGrp="1"/>
          </p:cNvSpPr>
          <p:nvPr>
            <p:ph type="sldNum" sz="quarter" idx="2"/>
          </p:nvPr>
        </p:nvSpPr>
        <p:spPr>
          <a:xfrm>
            <a:off x="5979516" y="6540500"/>
            <a:ext cx="296556" cy="287258"/>
          </a:xfrm>
          <a:prstGeom prst="rect">
            <a:avLst/>
          </a:prstGeom>
        </p:spPr>
        <p:txBody>
          <a:bodyPr/>
          <a:lstStyle>
            <a:lvl1pPr>
              <a:defRPr sz="1200">
                <a:latin typeface="Helvetica Light"/>
                <a:ea typeface="Helvetica Light"/>
                <a:cs typeface="Helvetica Light"/>
                <a:sym typeface="Helvetica Light"/>
              </a:defRPr>
            </a:lvl1pPr>
          </a:lstStyle>
          <a:p>
            <a:fld id="{86CB4B4D-7CA3-9044-876B-883B54F8677D}" type="slidenum">
              <a:t>‹#›</a:t>
            </a:fld>
            <a:endParaRPr/>
          </a:p>
        </p:txBody>
      </p:sp>
    </p:spTree>
    <p:extLst>
      <p:ext uri="{BB962C8B-B14F-4D97-AF65-F5344CB8AC3E}">
        <p14:creationId xmlns:p14="http://schemas.microsoft.com/office/powerpoint/2010/main" val="923456274"/>
      </p:ext>
    </p:extLst>
  </p:cSld>
  <p:clrMapOvr>
    <a:masterClrMapping/>
  </p:clrMapOvr>
  <p:transition spd="med"/>
</p:sldLayout>
</file>

<file path=ppt/slideLayouts/slideLayout9.xml><?xml version="1.0" encoding="utf-8"?>
<p:sldLayout xmlns:a="http://schemas.openxmlformats.org/drawingml/2006/main" xmlns:r="http://schemas.openxmlformats.org/officeDocument/2006/relationships" xmlns:p="http://schemas.openxmlformats.org/presentationml/2006/main" type="tx">
  <p:cSld name="Screen Yellow">
    <p:spTree>
      <p:nvGrpSpPr>
        <p:cNvPr id="1" name=""/>
        <p:cNvGrpSpPr/>
        <p:nvPr/>
      </p:nvGrpSpPr>
      <p:grpSpPr>
        <a:xfrm>
          <a:off x="0" y="0"/>
          <a:ext cx="0" cy="0"/>
          <a:chOff x="0" y="0"/>
          <a:chExt cx="0" cy="0"/>
        </a:xfrm>
      </p:grpSpPr>
      <p:sp>
        <p:nvSpPr>
          <p:cNvPr id="107" name="Rectangle"/>
          <p:cNvSpPr/>
          <p:nvPr/>
        </p:nvSpPr>
        <p:spPr>
          <a:xfrm>
            <a:off x="0" y="-1"/>
            <a:ext cx="12192000" cy="6134895"/>
          </a:xfrm>
          <a:prstGeom prst="rect">
            <a:avLst/>
          </a:prstGeom>
          <a:solidFill>
            <a:srgbClr val="EDC444"/>
          </a:solidFill>
          <a:ln w="12700">
            <a:miter lim="400000"/>
          </a:ln>
        </p:spPr>
        <p:txBody>
          <a:bodyPr lIns="0" tIns="0" rIns="0" bIns="0" anchor="ctr"/>
          <a:lstStyle/>
          <a:p>
            <a:pPr defTabSz="412750">
              <a:defRPr sz="5000" b="1">
                <a:solidFill>
                  <a:srgbClr val="FFFFFF"/>
                </a:solidFill>
              </a:defRPr>
            </a:pPr>
            <a:endParaRPr sz="2500">
              <a:latin typeface="Gill Sans MT" panose="020B0502020104020203" pitchFamily="34" charset="0"/>
            </a:endParaRPr>
          </a:p>
        </p:txBody>
      </p:sp>
      <p:sp>
        <p:nvSpPr>
          <p:cNvPr id="108" name="Title Text"/>
          <p:cNvSpPr txBox="1">
            <a:spLocks noGrp="1"/>
          </p:cNvSpPr>
          <p:nvPr>
            <p:ph type="title"/>
          </p:nvPr>
        </p:nvSpPr>
        <p:spPr>
          <a:xfrm>
            <a:off x="943793" y="2038821"/>
            <a:ext cx="10304414" cy="2173884"/>
          </a:xfrm>
          <a:prstGeom prst="rect">
            <a:avLst/>
          </a:prstGeom>
        </p:spPr>
        <p:txBody>
          <a:bodyPr anchor="b"/>
          <a:lstStyle>
            <a:lvl1pPr defTabSz="412750">
              <a:defRPr sz="5000" baseline="1998">
                <a:solidFill>
                  <a:srgbClr val="FFFFFF"/>
                </a:solidFill>
              </a:defRPr>
            </a:lvl1pPr>
          </a:lstStyle>
          <a:p>
            <a:r>
              <a:t>Title Text</a:t>
            </a:r>
          </a:p>
        </p:txBody>
      </p:sp>
      <p:sp>
        <p:nvSpPr>
          <p:cNvPr id="109" name="Line"/>
          <p:cNvSpPr/>
          <p:nvPr/>
        </p:nvSpPr>
        <p:spPr>
          <a:xfrm flipV="1">
            <a:off x="570260" y="2030052"/>
            <a:ext cx="1" cy="2277197"/>
          </a:xfrm>
          <a:prstGeom prst="line">
            <a:avLst/>
          </a:prstGeom>
          <a:ln w="127000">
            <a:solidFill>
              <a:srgbClr val="FFFFFF"/>
            </a:solidFill>
            <a:miter lim="400000"/>
          </a:ln>
        </p:spPr>
        <p:txBody>
          <a:bodyPr lIns="22859" tIns="22859" rIns="22859" bIns="22859"/>
          <a:lstStyle/>
          <a:p>
            <a:endParaRPr sz="900">
              <a:latin typeface="Gill Sans MT" panose="020B0502020104020203" pitchFamily="34" charset="0"/>
            </a:endParaRPr>
          </a:p>
        </p:txBody>
      </p:sp>
      <p:sp>
        <p:nvSpPr>
          <p:cNvPr id="110" name="Slide Number"/>
          <p:cNvSpPr txBox="1">
            <a:spLocks noGrp="1"/>
          </p:cNvSpPr>
          <p:nvPr>
            <p:ph type="sldNum" sz="quarter" idx="2"/>
          </p:nvPr>
        </p:nvSpPr>
        <p:spPr>
          <a:xfrm>
            <a:off x="5979516" y="6540500"/>
            <a:ext cx="296556" cy="287258"/>
          </a:xfrm>
          <a:prstGeom prst="rect">
            <a:avLst/>
          </a:prstGeom>
        </p:spPr>
        <p:txBody>
          <a:bodyPr/>
          <a:lstStyle>
            <a:lvl1pPr>
              <a:defRPr sz="1200">
                <a:latin typeface="Helvetica Light"/>
                <a:ea typeface="Helvetica Light"/>
                <a:cs typeface="Helvetica Light"/>
                <a:sym typeface="Helvetica Light"/>
              </a:defRPr>
            </a:lvl1pPr>
          </a:lstStyle>
          <a:p>
            <a:fld id="{86CB4B4D-7CA3-9044-876B-883B54F8677D}" type="slidenum">
              <a:t>‹#›</a:t>
            </a:fld>
            <a:endParaRPr/>
          </a:p>
        </p:txBody>
      </p:sp>
    </p:spTree>
    <p:extLst>
      <p:ext uri="{BB962C8B-B14F-4D97-AF65-F5344CB8AC3E}">
        <p14:creationId xmlns:p14="http://schemas.microsoft.com/office/powerpoint/2010/main" val="267436002"/>
      </p:ext>
    </p:extLst>
  </p:cSld>
  <p:clrMapOvr>
    <a:masterClrMapping/>
  </p:clrMapOvr>
  <p:transition spd="med"/>
</p:sldLayout>
</file>

<file path=ppt/slideLayouts/slideLayout10.xml><?xml version="1.0" encoding="utf-8"?>
<p:sldLayout xmlns:a="http://schemas.openxmlformats.org/drawingml/2006/main" xmlns:r="http://schemas.openxmlformats.org/officeDocument/2006/relationships" xmlns:p="http://schemas.openxmlformats.org/presentationml/2006/main" type="tx">
  <p:cSld name="Screen Red">
    <p:spTree>
      <p:nvGrpSpPr>
        <p:cNvPr id="1" name=""/>
        <p:cNvGrpSpPr/>
        <p:nvPr/>
      </p:nvGrpSpPr>
      <p:grpSpPr>
        <a:xfrm>
          <a:off x="0" y="0"/>
          <a:ext cx="0" cy="0"/>
          <a:chOff x="0" y="0"/>
          <a:chExt cx="0" cy="0"/>
        </a:xfrm>
      </p:grpSpPr>
      <p:sp>
        <p:nvSpPr>
          <p:cNvPr id="117" name="Rectangle"/>
          <p:cNvSpPr/>
          <p:nvPr/>
        </p:nvSpPr>
        <p:spPr>
          <a:xfrm>
            <a:off x="0" y="-1"/>
            <a:ext cx="12192000" cy="6134895"/>
          </a:xfrm>
          <a:prstGeom prst="rect">
            <a:avLst/>
          </a:prstGeom>
          <a:solidFill>
            <a:srgbClr val="CA423E"/>
          </a:solidFill>
          <a:ln w="12700">
            <a:miter lim="400000"/>
          </a:ln>
        </p:spPr>
        <p:txBody>
          <a:bodyPr lIns="0" tIns="0" rIns="0" bIns="0" anchor="ctr"/>
          <a:lstStyle/>
          <a:p>
            <a:pPr defTabSz="412750">
              <a:defRPr sz="5000" b="1">
                <a:solidFill>
                  <a:srgbClr val="FFFFFF"/>
                </a:solidFill>
              </a:defRPr>
            </a:pPr>
            <a:endParaRPr sz="2500">
              <a:latin typeface="Gill Sans MT" panose="020B0502020104020203" pitchFamily="34" charset="0"/>
            </a:endParaRPr>
          </a:p>
        </p:txBody>
      </p:sp>
      <p:sp>
        <p:nvSpPr>
          <p:cNvPr id="118" name="Title Text"/>
          <p:cNvSpPr txBox="1">
            <a:spLocks noGrp="1"/>
          </p:cNvSpPr>
          <p:nvPr>
            <p:ph type="title"/>
          </p:nvPr>
        </p:nvSpPr>
        <p:spPr>
          <a:xfrm>
            <a:off x="943793" y="2038821"/>
            <a:ext cx="10304414" cy="2173884"/>
          </a:xfrm>
          <a:prstGeom prst="rect">
            <a:avLst/>
          </a:prstGeom>
        </p:spPr>
        <p:txBody>
          <a:bodyPr anchor="b"/>
          <a:lstStyle>
            <a:lvl1pPr defTabSz="412750">
              <a:defRPr sz="5000" baseline="1998">
                <a:solidFill>
                  <a:srgbClr val="FFFFFF"/>
                </a:solidFill>
              </a:defRPr>
            </a:lvl1pPr>
          </a:lstStyle>
          <a:p>
            <a:r>
              <a:t>Title Text</a:t>
            </a:r>
          </a:p>
        </p:txBody>
      </p:sp>
      <p:sp>
        <p:nvSpPr>
          <p:cNvPr id="119" name="Line"/>
          <p:cNvSpPr/>
          <p:nvPr/>
        </p:nvSpPr>
        <p:spPr>
          <a:xfrm flipV="1">
            <a:off x="570260" y="2030052"/>
            <a:ext cx="1" cy="2277197"/>
          </a:xfrm>
          <a:prstGeom prst="line">
            <a:avLst/>
          </a:prstGeom>
          <a:ln w="127000">
            <a:solidFill>
              <a:srgbClr val="FFFFFF"/>
            </a:solidFill>
            <a:miter lim="400000"/>
          </a:ln>
        </p:spPr>
        <p:txBody>
          <a:bodyPr lIns="22859" tIns="22859" rIns="22859" bIns="22859"/>
          <a:lstStyle/>
          <a:p>
            <a:endParaRPr sz="900">
              <a:latin typeface="Gill Sans MT" panose="020B0502020104020203" pitchFamily="34" charset="0"/>
            </a:endParaRPr>
          </a:p>
        </p:txBody>
      </p:sp>
      <p:sp>
        <p:nvSpPr>
          <p:cNvPr id="120" name="Slide Number"/>
          <p:cNvSpPr txBox="1">
            <a:spLocks noGrp="1"/>
          </p:cNvSpPr>
          <p:nvPr>
            <p:ph type="sldNum" sz="quarter" idx="2"/>
          </p:nvPr>
        </p:nvSpPr>
        <p:spPr>
          <a:xfrm>
            <a:off x="5979516" y="6540500"/>
            <a:ext cx="296556" cy="287258"/>
          </a:xfrm>
          <a:prstGeom prst="rect">
            <a:avLst/>
          </a:prstGeom>
        </p:spPr>
        <p:txBody>
          <a:bodyPr/>
          <a:lstStyle>
            <a:lvl1pPr>
              <a:defRPr sz="1200">
                <a:latin typeface="Helvetica Light"/>
                <a:ea typeface="Helvetica Light"/>
                <a:cs typeface="Helvetica Light"/>
                <a:sym typeface="Helvetica Light"/>
              </a:defRPr>
            </a:lvl1pPr>
          </a:lstStyle>
          <a:p>
            <a:fld id="{86CB4B4D-7CA3-9044-876B-883B54F8677D}" type="slidenum">
              <a:t>‹#›</a:t>
            </a:fld>
            <a:endParaRPr/>
          </a:p>
        </p:txBody>
      </p:sp>
    </p:spTree>
    <p:extLst>
      <p:ext uri="{BB962C8B-B14F-4D97-AF65-F5344CB8AC3E}">
        <p14:creationId xmlns:p14="http://schemas.microsoft.com/office/powerpoint/2010/main" val="3689526704"/>
      </p:ext>
    </p:extLst>
  </p:cSld>
  <p:clrMapOvr>
    <a:masterClrMapping/>
  </p:clrMapOvr>
  <p:transition spd="med"/>
</p:sldLayout>
</file>

<file path=ppt/slideLayouts/slideLayout11.xml><?xml version="1.0" encoding="utf-8"?>
<p:sldLayout xmlns:a="http://schemas.openxmlformats.org/drawingml/2006/main" xmlns:r="http://schemas.openxmlformats.org/officeDocument/2006/relationships" xmlns:p="http://schemas.openxmlformats.org/presentationml/2006/main" type="tx">
  <p:cSld name="Final">
    <p:spTree>
      <p:nvGrpSpPr>
        <p:cNvPr id="1" name=""/>
        <p:cNvGrpSpPr/>
        <p:nvPr/>
      </p:nvGrpSpPr>
      <p:grpSpPr>
        <a:xfrm>
          <a:off x="0" y="0"/>
          <a:ext cx="0" cy="0"/>
          <a:chOff x="0" y="0"/>
          <a:chExt cx="0" cy="0"/>
        </a:xfrm>
      </p:grpSpPr>
      <p:sp>
        <p:nvSpPr>
          <p:cNvPr id="127" name="Rectangle"/>
          <p:cNvSpPr/>
          <p:nvPr/>
        </p:nvSpPr>
        <p:spPr>
          <a:xfrm>
            <a:off x="0" y="-16768"/>
            <a:ext cx="12192000" cy="6032004"/>
          </a:xfrm>
          <a:prstGeom prst="rect">
            <a:avLst/>
          </a:prstGeom>
          <a:solidFill>
            <a:srgbClr val="419CFF"/>
          </a:solidFill>
          <a:ln w="12700">
            <a:miter lim="400000"/>
          </a:ln>
        </p:spPr>
        <p:txBody>
          <a:bodyPr lIns="0" tIns="0" rIns="0" bIns="0" anchor="ctr"/>
          <a:lstStyle/>
          <a:p>
            <a:pPr defTabSz="412750">
              <a:defRPr sz="5000" b="1">
                <a:solidFill>
                  <a:srgbClr val="FFFFFF"/>
                </a:solidFill>
              </a:defRPr>
            </a:pPr>
            <a:endParaRPr sz="2500">
              <a:latin typeface="Gill Sans MT" panose="020B0502020104020203" pitchFamily="34" charset="0"/>
            </a:endParaRPr>
          </a:p>
        </p:txBody>
      </p:sp>
      <p:sp>
        <p:nvSpPr>
          <p:cNvPr id="128" name="Title Text"/>
          <p:cNvSpPr txBox="1">
            <a:spLocks noGrp="1"/>
          </p:cNvSpPr>
          <p:nvPr>
            <p:ph type="title"/>
          </p:nvPr>
        </p:nvSpPr>
        <p:spPr>
          <a:xfrm>
            <a:off x="943793" y="2038821"/>
            <a:ext cx="10304414" cy="2173884"/>
          </a:xfrm>
          <a:prstGeom prst="rect">
            <a:avLst/>
          </a:prstGeom>
        </p:spPr>
        <p:txBody>
          <a:bodyPr/>
          <a:lstStyle>
            <a:lvl1pPr algn="ctr" defTabSz="412750">
              <a:defRPr sz="6000" b="0" baseline="1666">
                <a:solidFill>
                  <a:srgbClr val="FFFFFF"/>
                </a:solidFill>
              </a:defRPr>
            </a:lvl1pPr>
          </a:lstStyle>
          <a:p>
            <a:r>
              <a:t>Title Text</a:t>
            </a:r>
          </a:p>
        </p:txBody>
      </p:sp>
      <p:sp>
        <p:nvSpPr>
          <p:cNvPr id="129" name="Slide Number"/>
          <p:cNvSpPr txBox="1">
            <a:spLocks noGrp="1"/>
          </p:cNvSpPr>
          <p:nvPr>
            <p:ph type="sldNum" sz="quarter" idx="2"/>
          </p:nvPr>
        </p:nvSpPr>
        <p:spPr>
          <a:xfrm>
            <a:off x="5979516" y="6540500"/>
            <a:ext cx="296556" cy="287258"/>
          </a:xfrm>
          <a:prstGeom prst="rect">
            <a:avLst/>
          </a:prstGeom>
        </p:spPr>
        <p:txBody>
          <a:bodyPr/>
          <a:lstStyle>
            <a:lvl1pPr>
              <a:defRPr sz="1200">
                <a:latin typeface="Helvetica Light"/>
                <a:ea typeface="Helvetica Light"/>
                <a:cs typeface="Helvetica Light"/>
                <a:sym typeface="Helvetica Light"/>
              </a:defRPr>
            </a:lvl1pPr>
          </a:lstStyle>
          <a:p>
            <a:fld id="{86CB4B4D-7CA3-9044-876B-883B54F8677D}" type="slidenum">
              <a:t>‹#›</a:t>
            </a:fld>
            <a:endParaRPr/>
          </a:p>
        </p:txBody>
      </p:sp>
    </p:spTree>
    <p:extLst>
      <p:ext uri="{BB962C8B-B14F-4D97-AF65-F5344CB8AC3E}">
        <p14:creationId xmlns:p14="http://schemas.microsoft.com/office/powerpoint/2010/main" val="3010783724"/>
      </p:ext>
    </p:extLst>
  </p:cSld>
  <p:clrMapOvr>
    <a:masterClrMapping/>
  </p:clrMapOvr>
  <p:transition spd="med"/>
</p:sldLayout>
</file>

<file path=ppt/slideLayouts/slideLayout12.xml><?xml version="1.0" encoding="utf-8"?>
<p:sldLayout xmlns:a="http://schemas.openxmlformats.org/drawingml/2006/main" xmlns:r="http://schemas.openxmlformats.org/officeDocument/2006/relationships" xmlns:p="http://schemas.openxmlformats.org/presentationml/2006/main" type="tx">
  <p:cSld name="Title &amp; Bullets">
    <p:spTree>
      <p:nvGrpSpPr>
        <p:cNvPr id="1" name=""/>
        <p:cNvGrpSpPr/>
        <p:nvPr/>
      </p:nvGrpSpPr>
      <p:grpSpPr>
        <a:xfrm>
          <a:off x="0" y="0"/>
          <a:ext cx="0" cy="0"/>
          <a:chOff x="0" y="0"/>
          <a:chExt cx="0" cy="0"/>
        </a:xfrm>
      </p:grpSpPr>
      <p:sp>
        <p:nvSpPr>
          <p:cNvPr id="136" name="Title Text"/>
          <p:cNvSpPr txBox="1">
            <a:spLocks noGrp="1"/>
          </p:cNvSpPr>
          <p:nvPr>
            <p:ph type="title"/>
          </p:nvPr>
        </p:nvSpPr>
        <p:spPr>
          <a:xfrm>
            <a:off x="2193727" y="178594"/>
            <a:ext cx="7804547" cy="1518048"/>
          </a:xfrm>
          <a:prstGeom prst="rect">
            <a:avLst/>
          </a:prstGeom>
        </p:spPr>
        <p:txBody>
          <a:bodyPr lIns="71437" tIns="71437" rIns="71437" bIns="71437"/>
          <a:lstStyle>
            <a:lvl1pPr algn="ctr" defTabSz="410766">
              <a:defRPr sz="3500" b="0" baseline="0">
                <a:solidFill>
                  <a:srgbClr val="FFFFFF"/>
                </a:solidFill>
              </a:defRPr>
            </a:lvl1pPr>
          </a:lstStyle>
          <a:p>
            <a:r>
              <a:t>Title Text</a:t>
            </a:r>
          </a:p>
        </p:txBody>
      </p:sp>
      <p:sp>
        <p:nvSpPr>
          <p:cNvPr id="137" name="Body Level One…"/>
          <p:cNvSpPr txBox="1">
            <a:spLocks noGrp="1"/>
          </p:cNvSpPr>
          <p:nvPr>
            <p:ph type="body" idx="1"/>
          </p:nvPr>
        </p:nvSpPr>
        <p:spPr>
          <a:xfrm>
            <a:off x="2193727" y="1821656"/>
            <a:ext cx="7804547" cy="4420196"/>
          </a:xfrm>
          <a:prstGeom prst="rect">
            <a:avLst/>
          </a:prstGeom>
        </p:spPr>
        <p:txBody>
          <a:bodyPr lIns="71437" tIns="71437" rIns="71437" bIns="71437" anchor="ctr"/>
          <a:lstStyle>
            <a:lvl1pPr marL="222250" indent="-222250" defTabSz="410766">
              <a:buSzPct val="145000"/>
              <a:buChar char="•"/>
              <a:defRPr sz="1600">
                <a:solidFill>
                  <a:srgbClr val="FFFFFF"/>
                </a:solidFill>
              </a:defRPr>
            </a:lvl1pPr>
            <a:lvl2pPr marL="444500" indent="-222250" defTabSz="410766">
              <a:buSzPct val="145000"/>
              <a:buChar char="•"/>
              <a:defRPr sz="1600">
                <a:solidFill>
                  <a:srgbClr val="FFFFFF"/>
                </a:solidFill>
              </a:defRPr>
            </a:lvl2pPr>
            <a:lvl3pPr marL="666750" indent="-222250" defTabSz="410766">
              <a:buSzPct val="145000"/>
              <a:buChar char="•"/>
              <a:defRPr sz="1600">
                <a:solidFill>
                  <a:srgbClr val="FFFFFF"/>
                </a:solidFill>
              </a:defRPr>
            </a:lvl3pPr>
            <a:lvl4pPr marL="889000" indent="-222250" defTabSz="410766">
              <a:buSzPct val="145000"/>
              <a:buChar char="•"/>
              <a:defRPr sz="1600">
                <a:solidFill>
                  <a:srgbClr val="FFFFFF"/>
                </a:solidFill>
              </a:defRPr>
            </a:lvl4pPr>
            <a:lvl5pPr marL="1111250" indent="-222250" defTabSz="410766">
              <a:buSzPct val="145000"/>
              <a:buChar char="•"/>
              <a:defRPr sz="1600">
                <a:solidFill>
                  <a:srgbClr val="FFFFFF"/>
                </a:solidFill>
              </a:defRPr>
            </a:lvl5pPr>
          </a:lstStyle>
          <a:p>
            <a:r>
              <a:t>Body Level One</a:t>
            </a:r>
          </a:p>
          <a:p>
            <a:pPr lvl="1"/>
            <a:r>
              <a:t>Body Level Two</a:t>
            </a:r>
          </a:p>
          <a:p>
            <a:pPr lvl="2"/>
            <a:r>
              <a:t>Body Level Three</a:t>
            </a:r>
          </a:p>
          <a:p>
            <a:pPr lvl="3"/>
            <a:r>
              <a:t>Body Level Four</a:t>
            </a:r>
          </a:p>
          <a:p>
            <a:pPr lvl="4"/>
            <a:r>
              <a:t>Body Level Five</a:t>
            </a:r>
          </a:p>
        </p:txBody>
      </p:sp>
      <p:sp>
        <p:nvSpPr>
          <p:cNvPr id="138" name="Slide Number"/>
          <p:cNvSpPr txBox="1">
            <a:spLocks noGrp="1"/>
          </p:cNvSpPr>
          <p:nvPr>
            <p:ph type="sldNum" sz="quarter" idx="2"/>
          </p:nvPr>
        </p:nvSpPr>
        <p:spPr>
          <a:xfrm>
            <a:off x="5977052" y="6536531"/>
            <a:ext cx="322203" cy="313546"/>
          </a:xfrm>
          <a:prstGeom prst="rect">
            <a:avLst/>
          </a:prstGeom>
        </p:spPr>
        <p:txBody>
          <a:bodyPr lIns="71437" tIns="71437" rIns="71437" bIns="71437"/>
          <a:lstStyle>
            <a:lvl1pPr defTabSz="410766">
              <a:defRPr sz="1100">
                <a:solidFill>
                  <a:srgbClr val="FFFFFF"/>
                </a:solidFill>
                <a:latin typeface="Helvetica Neue Light"/>
                <a:ea typeface="Helvetica Neue Light"/>
                <a:cs typeface="Helvetica Neue Light"/>
                <a:sym typeface="Helvetica Neue Light"/>
              </a:defRPr>
            </a:lvl1pPr>
          </a:lstStyle>
          <a:p>
            <a:fld id="{86CB4B4D-7CA3-9044-876B-883B54F8677D}" type="slidenum">
              <a:t>‹#›</a:t>
            </a:fld>
            <a:endParaRPr/>
          </a:p>
        </p:txBody>
      </p:sp>
    </p:spTree>
    <p:extLst>
      <p:ext uri="{BB962C8B-B14F-4D97-AF65-F5344CB8AC3E}">
        <p14:creationId xmlns:p14="http://schemas.microsoft.com/office/powerpoint/2010/main" val="2684507082"/>
      </p:ext>
    </p:extLst>
  </p:cSld>
  <p:clrMapOvr>
    <a:masterClrMapping/>
  </p:clrMapOvr>
  <p:transition spd="med"/>
</p:sldLayout>
</file>

<file path=ppt/slideLayouts/slideLayout13.xml><?xml version="1.0" encoding="utf-8"?>
<p:sldLayout xmlns:a="http://schemas.openxmlformats.org/drawingml/2006/main" xmlns:r="http://schemas.openxmlformats.org/officeDocument/2006/relationships" xmlns:p="http://schemas.openxmlformats.org/presentationml/2006/main" type="obj">
  <p:cSld name="Title and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E3B14A3-DCCD-1F67-5A43-D409DDA7F057}"/>
              </a:ext>
            </a:extLst>
          </p:cNvPr>
          <p:cNvSpPr>
            <a:spLocks noGrp="1"/>
          </p:cNvSpPr>
          <p:nvPr>
            <p:ph type="title"/>
          </p:nvPr>
        </p:nvSpPr>
        <p:spPr/>
        <p:txBody>
          <a:bodyPr/>
          <a:lstStyle/>
          <a:p>
            <a:r>
              <a:rPr lang="en-US"/>
              <a:t>Click to edit Master title style</a:t>
            </a:r>
          </a:p>
        </p:txBody>
      </p:sp>
      <p:sp>
        <p:nvSpPr>
          <p:cNvPr id="3" name="Content Placeholder 2">
            <a:extLst>
              <a:ext uri="{FF2B5EF4-FFF2-40B4-BE49-F238E27FC236}">
                <a16:creationId xmlns:a16="http://schemas.microsoft.com/office/drawing/2014/main" id="{9C99C241-D7F8-3937-C18B-364EFE4B9320}"/>
              </a:ext>
            </a:extLst>
          </p:cNvPr>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EC411B77-9054-FFAD-AEB3-F44121FC269D}"/>
              </a:ext>
            </a:extLst>
          </p:cNvPr>
          <p:cNvSpPr>
            <a:spLocks noGrp="1"/>
          </p:cNvSpPr>
          <p:nvPr>
            <p:ph type="dt" sz="half" idx="10"/>
          </p:nvPr>
        </p:nvSpPr>
        <p:spPr/>
        <p:txBody>
          <a:bodyPr/>
          <a:lstStyle/>
          <a:p>
            <a:fld id="{4110DD41-9B81-A544-8498-92133950A0E4}" type="datetime1">
              <a:rPr lang="en-US" smtClean="0"/>
              <a:t>2/4/26</a:t>
            </a:fld>
            <a:endParaRPr lang="en-US"/>
          </a:p>
        </p:txBody>
      </p:sp>
      <p:sp>
        <p:nvSpPr>
          <p:cNvPr id="5" name="Footer Placeholder 4">
            <a:extLst>
              <a:ext uri="{FF2B5EF4-FFF2-40B4-BE49-F238E27FC236}">
                <a16:creationId xmlns:a16="http://schemas.microsoft.com/office/drawing/2014/main" id="{0E8A69CF-9400-12F2-90B6-21413E6004E4}"/>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B0915769-C2E4-40A2-0D1B-A3522EC4B970}"/>
              </a:ext>
            </a:extLst>
          </p:cNvPr>
          <p:cNvSpPr>
            <a:spLocks noGrp="1"/>
          </p:cNvSpPr>
          <p:nvPr>
            <p:ph type="sldNum" sz="quarter" idx="12"/>
          </p:nvPr>
        </p:nvSpPr>
        <p:spPr/>
        <p:txBody>
          <a:bodyPr/>
          <a:lstStyle/>
          <a:p>
            <a:fld id="{EB31991F-E3FA-3A41-8A65-A6D6C0B5A2D4}" type="slidenum">
              <a:rPr lang="en-US" smtClean="0"/>
              <a:t>‹#›</a:t>
            </a:fld>
            <a:endParaRPr lang="en-US"/>
          </a:p>
        </p:txBody>
      </p:sp>
    </p:spTree>
    <p:extLst>
      <p:ext uri="{BB962C8B-B14F-4D97-AF65-F5344CB8AC3E}">
        <p14:creationId xmlns:p14="http://schemas.microsoft.com/office/powerpoint/2010/main" val="4181490276"/>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slideLayout" Target="../slideLayouts/slideLayout13.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slideLayout" Target="../slideLayouts/slideLayout12.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3" name="Title Text"/>
          <p:cNvSpPr txBox="1">
            <a:spLocks noGrp="1"/>
          </p:cNvSpPr>
          <p:nvPr>
            <p:ph type="title"/>
          </p:nvPr>
        </p:nvSpPr>
        <p:spPr>
          <a:xfrm>
            <a:off x="799356" y="177800"/>
            <a:ext cx="10593290" cy="1143000"/>
          </a:xfrm>
          <a:prstGeom prst="rect">
            <a:avLst/>
          </a:prstGeom>
          <a:ln w="12700">
            <a:miter lim="400000"/>
          </a:ln>
          <a:extLst>
            <a:ext uri="{C572A759-6A51-4108-AA02-DFA0A04FC94B}">
              <ma14:wrappingTextBoxFlag xmlns:m="http://schemas.openxmlformats.org/officeDocument/2006/math" xmlns:a14="http://schemas.microsoft.com/office/drawing/2010/main" xmlns:ma14="http://schemas.microsoft.com/office/mac/drawingml/2011/main" xmlns="" val="1"/>
            </a:ext>
          </a:extLst>
        </p:spPr>
        <p:txBody>
          <a:bodyPr lIns="50800" tIns="50800" rIns="50800" bIns="50800" anchor="ctr">
            <a:normAutofit/>
          </a:bodyPr>
          <a:lstStyle/>
          <a:p>
            <a:r>
              <a:t>Title Text</a:t>
            </a:r>
          </a:p>
        </p:txBody>
      </p:sp>
      <p:sp>
        <p:nvSpPr>
          <p:cNvPr id="4" name="Body Level One…"/>
          <p:cNvSpPr txBox="1">
            <a:spLocks noGrp="1"/>
          </p:cNvSpPr>
          <p:nvPr>
            <p:ph type="body" idx="1"/>
          </p:nvPr>
        </p:nvSpPr>
        <p:spPr>
          <a:xfrm>
            <a:off x="844550" y="1574800"/>
            <a:ext cx="10502900" cy="4648200"/>
          </a:xfrm>
          <a:prstGeom prst="rect">
            <a:avLst/>
          </a:prstGeom>
          <a:ln w="12700">
            <a:miter lim="400000"/>
          </a:ln>
          <a:extLst>
            <a:ext uri="{C572A759-6A51-4108-AA02-DFA0A04FC94B}">
              <ma14:wrappingTextBoxFlag xmlns:m="http://schemas.openxmlformats.org/officeDocument/2006/math" xmlns:a14="http://schemas.microsoft.com/office/drawing/2010/main" xmlns:ma14="http://schemas.microsoft.com/office/mac/drawingml/2011/main" xmlns="" val="1"/>
            </a:ext>
          </a:extLst>
        </p:spPr>
        <p:txBody>
          <a:bodyPr lIns="50800" tIns="50800" rIns="50800" bIns="50800">
            <a:normAutofit/>
          </a:bodyPr>
          <a:lstStyle/>
          <a:p>
            <a:r>
              <a:t>Body Level One</a:t>
            </a:r>
          </a:p>
          <a:p>
            <a:pPr lvl="1"/>
            <a:r>
              <a:t>Body Level Two</a:t>
            </a:r>
          </a:p>
          <a:p>
            <a:pPr lvl="2"/>
            <a:r>
              <a:t>Body Level Three</a:t>
            </a:r>
          </a:p>
          <a:p>
            <a:pPr lvl="3"/>
            <a:r>
              <a:t>Body Level Four</a:t>
            </a:r>
          </a:p>
          <a:p>
            <a:pPr lvl="4"/>
            <a:r>
              <a:t>Body Level Five</a:t>
            </a:r>
          </a:p>
        </p:txBody>
      </p:sp>
      <p:sp>
        <p:nvSpPr>
          <p:cNvPr id="5" name="Slide Number"/>
          <p:cNvSpPr txBox="1">
            <a:spLocks noGrp="1"/>
          </p:cNvSpPr>
          <p:nvPr>
            <p:ph type="sldNum" sz="quarter" idx="2"/>
          </p:nvPr>
        </p:nvSpPr>
        <p:spPr>
          <a:xfrm>
            <a:off x="11630016" y="6400800"/>
            <a:ext cx="381515" cy="379591"/>
          </a:xfrm>
          <a:prstGeom prst="rect">
            <a:avLst/>
          </a:prstGeom>
          <a:ln w="12700">
            <a:miter lim="400000"/>
          </a:ln>
        </p:spPr>
        <p:txBody>
          <a:bodyPr wrap="none" lIns="50800" tIns="50800" rIns="50800" bIns="50800">
            <a:spAutoFit/>
          </a:bodyPr>
          <a:lstStyle>
            <a:lvl1pPr defTabSz="412750">
              <a:defRPr sz="1800">
                <a:solidFill>
                  <a:srgbClr val="000000"/>
                </a:solidFill>
                <a:latin typeface="Gill Sans MT" panose="020B0502020104020203" pitchFamily="34" charset="0"/>
              </a:defRPr>
            </a:lvl1pPr>
          </a:lstStyle>
          <a:p>
            <a:fld id="{86CB4B4D-7CA3-9044-876B-883B54F8677D}" type="slidenum">
              <a:rPr lang="en-US" smtClean="0"/>
              <a:pPr/>
              <a:t>‹#›</a:t>
            </a:fld>
            <a:endParaRPr lang="en-US"/>
          </a:p>
        </p:txBody>
      </p:sp>
    </p:spTree>
    <p:extLst>
      <p:ext uri="{BB962C8B-B14F-4D97-AF65-F5344CB8AC3E}">
        <p14:creationId xmlns:p14="http://schemas.microsoft.com/office/powerpoint/2010/main" val="2992165235"/>
      </p:ext>
    </p:extLst>
  </p:cSld>
  <p:clrMap bg1="lt1" tx1="dk1" bg2="lt2" tx2="dk2" accent1="accent1" accent2="accent2" accent3="accent3" accent4="accent4" accent5="accent5" accent6="accent6" hlink="hlink" folHlink="folHlink"/>
  <p:sldLayoutIdLst>
    <p:sldLayoutId id="2147483661" r:id="rId1"/>
    <p:sldLayoutId id="2147483662" r:id="rId2"/>
    <p:sldLayoutId id="2147483663" r:id="rId3"/>
    <p:sldLayoutId id="2147483664" r:id="rId4"/>
    <p:sldLayoutId id="2147483665" r:id="rId5"/>
    <p:sldLayoutId id="2147483666" r:id="rId6"/>
    <p:sldLayoutId id="2147483667" r:id="rId7"/>
    <p:sldLayoutId id="2147483668" r:id="rId8"/>
    <p:sldLayoutId id="2147483669" r:id="rId9"/>
    <p:sldLayoutId id="2147483670" r:id="rId10"/>
    <p:sldLayoutId id="2147483671" r:id="rId11"/>
    <p:sldLayoutId id="2147483672" r:id="rId12"/>
    <p:sldLayoutId id="2147483673" r:id="rId13"/>
  </p:sldLayoutIdLst>
  <p:transition spd="med"/>
  <p:hf hdr="0" ftr="0" dt="0"/>
  <p:txStyles>
    <p:titleStyle>
      <a:lvl1pPr marL="0" marR="0" indent="0" algn="l" defTabSz="367347" rtl="0" latinLnBrk="0">
        <a:lnSpc>
          <a:spcPct val="100000"/>
        </a:lnSpc>
        <a:spcBef>
          <a:spcPts val="0"/>
        </a:spcBef>
        <a:spcAft>
          <a:spcPts val="0"/>
        </a:spcAft>
        <a:buClrTx/>
        <a:buSzTx/>
        <a:buFontTx/>
        <a:buNone/>
        <a:tabLst/>
        <a:defRPr sz="4000" b="1" i="0" u="none" strike="noStrike" cap="none" spc="0" baseline="2495">
          <a:solidFill>
            <a:srgbClr val="111111"/>
          </a:solidFill>
          <a:uFillTx/>
          <a:latin typeface="Gill Sans MT" panose="020B0502020104020203" pitchFamily="34" charset="0"/>
          <a:ea typeface="+mn-ea"/>
          <a:cs typeface="+mn-cs"/>
          <a:sym typeface="Helvetica"/>
        </a:defRPr>
      </a:lvl1pPr>
      <a:lvl2pPr marL="0" marR="0" indent="0" algn="l" defTabSz="367347" rtl="0" latinLnBrk="0">
        <a:lnSpc>
          <a:spcPct val="100000"/>
        </a:lnSpc>
        <a:spcBef>
          <a:spcPts val="0"/>
        </a:spcBef>
        <a:spcAft>
          <a:spcPts val="0"/>
        </a:spcAft>
        <a:buClrTx/>
        <a:buSzTx/>
        <a:buFontTx/>
        <a:buNone/>
        <a:tabLst/>
        <a:defRPr sz="4000" b="1" i="0" u="none" strike="noStrike" cap="none" spc="0" baseline="2495">
          <a:solidFill>
            <a:srgbClr val="111111"/>
          </a:solidFill>
          <a:uFillTx/>
          <a:latin typeface="+mn-lt"/>
          <a:ea typeface="+mn-ea"/>
          <a:cs typeface="+mn-cs"/>
          <a:sym typeface="Helvetica"/>
        </a:defRPr>
      </a:lvl2pPr>
      <a:lvl3pPr marL="0" marR="0" indent="0" algn="l" defTabSz="367347" rtl="0" latinLnBrk="0">
        <a:lnSpc>
          <a:spcPct val="100000"/>
        </a:lnSpc>
        <a:spcBef>
          <a:spcPts val="0"/>
        </a:spcBef>
        <a:spcAft>
          <a:spcPts val="0"/>
        </a:spcAft>
        <a:buClrTx/>
        <a:buSzTx/>
        <a:buFontTx/>
        <a:buNone/>
        <a:tabLst/>
        <a:defRPr sz="4000" b="1" i="0" u="none" strike="noStrike" cap="none" spc="0" baseline="2495">
          <a:solidFill>
            <a:srgbClr val="111111"/>
          </a:solidFill>
          <a:uFillTx/>
          <a:latin typeface="+mn-lt"/>
          <a:ea typeface="+mn-ea"/>
          <a:cs typeface="+mn-cs"/>
          <a:sym typeface="Helvetica"/>
        </a:defRPr>
      </a:lvl3pPr>
      <a:lvl4pPr marL="0" marR="0" indent="0" algn="l" defTabSz="367347" rtl="0" latinLnBrk="0">
        <a:lnSpc>
          <a:spcPct val="100000"/>
        </a:lnSpc>
        <a:spcBef>
          <a:spcPts val="0"/>
        </a:spcBef>
        <a:spcAft>
          <a:spcPts val="0"/>
        </a:spcAft>
        <a:buClrTx/>
        <a:buSzTx/>
        <a:buFontTx/>
        <a:buNone/>
        <a:tabLst/>
        <a:defRPr sz="4000" b="1" i="0" u="none" strike="noStrike" cap="none" spc="0" baseline="2495">
          <a:solidFill>
            <a:srgbClr val="111111"/>
          </a:solidFill>
          <a:uFillTx/>
          <a:latin typeface="+mn-lt"/>
          <a:ea typeface="+mn-ea"/>
          <a:cs typeface="+mn-cs"/>
          <a:sym typeface="Helvetica"/>
        </a:defRPr>
      </a:lvl4pPr>
      <a:lvl5pPr marL="0" marR="0" indent="0" algn="l" defTabSz="367347" rtl="0" latinLnBrk="0">
        <a:lnSpc>
          <a:spcPct val="100000"/>
        </a:lnSpc>
        <a:spcBef>
          <a:spcPts val="0"/>
        </a:spcBef>
        <a:spcAft>
          <a:spcPts val="0"/>
        </a:spcAft>
        <a:buClrTx/>
        <a:buSzTx/>
        <a:buFontTx/>
        <a:buNone/>
        <a:tabLst/>
        <a:defRPr sz="4000" b="1" i="0" u="none" strike="noStrike" cap="none" spc="0" baseline="2495">
          <a:solidFill>
            <a:srgbClr val="111111"/>
          </a:solidFill>
          <a:uFillTx/>
          <a:latin typeface="+mn-lt"/>
          <a:ea typeface="+mn-ea"/>
          <a:cs typeface="+mn-cs"/>
          <a:sym typeface="Helvetica"/>
        </a:defRPr>
      </a:lvl5pPr>
      <a:lvl6pPr marL="0" marR="0" indent="0" algn="l" defTabSz="367347" rtl="0" latinLnBrk="0">
        <a:lnSpc>
          <a:spcPct val="100000"/>
        </a:lnSpc>
        <a:spcBef>
          <a:spcPts val="0"/>
        </a:spcBef>
        <a:spcAft>
          <a:spcPts val="0"/>
        </a:spcAft>
        <a:buClrTx/>
        <a:buSzTx/>
        <a:buFontTx/>
        <a:buNone/>
        <a:tabLst/>
        <a:defRPr sz="4000" b="1" i="0" u="none" strike="noStrike" cap="none" spc="0" baseline="2495">
          <a:solidFill>
            <a:srgbClr val="111111"/>
          </a:solidFill>
          <a:uFillTx/>
          <a:latin typeface="+mn-lt"/>
          <a:ea typeface="+mn-ea"/>
          <a:cs typeface="+mn-cs"/>
          <a:sym typeface="Helvetica"/>
        </a:defRPr>
      </a:lvl6pPr>
      <a:lvl7pPr marL="0" marR="0" indent="0" algn="l" defTabSz="367347" rtl="0" latinLnBrk="0">
        <a:lnSpc>
          <a:spcPct val="100000"/>
        </a:lnSpc>
        <a:spcBef>
          <a:spcPts val="0"/>
        </a:spcBef>
        <a:spcAft>
          <a:spcPts val="0"/>
        </a:spcAft>
        <a:buClrTx/>
        <a:buSzTx/>
        <a:buFontTx/>
        <a:buNone/>
        <a:tabLst/>
        <a:defRPr sz="4000" b="1" i="0" u="none" strike="noStrike" cap="none" spc="0" baseline="2495">
          <a:solidFill>
            <a:srgbClr val="111111"/>
          </a:solidFill>
          <a:uFillTx/>
          <a:latin typeface="+mn-lt"/>
          <a:ea typeface="+mn-ea"/>
          <a:cs typeface="+mn-cs"/>
          <a:sym typeface="Helvetica"/>
        </a:defRPr>
      </a:lvl7pPr>
      <a:lvl8pPr marL="0" marR="0" indent="0" algn="l" defTabSz="367347" rtl="0" latinLnBrk="0">
        <a:lnSpc>
          <a:spcPct val="100000"/>
        </a:lnSpc>
        <a:spcBef>
          <a:spcPts val="0"/>
        </a:spcBef>
        <a:spcAft>
          <a:spcPts val="0"/>
        </a:spcAft>
        <a:buClrTx/>
        <a:buSzTx/>
        <a:buFontTx/>
        <a:buNone/>
        <a:tabLst/>
        <a:defRPr sz="4000" b="1" i="0" u="none" strike="noStrike" cap="none" spc="0" baseline="2495">
          <a:solidFill>
            <a:srgbClr val="111111"/>
          </a:solidFill>
          <a:uFillTx/>
          <a:latin typeface="+mn-lt"/>
          <a:ea typeface="+mn-ea"/>
          <a:cs typeface="+mn-cs"/>
          <a:sym typeface="Helvetica"/>
        </a:defRPr>
      </a:lvl8pPr>
      <a:lvl9pPr marL="0" marR="0" indent="0" algn="l" defTabSz="367347" rtl="0" latinLnBrk="0">
        <a:lnSpc>
          <a:spcPct val="100000"/>
        </a:lnSpc>
        <a:spcBef>
          <a:spcPts val="0"/>
        </a:spcBef>
        <a:spcAft>
          <a:spcPts val="0"/>
        </a:spcAft>
        <a:buClrTx/>
        <a:buSzTx/>
        <a:buFontTx/>
        <a:buNone/>
        <a:tabLst/>
        <a:defRPr sz="4000" b="1" i="0" u="none" strike="noStrike" cap="none" spc="0" baseline="2495">
          <a:solidFill>
            <a:srgbClr val="111111"/>
          </a:solidFill>
          <a:uFillTx/>
          <a:latin typeface="+mn-lt"/>
          <a:ea typeface="+mn-ea"/>
          <a:cs typeface="+mn-cs"/>
          <a:sym typeface="Helvetica"/>
        </a:defRPr>
      </a:lvl9pPr>
    </p:titleStyle>
    <p:bodyStyle>
      <a:lvl1pPr marL="289152" marR="0" indent="-289152" algn="l" defTabSz="412750" rtl="0" latinLnBrk="0">
        <a:lnSpc>
          <a:spcPct val="100000"/>
        </a:lnSpc>
        <a:spcBef>
          <a:spcPts val="2950"/>
        </a:spcBef>
        <a:spcAft>
          <a:spcPts val="0"/>
        </a:spcAft>
        <a:buClrTx/>
        <a:buSzPct val="100000"/>
        <a:buFontTx/>
        <a:buChar char="‣"/>
        <a:tabLst/>
        <a:defRPr sz="2550" b="0" i="0" u="none" strike="noStrike" cap="none" spc="0" baseline="0">
          <a:solidFill>
            <a:srgbClr val="202020"/>
          </a:solidFill>
          <a:uFillTx/>
          <a:latin typeface="Gill Sans MT" panose="020B0502020104020203" pitchFamily="34" charset="0"/>
          <a:ea typeface="+mn-ea"/>
          <a:cs typeface="+mn-cs"/>
          <a:sym typeface="Helvetica"/>
        </a:defRPr>
      </a:lvl1pPr>
      <a:lvl2pPr marL="606652" marR="0" indent="-289152" algn="l" defTabSz="412750" rtl="0" latinLnBrk="0">
        <a:lnSpc>
          <a:spcPct val="100000"/>
        </a:lnSpc>
        <a:spcBef>
          <a:spcPts val="2950"/>
        </a:spcBef>
        <a:spcAft>
          <a:spcPts val="0"/>
        </a:spcAft>
        <a:buClrTx/>
        <a:buSzPct val="100000"/>
        <a:buFontTx/>
        <a:buChar char="‣"/>
        <a:tabLst/>
        <a:defRPr sz="2550" b="0" i="0" u="none" strike="noStrike" cap="none" spc="0" baseline="0">
          <a:solidFill>
            <a:srgbClr val="202020"/>
          </a:solidFill>
          <a:uFillTx/>
          <a:latin typeface="Gill Sans MT" panose="020B0502020104020203" pitchFamily="34" charset="0"/>
          <a:ea typeface="+mn-ea"/>
          <a:cs typeface="+mn-cs"/>
          <a:sym typeface="Helvetica"/>
        </a:defRPr>
      </a:lvl2pPr>
      <a:lvl3pPr marL="924152" marR="0" indent="-289152" algn="l" defTabSz="412750" rtl="0" latinLnBrk="0">
        <a:lnSpc>
          <a:spcPct val="100000"/>
        </a:lnSpc>
        <a:spcBef>
          <a:spcPts val="2950"/>
        </a:spcBef>
        <a:spcAft>
          <a:spcPts val="0"/>
        </a:spcAft>
        <a:buClrTx/>
        <a:buSzPct val="100000"/>
        <a:buFontTx/>
        <a:buChar char="‣"/>
        <a:tabLst/>
        <a:defRPr sz="2550" b="0" i="0" u="none" strike="noStrike" cap="none" spc="0" baseline="0">
          <a:solidFill>
            <a:srgbClr val="202020"/>
          </a:solidFill>
          <a:uFillTx/>
          <a:latin typeface="Gill Sans MT" panose="020B0502020104020203" pitchFamily="34" charset="0"/>
          <a:ea typeface="+mn-ea"/>
          <a:cs typeface="+mn-cs"/>
          <a:sym typeface="Helvetica"/>
        </a:defRPr>
      </a:lvl3pPr>
      <a:lvl4pPr marL="1241652" marR="0" indent="-289152" algn="l" defTabSz="412750" rtl="0" latinLnBrk="0">
        <a:lnSpc>
          <a:spcPct val="100000"/>
        </a:lnSpc>
        <a:spcBef>
          <a:spcPts val="2950"/>
        </a:spcBef>
        <a:spcAft>
          <a:spcPts val="0"/>
        </a:spcAft>
        <a:buClrTx/>
        <a:buSzPct val="100000"/>
        <a:buFontTx/>
        <a:buChar char="‣"/>
        <a:tabLst/>
        <a:defRPr sz="2550" b="0" i="0" u="none" strike="noStrike" cap="none" spc="0" baseline="0">
          <a:solidFill>
            <a:srgbClr val="202020"/>
          </a:solidFill>
          <a:uFillTx/>
          <a:latin typeface="Gill Sans MT" panose="020B0502020104020203" pitchFamily="34" charset="0"/>
          <a:ea typeface="+mn-ea"/>
          <a:cs typeface="+mn-cs"/>
          <a:sym typeface="Helvetica"/>
        </a:defRPr>
      </a:lvl4pPr>
      <a:lvl5pPr marL="1559152" marR="0" indent="-289152" algn="l" defTabSz="412750" rtl="0" latinLnBrk="0">
        <a:lnSpc>
          <a:spcPct val="100000"/>
        </a:lnSpc>
        <a:spcBef>
          <a:spcPts val="2950"/>
        </a:spcBef>
        <a:spcAft>
          <a:spcPts val="0"/>
        </a:spcAft>
        <a:buClrTx/>
        <a:buSzPct val="100000"/>
        <a:buFontTx/>
        <a:buChar char="‣"/>
        <a:tabLst/>
        <a:defRPr sz="2550" b="0" i="0" u="none" strike="noStrike" cap="none" spc="0" baseline="0">
          <a:solidFill>
            <a:srgbClr val="202020"/>
          </a:solidFill>
          <a:uFillTx/>
          <a:latin typeface="Gill Sans MT" panose="020B0502020104020203" pitchFamily="34" charset="0"/>
          <a:ea typeface="+mn-ea"/>
          <a:cs typeface="+mn-cs"/>
          <a:sym typeface="Helvetica"/>
        </a:defRPr>
      </a:lvl5pPr>
      <a:lvl6pPr marL="1924844" marR="0" indent="-337344" algn="l" defTabSz="412750" rtl="0" latinLnBrk="0">
        <a:lnSpc>
          <a:spcPct val="100000"/>
        </a:lnSpc>
        <a:spcBef>
          <a:spcPts val="2950"/>
        </a:spcBef>
        <a:spcAft>
          <a:spcPts val="0"/>
        </a:spcAft>
        <a:buClrTx/>
        <a:buSzPct val="125000"/>
        <a:buFontTx/>
        <a:buChar char="•"/>
        <a:tabLst/>
        <a:defRPr sz="2550" b="0" i="0" u="none" strike="noStrike" cap="none" spc="0" baseline="0">
          <a:solidFill>
            <a:srgbClr val="202020"/>
          </a:solidFill>
          <a:uFillTx/>
          <a:latin typeface="+mn-lt"/>
          <a:ea typeface="+mn-ea"/>
          <a:cs typeface="+mn-cs"/>
          <a:sym typeface="Helvetica"/>
        </a:defRPr>
      </a:lvl6pPr>
      <a:lvl7pPr marL="2242344" marR="0" indent="-337344" algn="l" defTabSz="412750" rtl="0" latinLnBrk="0">
        <a:lnSpc>
          <a:spcPct val="100000"/>
        </a:lnSpc>
        <a:spcBef>
          <a:spcPts val="2950"/>
        </a:spcBef>
        <a:spcAft>
          <a:spcPts val="0"/>
        </a:spcAft>
        <a:buClrTx/>
        <a:buSzPct val="125000"/>
        <a:buFontTx/>
        <a:buChar char="•"/>
        <a:tabLst/>
        <a:defRPr sz="2550" b="0" i="0" u="none" strike="noStrike" cap="none" spc="0" baseline="0">
          <a:solidFill>
            <a:srgbClr val="202020"/>
          </a:solidFill>
          <a:uFillTx/>
          <a:latin typeface="+mn-lt"/>
          <a:ea typeface="+mn-ea"/>
          <a:cs typeface="+mn-cs"/>
          <a:sym typeface="Helvetica"/>
        </a:defRPr>
      </a:lvl7pPr>
      <a:lvl8pPr marL="2559844" marR="0" indent="-337344" algn="l" defTabSz="412750" rtl="0" latinLnBrk="0">
        <a:lnSpc>
          <a:spcPct val="100000"/>
        </a:lnSpc>
        <a:spcBef>
          <a:spcPts val="2950"/>
        </a:spcBef>
        <a:spcAft>
          <a:spcPts val="0"/>
        </a:spcAft>
        <a:buClrTx/>
        <a:buSzPct val="125000"/>
        <a:buFontTx/>
        <a:buChar char="•"/>
        <a:tabLst/>
        <a:defRPr sz="2550" b="0" i="0" u="none" strike="noStrike" cap="none" spc="0" baseline="0">
          <a:solidFill>
            <a:srgbClr val="202020"/>
          </a:solidFill>
          <a:uFillTx/>
          <a:latin typeface="+mn-lt"/>
          <a:ea typeface="+mn-ea"/>
          <a:cs typeface="+mn-cs"/>
          <a:sym typeface="Helvetica"/>
        </a:defRPr>
      </a:lvl8pPr>
      <a:lvl9pPr marL="2877344" marR="0" indent="-337344" algn="l" defTabSz="412750" rtl="0" latinLnBrk="0">
        <a:lnSpc>
          <a:spcPct val="100000"/>
        </a:lnSpc>
        <a:spcBef>
          <a:spcPts val="2950"/>
        </a:spcBef>
        <a:spcAft>
          <a:spcPts val="0"/>
        </a:spcAft>
        <a:buClrTx/>
        <a:buSzPct val="125000"/>
        <a:buFontTx/>
        <a:buChar char="•"/>
        <a:tabLst/>
        <a:defRPr sz="2550" b="0" i="0" u="none" strike="noStrike" cap="none" spc="0" baseline="0">
          <a:solidFill>
            <a:srgbClr val="202020"/>
          </a:solidFill>
          <a:uFillTx/>
          <a:latin typeface="+mn-lt"/>
          <a:ea typeface="+mn-ea"/>
          <a:cs typeface="+mn-cs"/>
          <a:sym typeface="Helvetica"/>
        </a:defRPr>
      </a:lvl9pPr>
    </p:bodyStyle>
    <p:otherStyle>
      <a:lvl1pPr marL="0" marR="0" indent="0" algn="ctr" defTabSz="412750" rtl="0" latinLnBrk="0">
        <a:lnSpc>
          <a:spcPct val="100000"/>
        </a:lnSpc>
        <a:spcBef>
          <a:spcPts val="0"/>
        </a:spcBef>
        <a:spcAft>
          <a:spcPts val="0"/>
        </a:spcAft>
        <a:buClrTx/>
        <a:buSzTx/>
        <a:buFontTx/>
        <a:buNone/>
        <a:tabLst/>
        <a:defRPr sz="1800" b="0" i="0" u="none" strike="noStrike" cap="none" spc="0" baseline="0">
          <a:solidFill>
            <a:schemeClr val="tx1"/>
          </a:solidFill>
          <a:uFillTx/>
          <a:latin typeface="+mn-lt"/>
          <a:ea typeface="+mn-ea"/>
          <a:cs typeface="+mn-cs"/>
          <a:sym typeface="Helvetica"/>
        </a:defRPr>
      </a:lvl1pPr>
      <a:lvl2pPr marL="0" marR="0" indent="0" algn="ctr" defTabSz="412750" rtl="0" latinLnBrk="0">
        <a:lnSpc>
          <a:spcPct val="100000"/>
        </a:lnSpc>
        <a:spcBef>
          <a:spcPts val="0"/>
        </a:spcBef>
        <a:spcAft>
          <a:spcPts val="0"/>
        </a:spcAft>
        <a:buClrTx/>
        <a:buSzTx/>
        <a:buFontTx/>
        <a:buNone/>
        <a:tabLst/>
        <a:defRPr sz="1800" b="0" i="0" u="none" strike="noStrike" cap="none" spc="0" baseline="0">
          <a:solidFill>
            <a:schemeClr val="tx1"/>
          </a:solidFill>
          <a:uFillTx/>
          <a:latin typeface="+mn-lt"/>
          <a:ea typeface="+mn-ea"/>
          <a:cs typeface="+mn-cs"/>
          <a:sym typeface="Helvetica"/>
        </a:defRPr>
      </a:lvl2pPr>
      <a:lvl3pPr marL="0" marR="0" indent="0" algn="ctr" defTabSz="412750" rtl="0" latinLnBrk="0">
        <a:lnSpc>
          <a:spcPct val="100000"/>
        </a:lnSpc>
        <a:spcBef>
          <a:spcPts val="0"/>
        </a:spcBef>
        <a:spcAft>
          <a:spcPts val="0"/>
        </a:spcAft>
        <a:buClrTx/>
        <a:buSzTx/>
        <a:buFontTx/>
        <a:buNone/>
        <a:tabLst/>
        <a:defRPr sz="1800" b="0" i="0" u="none" strike="noStrike" cap="none" spc="0" baseline="0">
          <a:solidFill>
            <a:schemeClr val="tx1"/>
          </a:solidFill>
          <a:uFillTx/>
          <a:latin typeface="+mn-lt"/>
          <a:ea typeface="+mn-ea"/>
          <a:cs typeface="+mn-cs"/>
          <a:sym typeface="Helvetica"/>
        </a:defRPr>
      </a:lvl3pPr>
      <a:lvl4pPr marL="0" marR="0" indent="0" algn="ctr" defTabSz="412750" rtl="0" latinLnBrk="0">
        <a:lnSpc>
          <a:spcPct val="100000"/>
        </a:lnSpc>
        <a:spcBef>
          <a:spcPts val="0"/>
        </a:spcBef>
        <a:spcAft>
          <a:spcPts val="0"/>
        </a:spcAft>
        <a:buClrTx/>
        <a:buSzTx/>
        <a:buFontTx/>
        <a:buNone/>
        <a:tabLst/>
        <a:defRPr sz="1800" b="0" i="0" u="none" strike="noStrike" cap="none" spc="0" baseline="0">
          <a:solidFill>
            <a:schemeClr val="tx1"/>
          </a:solidFill>
          <a:uFillTx/>
          <a:latin typeface="+mn-lt"/>
          <a:ea typeface="+mn-ea"/>
          <a:cs typeface="+mn-cs"/>
          <a:sym typeface="Helvetica"/>
        </a:defRPr>
      </a:lvl4pPr>
      <a:lvl5pPr marL="0" marR="0" indent="0" algn="ctr" defTabSz="412750" rtl="0" latinLnBrk="0">
        <a:lnSpc>
          <a:spcPct val="100000"/>
        </a:lnSpc>
        <a:spcBef>
          <a:spcPts val="0"/>
        </a:spcBef>
        <a:spcAft>
          <a:spcPts val="0"/>
        </a:spcAft>
        <a:buClrTx/>
        <a:buSzTx/>
        <a:buFontTx/>
        <a:buNone/>
        <a:tabLst/>
        <a:defRPr sz="1800" b="0" i="0" u="none" strike="noStrike" cap="none" spc="0" baseline="0">
          <a:solidFill>
            <a:schemeClr val="tx1"/>
          </a:solidFill>
          <a:uFillTx/>
          <a:latin typeface="+mn-lt"/>
          <a:ea typeface="+mn-ea"/>
          <a:cs typeface="+mn-cs"/>
          <a:sym typeface="Helvetica"/>
        </a:defRPr>
      </a:lvl5pPr>
      <a:lvl6pPr marL="0" marR="0" indent="0" algn="ctr" defTabSz="412750" rtl="0" latinLnBrk="0">
        <a:lnSpc>
          <a:spcPct val="100000"/>
        </a:lnSpc>
        <a:spcBef>
          <a:spcPts val="0"/>
        </a:spcBef>
        <a:spcAft>
          <a:spcPts val="0"/>
        </a:spcAft>
        <a:buClrTx/>
        <a:buSzTx/>
        <a:buFontTx/>
        <a:buNone/>
        <a:tabLst/>
        <a:defRPr sz="1800" b="0" i="0" u="none" strike="noStrike" cap="none" spc="0" baseline="0">
          <a:solidFill>
            <a:schemeClr val="tx1"/>
          </a:solidFill>
          <a:uFillTx/>
          <a:latin typeface="+mn-lt"/>
          <a:ea typeface="+mn-ea"/>
          <a:cs typeface="+mn-cs"/>
          <a:sym typeface="Helvetica"/>
        </a:defRPr>
      </a:lvl6pPr>
      <a:lvl7pPr marL="0" marR="0" indent="0" algn="ctr" defTabSz="412750" rtl="0" latinLnBrk="0">
        <a:lnSpc>
          <a:spcPct val="100000"/>
        </a:lnSpc>
        <a:spcBef>
          <a:spcPts val="0"/>
        </a:spcBef>
        <a:spcAft>
          <a:spcPts val="0"/>
        </a:spcAft>
        <a:buClrTx/>
        <a:buSzTx/>
        <a:buFontTx/>
        <a:buNone/>
        <a:tabLst/>
        <a:defRPr sz="1800" b="0" i="0" u="none" strike="noStrike" cap="none" spc="0" baseline="0">
          <a:solidFill>
            <a:schemeClr val="tx1"/>
          </a:solidFill>
          <a:uFillTx/>
          <a:latin typeface="+mn-lt"/>
          <a:ea typeface="+mn-ea"/>
          <a:cs typeface="+mn-cs"/>
          <a:sym typeface="Helvetica"/>
        </a:defRPr>
      </a:lvl7pPr>
      <a:lvl8pPr marL="0" marR="0" indent="0" algn="ctr" defTabSz="412750" rtl="0" latinLnBrk="0">
        <a:lnSpc>
          <a:spcPct val="100000"/>
        </a:lnSpc>
        <a:spcBef>
          <a:spcPts val="0"/>
        </a:spcBef>
        <a:spcAft>
          <a:spcPts val="0"/>
        </a:spcAft>
        <a:buClrTx/>
        <a:buSzTx/>
        <a:buFontTx/>
        <a:buNone/>
        <a:tabLst/>
        <a:defRPr sz="1800" b="0" i="0" u="none" strike="noStrike" cap="none" spc="0" baseline="0">
          <a:solidFill>
            <a:schemeClr val="tx1"/>
          </a:solidFill>
          <a:uFillTx/>
          <a:latin typeface="+mn-lt"/>
          <a:ea typeface="+mn-ea"/>
          <a:cs typeface="+mn-cs"/>
          <a:sym typeface="Helvetica"/>
        </a:defRPr>
      </a:lvl8pPr>
      <a:lvl9pPr marL="0" marR="0" indent="0" algn="ctr" defTabSz="412750" rtl="0" latinLnBrk="0">
        <a:lnSpc>
          <a:spcPct val="100000"/>
        </a:lnSpc>
        <a:spcBef>
          <a:spcPts val="0"/>
        </a:spcBef>
        <a:spcAft>
          <a:spcPts val="0"/>
        </a:spcAft>
        <a:buClrTx/>
        <a:buSzTx/>
        <a:buFontTx/>
        <a:buNone/>
        <a:tabLst/>
        <a:defRPr sz="1800" b="0" i="0" u="none" strike="noStrike" cap="none" spc="0" baseline="0">
          <a:solidFill>
            <a:schemeClr val="tx1"/>
          </a:solidFill>
          <a:uFillTx/>
          <a:latin typeface="+mn-lt"/>
          <a:ea typeface="+mn-ea"/>
          <a:cs typeface="+mn-cs"/>
          <a:sym typeface="Helvetica"/>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3" Type="http://schemas.openxmlformats.org/officeDocument/2006/relationships/hyperlink" Target="file:///class/mjxsr09gf91dw/post/11" TargetMode="External"/><Relationship Id="rId2" Type="http://schemas.openxmlformats.org/officeDocument/2006/relationships/notesSlide" Target="../notesSlides/notesSlide2.xml"/><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3.xml"/><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2" Type="http://schemas.openxmlformats.org/officeDocument/2006/relationships/notesSlide" Target="../notesSlides/notesSlide4.xml"/><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2" Type="http://schemas.openxmlformats.org/officeDocument/2006/relationships/notesSlide" Target="../notesSlides/notesSlide5.xml"/><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2" Type="http://schemas.openxmlformats.org/officeDocument/2006/relationships/notesSlide" Target="../notesSlides/notesSlide6.xml"/><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2" Type="http://schemas.openxmlformats.org/officeDocument/2006/relationships/notesSlide" Target="../notesSlides/notesSlide7.xml"/><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2" Type="http://schemas.openxmlformats.org/officeDocument/2006/relationships/notesSlide" Target="../notesSlides/notesSlide8.xml"/><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2" Type="http://schemas.openxmlformats.org/officeDocument/2006/relationships/notesSlide" Target="../notesSlides/notesSlide9.xml"/><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2" Type="http://schemas.openxmlformats.org/officeDocument/2006/relationships/notesSlide" Target="../notesSlides/notesSlide10.xml"/><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2" Type="http://schemas.openxmlformats.org/officeDocument/2006/relationships/notesSlide" Target="../notesSlides/notesSlide11.xml"/><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2" Type="http://schemas.openxmlformats.org/officeDocument/2006/relationships/notesSlide" Target="../notesSlides/notesSlide12.xml"/><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2" Type="http://schemas.openxmlformats.org/officeDocument/2006/relationships/notesSlide" Target="../notesSlides/notesSlide13.xml"/><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2" Type="http://schemas.openxmlformats.org/officeDocument/2006/relationships/notesSlide" Target="../notesSlides/notesSlide14.xml"/><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2" Type="http://schemas.openxmlformats.org/officeDocument/2006/relationships/notesSlide" Target="../notesSlides/notesSlide15.xml"/><Relationship Id="rId1" Type="http://schemas.openxmlformats.org/officeDocument/2006/relationships/slideLayout" Target="../slideLayouts/slideLayout2.xml"/></Relationships>
</file>

<file path=ppt/slides/_rels/slide16.xml.rels><?xml version="1.0" encoding="UTF-8" standalone="yes"?>
<Relationships xmlns="http://schemas.openxmlformats.org/package/2006/relationships"><Relationship Id="rId2" Type="http://schemas.openxmlformats.org/officeDocument/2006/relationships/notesSlide" Target="../notesSlides/notesSlide16.xml"/><Relationship Id="rId1" Type="http://schemas.openxmlformats.org/officeDocument/2006/relationships/slideLayout" Target="../slideLayouts/slideLayout2.xml"/></Relationships>
</file>

<file path=ppt/slides/_rels/slide17.xml.rels><?xml version="1.0" encoding="UTF-8" standalone="yes"?>
<Relationships xmlns="http://schemas.openxmlformats.org/package/2006/relationships"><Relationship Id="rId3" Type="http://schemas.openxmlformats.org/officeDocument/2006/relationships/image" Target="../media/image2.jpeg"/><Relationship Id="rId2" Type="http://schemas.openxmlformats.org/officeDocument/2006/relationships/notesSlide" Target="../notesSlides/notesSlide17.xml"/><Relationship Id="rId1" Type="http://schemas.openxmlformats.org/officeDocument/2006/relationships/slideLayout" Target="../slideLayouts/slideLayout2.xml"/><Relationship Id="rId4" Type="http://schemas.openxmlformats.org/officeDocument/2006/relationships/hyperlink" Target="https://en.wikipedia.org/wiki/Dining_philosophers_problem" TargetMode="External"/></Relationships>
</file>

<file path=ppt/slides/_rels/slide18.xml.rels><?xml version="1.0" encoding="UTF-8" standalone="yes"?>
<Relationships xmlns="http://schemas.openxmlformats.org/package/2006/relationships"><Relationship Id="rId2" Type="http://schemas.openxmlformats.org/officeDocument/2006/relationships/notesSlide" Target="../notesSlides/notesSlide18.xml"/><Relationship Id="rId1" Type="http://schemas.openxmlformats.org/officeDocument/2006/relationships/slideLayout" Target="../slideLayouts/slideLayout2.xml"/></Relationships>
</file>

<file path=ppt/slides/_rels/slide19.xml.rels><?xml version="1.0" encoding="UTF-8" standalone="yes"?>
<Relationships xmlns="http://schemas.openxmlformats.org/package/2006/relationships"><Relationship Id="rId2" Type="http://schemas.openxmlformats.org/officeDocument/2006/relationships/notesSlide" Target="../notesSlides/notesSlide19.xml"/><Relationship Id="rId1" Type="http://schemas.openxmlformats.org/officeDocument/2006/relationships/slideLayout" Target="../slideLayouts/slideLayout2.xml"/></Relationships>
</file>

<file path=ppt/slides/_rels/slide20.xml.rels><?xml version="1.0" encoding="UTF-8" standalone="yes"?>
<Relationships xmlns="http://schemas.openxmlformats.org/package/2006/relationships"><Relationship Id="rId2" Type="http://schemas.openxmlformats.org/officeDocument/2006/relationships/notesSlide" Target="../notesSlides/notesSlide20.xml"/><Relationship Id="rId1" Type="http://schemas.openxmlformats.org/officeDocument/2006/relationships/slideLayout" Target="../slideLayouts/slideLayout1.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Subtitle 2">
            <a:extLst>
              <a:ext uri="{FF2B5EF4-FFF2-40B4-BE49-F238E27FC236}">
                <a16:creationId xmlns:a16="http://schemas.microsoft.com/office/drawing/2014/main" id="{F8C13C63-B26A-4A9C-A1CA-724346AB2906}"/>
              </a:ext>
            </a:extLst>
          </p:cNvPr>
          <p:cNvSpPr>
            <a:spLocks noGrp="1"/>
          </p:cNvSpPr>
          <p:nvPr>
            <p:ph type="body" sz="half" idx="1"/>
          </p:nvPr>
        </p:nvSpPr>
        <p:spPr>
          <a:xfrm>
            <a:off x="889000" y="4235450"/>
            <a:ext cx="10414000" cy="1774360"/>
          </a:xfrm>
        </p:spPr>
        <p:txBody>
          <a:bodyPr>
            <a:normAutofit/>
          </a:bodyPr>
          <a:lstStyle/>
          <a:p>
            <a:r>
              <a:rPr lang="en-US" altLang="zh-CN" dirty="0">
                <a:solidFill>
                  <a:schemeClr val="bg1">
                    <a:lumMod val="95000"/>
                  </a:schemeClr>
                </a:solidFill>
              </a:rPr>
              <a:t>FENG, Yicheng</a:t>
            </a:r>
            <a:endParaRPr lang="en-US" altLang="zh-CN" dirty="0">
              <a:solidFill>
                <a:schemeClr val="bg1">
                  <a:lumMod val="95000"/>
                </a:schemeClr>
              </a:solidFill>
              <a:latin typeface="Gill Sans MT" panose="020B0502020104020203" pitchFamily="34" charset="0"/>
            </a:endParaRPr>
          </a:p>
          <a:p>
            <a:r>
              <a:rPr lang="nb-NO" altLang="zh-CN" dirty="0">
                <a:solidFill>
                  <a:schemeClr val="bg1">
                    <a:lumMod val="95000"/>
                  </a:schemeClr>
                </a:solidFill>
              </a:rPr>
              <a:t>1155225849</a:t>
            </a:r>
            <a:r>
              <a:rPr lang="nb-NO" altLang="zh-CN" dirty="0">
                <a:solidFill>
                  <a:schemeClr val="bg1">
                    <a:lumMod val="95000"/>
                  </a:schemeClr>
                </a:solidFill>
                <a:latin typeface="Gill Sans MT" panose="020B0502020104020203" pitchFamily="34" charset="0"/>
              </a:rPr>
              <a:t>@link.cuhk.edu.hk</a:t>
            </a:r>
          </a:p>
          <a:p>
            <a:r>
              <a:rPr lang="nb-NO" altLang="zh-CN" dirty="0">
                <a:solidFill>
                  <a:schemeClr val="bg1">
                    <a:lumMod val="95000"/>
                  </a:schemeClr>
                </a:solidFill>
              </a:rPr>
              <a:t>Feb.</a:t>
            </a:r>
            <a:r>
              <a:rPr lang="nb-NO" altLang="zh-CN" dirty="0">
                <a:solidFill>
                  <a:schemeClr val="bg1">
                    <a:lumMod val="95000"/>
                  </a:schemeClr>
                </a:solidFill>
                <a:latin typeface="Gill Sans MT" panose="020B0502020104020203" pitchFamily="34" charset="0"/>
              </a:rPr>
              <a:t> </a:t>
            </a:r>
            <a:r>
              <a:rPr lang="nb-NO" altLang="zh-CN" dirty="0">
                <a:solidFill>
                  <a:schemeClr val="bg1">
                    <a:lumMod val="95000"/>
                  </a:schemeClr>
                </a:solidFill>
              </a:rPr>
              <a:t>4</a:t>
            </a:r>
            <a:r>
              <a:rPr lang="nb-NO" altLang="zh-CN" dirty="0">
                <a:solidFill>
                  <a:schemeClr val="bg1">
                    <a:lumMod val="95000"/>
                  </a:schemeClr>
                </a:solidFill>
                <a:latin typeface="Gill Sans MT" panose="020B0502020104020203" pitchFamily="34" charset="0"/>
              </a:rPr>
              <a:t>, 2026</a:t>
            </a:r>
          </a:p>
        </p:txBody>
      </p:sp>
      <p:sp>
        <p:nvSpPr>
          <p:cNvPr id="7" name="TextBox 6">
            <a:extLst>
              <a:ext uri="{FF2B5EF4-FFF2-40B4-BE49-F238E27FC236}">
                <a16:creationId xmlns:a16="http://schemas.microsoft.com/office/drawing/2014/main" id="{8D32768C-F15F-6E75-41D1-9F14D317D991}"/>
              </a:ext>
            </a:extLst>
          </p:cNvPr>
          <p:cNvSpPr txBox="1"/>
          <p:nvPr/>
        </p:nvSpPr>
        <p:spPr>
          <a:xfrm>
            <a:off x="889000" y="1489226"/>
            <a:ext cx="10632440" cy="1031051"/>
          </a:xfrm>
          <a:prstGeom prst="rect">
            <a:avLst/>
          </a:prstGeom>
          <a:noFill/>
          <a:ln w="12700" cap="flat">
            <a:noFill/>
            <a:miter lim="400000"/>
          </a:ln>
          <a:effectLst/>
          <a:sp3d/>
        </p:spPr>
        <p:style>
          <a:lnRef idx="0">
            <a:scrgbClr r="0" g="0" b="0"/>
          </a:lnRef>
          <a:fillRef idx="0">
            <a:scrgbClr r="0" g="0" b="0"/>
          </a:fillRef>
          <a:effectRef idx="0">
            <a:scrgbClr r="0" g="0" b="0"/>
          </a:effectRef>
          <a:fontRef idx="none"/>
        </p:style>
        <p:txBody>
          <a:bodyPr wrap="square">
            <a:spAutoFit/>
          </a:bodyPr>
          <a:lstStyle/>
          <a:p>
            <a:pPr marL="0" marR="0" lvl="1" indent="0" algn="l" defTabSz="292100" rtl="0" eaLnBrk="1" fontAlgn="auto" latinLnBrk="0" hangingPunct="0">
              <a:lnSpc>
                <a:spcPct val="100000"/>
              </a:lnSpc>
              <a:spcBef>
                <a:spcPts val="0"/>
              </a:spcBef>
              <a:spcAft>
                <a:spcPts val="0"/>
              </a:spcAft>
              <a:buClrTx/>
              <a:buSzTx/>
              <a:buFontTx/>
              <a:buNone/>
              <a:tabLst/>
              <a:defRPr/>
            </a:pPr>
            <a:r>
              <a:rPr lang="en-US" sz="3300" b="1" kern="0" dirty="0">
                <a:solidFill>
                  <a:srgbClr val="FFFFFF">
                    <a:lumMod val="95000"/>
                  </a:srgbClr>
                </a:solidFill>
                <a:latin typeface="Gill Sans MT" panose="020B0502020104020203" pitchFamily="34" charset="0"/>
                <a:cs typeface="Helvetica"/>
                <a:sym typeface="Helvetica"/>
              </a:rPr>
              <a:t>Condition variables via </a:t>
            </a:r>
            <a:r>
              <a:rPr lang="en-US" sz="3300" b="1" kern="0" dirty="0" err="1">
                <a:solidFill>
                  <a:srgbClr val="FFFFFF">
                    <a:lumMod val="95000"/>
                  </a:srgbClr>
                </a:solidFill>
                <a:latin typeface="Gill Sans MT" panose="020B0502020104020203" pitchFamily="34" charset="0"/>
                <a:cs typeface="Helvetica"/>
                <a:sym typeface="Helvetica"/>
              </a:rPr>
              <a:t>pthread</a:t>
            </a:r>
            <a:r>
              <a:rPr lang="en-US" sz="3300" b="1" kern="0" dirty="0">
                <a:solidFill>
                  <a:srgbClr val="FFFFFF">
                    <a:lumMod val="95000"/>
                  </a:srgbClr>
                </a:solidFill>
                <a:latin typeface="Gill Sans MT" panose="020B0502020104020203" pitchFamily="34" charset="0"/>
                <a:cs typeface="Helvetica"/>
                <a:sym typeface="Helvetica"/>
              </a:rPr>
              <a:t> Library in C</a:t>
            </a:r>
            <a:endParaRPr kumimoji="0" lang="en-US" sz="3300" b="1" i="0" u="none" strike="noStrike" kern="0" cap="none" spc="0" normalizeH="0" baseline="0" noProof="0" dirty="0">
              <a:ln>
                <a:noFill/>
              </a:ln>
              <a:solidFill>
                <a:srgbClr val="FFFFFF">
                  <a:lumMod val="95000"/>
                </a:srgbClr>
              </a:solidFill>
              <a:effectLst/>
              <a:uLnTx/>
              <a:uFillTx/>
              <a:latin typeface="Gill Sans MT" panose="020B0502020104020203" pitchFamily="34" charset="0"/>
              <a:cs typeface="Helvetica"/>
              <a:sym typeface="Helvetica"/>
            </a:endParaRPr>
          </a:p>
          <a:p>
            <a:pPr marL="0" marR="0" lvl="1" indent="0" algn="l" defTabSz="292100" rtl="0" eaLnBrk="1" fontAlgn="auto" latinLnBrk="0" hangingPunct="0">
              <a:lnSpc>
                <a:spcPct val="100000"/>
              </a:lnSpc>
              <a:spcBef>
                <a:spcPts val="0"/>
              </a:spcBef>
              <a:spcAft>
                <a:spcPts val="0"/>
              </a:spcAft>
              <a:buClrTx/>
              <a:buSzTx/>
              <a:buFontTx/>
              <a:buNone/>
              <a:tabLst/>
              <a:defRPr/>
            </a:pPr>
            <a:r>
              <a:rPr kumimoji="0" lang="en-US" sz="2800" b="1" i="0" u="none" strike="noStrike" kern="0" cap="none" spc="0" normalizeH="0" baseline="0" noProof="0" dirty="0">
                <a:ln>
                  <a:noFill/>
                </a:ln>
                <a:solidFill>
                  <a:srgbClr val="FFFFFF">
                    <a:lumMod val="95000"/>
                  </a:srgbClr>
                </a:solidFill>
                <a:effectLst/>
                <a:uLnTx/>
                <a:uFillTx/>
                <a:latin typeface="Gill Sans MT" panose="020B0502020104020203" pitchFamily="34" charset="0"/>
                <a:cs typeface="Helvetica"/>
                <a:sym typeface="Helvetica"/>
              </a:rPr>
              <a:t>CSCI3150 Introduction to Operating Systems, S</a:t>
            </a:r>
            <a:r>
              <a:rPr lang="en-US" sz="2800" b="1" kern="0" dirty="0">
                <a:solidFill>
                  <a:srgbClr val="FFFFFF">
                    <a:lumMod val="95000"/>
                  </a:srgbClr>
                </a:solidFill>
                <a:latin typeface="Gill Sans MT" panose="020B0502020104020203" pitchFamily="34" charset="0"/>
                <a:cs typeface="Helvetica"/>
                <a:sym typeface="Helvetica"/>
              </a:rPr>
              <a:t>p</a:t>
            </a:r>
            <a:r>
              <a:rPr kumimoji="0" lang="en-US" altLang="zh-CN" sz="2800" b="1" i="0" u="none" strike="noStrike" kern="0" cap="none" spc="0" normalizeH="0" baseline="0" noProof="0" dirty="0">
                <a:ln>
                  <a:noFill/>
                </a:ln>
                <a:solidFill>
                  <a:srgbClr val="FFFFFF">
                    <a:lumMod val="95000"/>
                  </a:srgbClr>
                </a:solidFill>
                <a:effectLst/>
                <a:uLnTx/>
                <a:uFillTx/>
                <a:latin typeface="Gill Sans MT" panose="020B0502020104020203" pitchFamily="34" charset="0"/>
                <a:cs typeface="Helvetica"/>
                <a:sym typeface="Helvetica"/>
              </a:rPr>
              <a:t>ring</a:t>
            </a:r>
            <a:r>
              <a:rPr kumimoji="0" lang="en-US" sz="2800" b="1" i="0" u="none" strike="noStrike" kern="0" cap="none" spc="0" normalizeH="0" baseline="0" noProof="0" dirty="0">
                <a:ln>
                  <a:noFill/>
                </a:ln>
                <a:solidFill>
                  <a:srgbClr val="FFFFFF">
                    <a:lumMod val="95000"/>
                  </a:srgbClr>
                </a:solidFill>
                <a:effectLst/>
                <a:uLnTx/>
                <a:uFillTx/>
                <a:latin typeface="Gill Sans MT" panose="020B0502020104020203" pitchFamily="34" charset="0"/>
                <a:cs typeface="Helvetica"/>
                <a:sym typeface="Helvetica"/>
              </a:rPr>
              <a:t> 202</a:t>
            </a:r>
            <a:r>
              <a:rPr kumimoji="0" lang="en-US" altLang="zh-CN" sz="2800" b="1" i="0" u="none" strike="noStrike" kern="0" cap="none" spc="0" normalizeH="0" baseline="0" noProof="0" dirty="0">
                <a:ln>
                  <a:noFill/>
                </a:ln>
                <a:solidFill>
                  <a:srgbClr val="FFFFFF">
                    <a:lumMod val="95000"/>
                  </a:srgbClr>
                </a:solidFill>
                <a:effectLst/>
                <a:uLnTx/>
                <a:uFillTx/>
                <a:latin typeface="Gill Sans MT" panose="020B0502020104020203" pitchFamily="34" charset="0"/>
                <a:cs typeface="Helvetica"/>
                <a:sym typeface="Helvetica"/>
              </a:rPr>
              <a:t>6</a:t>
            </a:r>
            <a:endParaRPr kumimoji="0" lang="en-US" sz="2800" b="1" i="0" u="none" strike="noStrike" kern="0" cap="none" spc="0" normalizeH="0" baseline="0" noProof="0" dirty="0">
              <a:ln>
                <a:noFill/>
              </a:ln>
              <a:solidFill>
                <a:srgbClr val="FFFFFF">
                  <a:lumMod val="95000"/>
                </a:srgbClr>
              </a:solidFill>
              <a:effectLst/>
              <a:uLnTx/>
              <a:uFillTx/>
              <a:latin typeface="Gill Sans MT" panose="020B0502020104020203" pitchFamily="34" charset="0"/>
              <a:cs typeface="Helvetica"/>
              <a:sym typeface="Helvetica"/>
            </a:endParaRPr>
          </a:p>
        </p:txBody>
      </p:sp>
    </p:spTree>
    <p:extLst>
      <p:ext uri="{BB962C8B-B14F-4D97-AF65-F5344CB8AC3E}">
        <p14:creationId xmlns:p14="http://schemas.microsoft.com/office/powerpoint/2010/main" val="2808513160"/>
      </p:ext>
    </p:extLst>
  </p:cSld>
  <p:clrMapOvr>
    <a:masterClrMapping/>
  </p:clrMapOvr>
  <p:transition spd="med"/>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2715A2E-656D-EC5D-FDE7-230488526EFC}"/>
              </a:ext>
            </a:extLst>
          </p:cNvPr>
          <p:cNvSpPr>
            <a:spLocks noGrp="1"/>
          </p:cNvSpPr>
          <p:nvPr>
            <p:ph type="title"/>
          </p:nvPr>
        </p:nvSpPr>
        <p:spPr/>
        <p:txBody>
          <a:bodyPr/>
          <a:lstStyle/>
          <a:p>
            <a:r>
              <a:rPr lang="en-US" dirty="0"/>
              <a:t>Reminder</a:t>
            </a:r>
          </a:p>
        </p:txBody>
      </p:sp>
      <p:sp>
        <p:nvSpPr>
          <p:cNvPr id="3" name="Text Placeholder 2">
            <a:extLst>
              <a:ext uri="{FF2B5EF4-FFF2-40B4-BE49-F238E27FC236}">
                <a16:creationId xmlns:a16="http://schemas.microsoft.com/office/drawing/2014/main" id="{36A5FFEE-E22C-7E2F-1F3B-D8658E79FF2E}"/>
              </a:ext>
            </a:extLst>
          </p:cNvPr>
          <p:cNvSpPr>
            <a:spLocks noGrp="1"/>
          </p:cNvSpPr>
          <p:nvPr>
            <p:ph type="body" idx="1"/>
          </p:nvPr>
        </p:nvSpPr>
        <p:spPr>
          <a:xfrm>
            <a:off x="844551" y="1229566"/>
            <a:ext cx="10237107" cy="5499530"/>
          </a:xfrm>
        </p:spPr>
        <p:txBody>
          <a:bodyPr lIns="25400" tIns="25400" rIns="25400" bIns="25400" anchor="t">
            <a:normAutofit/>
          </a:bodyPr>
          <a:lstStyle/>
          <a:p>
            <a:pPr marL="288925" indent="-288925">
              <a:spcBef>
                <a:spcPts val="1200"/>
              </a:spcBef>
              <a:buFont typeface="Wingdings" pitchFamily="2" charset="2"/>
              <a:buChar char="Ø"/>
              <a:defRPr/>
            </a:pPr>
            <a:r>
              <a:rPr lang="en-US" sz="2400" b="1" dirty="0">
                <a:cs typeface="Helvetica"/>
              </a:rPr>
              <a:t>Assignment 2</a:t>
            </a:r>
          </a:p>
          <a:p>
            <a:pPr marL="606425" lvl="1" indent="-288925">
              <a:spcBef>
                <a:spcPts val="1200"/>
              </a:spcBef>
              <a:buFont typeface="Wingdings" pitchFamily="2" charset="2"/>
              <a:buChar char="Ø"/>
              <a:defRPr/>
            </a:pPr>
            <a:r>
              <a:rPr lang="en-US" sz="2400" dirty="0">
                <a:cs typeface="Helvetica"/>
              </a:rPr>
              <a:t>Invitation URL: </a:t>
            </a:r>
            <a:r>
              <a:rPr lang="en-US" sz="2400" u="sng" dirty="0">
                <a:cs typeface="Helvetica"/>
              </a:rPr>
              <a:t>https://</a:t>
            </a:r>
            <a:r>
              <a:rPr lang="en-US" sz="2400" u="sng" dirty="0" err="1">
                <a:cs typeface="Helvetica"/>
              </a:rPr>
              <a:t>classroom.github.com</a:t>
            </a:r>
            <a:r>
              <a:rPr lang="en-US" sz="2400" u="sng" dirty="0">
                <a:cs typeface="Helvetica"/>
              </a:rPr>
              <a:t>/a/</a:t>
            </a:r>
            <a:r>
              <a:rPr lang="en-US" sz="2400" u="sng" dirty="0" err="1">
                <a:cs typeface="Helvetica"/>
              </a:rPr>
              <a:t>RKvPmvxf</a:t>
            </a:r>
            <a:endParaRPr lang="en-US" sz="2400" u="sng" dirty="0">
              <a:cs typeface="Helvetica"/>
            </a:endParaRPr>
          </a:p>
          <a:p>
            <a:pPr marL="606425" lvl="1" indent="-288925">
              <a:spcBef>
                <a:spcPts val="1200"/>
              </a:spcBef>
              <a:buFont typeface="Wingdings" pitchFamily="2" charset="2"/>
              <a:buChar char="Ø"/>
              <a:defRPr/>
            </a:pPr>
            <a:r>
              <a:rPr lang="en" altLang="zh-CN" sz="2400" dirty="0"/>
              <a:t>Deadline: 23:59:59 p.m., Sun, Mar 1st, 2026</a:t>
            </a:r>
          </a:p>
          <a:p>
            <a:pPr marL="606425" lvl="1" indent="-288925">
              <a:spcBef>
                <a:spcPts val="1200"/>
              </a:spcBef>
              <a:buFont typeface="Wingdings" pitchFamily="2" charset="2"/>
              <a:buChar char="Ø"/>
              <a:defRPr/>
            </a:pPr>
            <a:r>
              <a:rPr lang="en" altLang="zh-CN" sz="2400" dirty="0"/>
              <a:t>Submission: </a:t>
            </a:r>
            <a:r>
              <a:rPr lang="en" altLang="zh-CN" sz="2400" dirty="0" err="1"/>
              <a:t>Github</a:t>
            </a:r>
            <a:r>
              <a:rPr lang="en" altLang="zh-CN" sz="2400" dirty="0"/>
              <a:t> classroom</a:t>
            </a:r>
            <a:r>
              <a:rPr lang="zh-CN" altLang="en-US" sz="2400" dirty="0"/>
              <a:t> </a:t>
            </a:r>
            <a:r>
              <a:rPr lang="en-US" altLang="zh-CN" sz="2400" dirty="0"/>
              <a:t>(</a:t>
            </a:r>
            <a:r>
              <a:rPr lang="en" altLang="zh-CN" sz="2400" dirty="0"/>
              <a:t>refer to the Assignment 1 guide: </a:t>
            </a:r>
            <a:r>
              <a:rPr lang="en" altLang="zh-CN" sz="1800" dirty="0">
                <a:hlinkClick r:id="rId3">
                  <a:extLst>
                    <a:ext uri="{A12FA001-AC4F-418D-AE19-62706E023703}">
                      <ahyp:hlinkClr xmlns:ahyp="http://schemas.microsoft.com/office/drawing/2018/hyperlinkcolor" val="tx"/>
                    </a:ext>
                  </a:extLst>
                </a:hlinkClick>
              </a:rPr>
              <a:t>https://piazza.com/class/mjxsr09gf91dw/post/11</a:t>
            </a:r>
            <a:r>
              <a:rPr lang="en-US" altLang="zh-CN" sz="2400" dirty="0"/>
              <a:t>)</a:t>
            </a:r>
            <a:endParaRPr lang="en" altLang="zh-CN" sz="2400" dirty="0"/>
          </a:p>
          <a:p>
            <a:pPr marL="606425" lvl="1" indent="-288925">
              <a:spcBef>
                <a:spcPts val="1200"/>
              </a:spcBef>
              <a:buFont typeface="Wingdings" pitchFamily="2" charset="2"/>
              <a:buChar char="Ø"/>
              <a:defRPr/>
            </a:pPr>
            <a:endParaRPr lang="en" altLang="zh-CN" sz="2400" dirty="0"/>
          </a:p>
          <a:p>
            <a:pPr marL="606425" lvl="1" indent="-288925">
              <a:spcBef>
                <a:spcPts val="1200"/>
              </a:spcBef>
              <a:buFont typeface="Wingdings" pitchFamily="2" charset="2"/>
              <a:buChar char="Ø"/>
              <a:defRPr/>
            </a:pPr>
            <a:endParaRPr lang="en-US" sz="2400" dirty="0">
              <a:cs typeface="Helvetica"/>
            </a:endParaRPr>
          </a:p>
        </p:txBody>
      </p:sp>
      <p:sp>
        <p:nvSpPr>
          <p:cNvPr id="4" name="Slide Number Placeholder 3">
            <a:extLst>
              <a:ext uri="{FF2B5EF4-FFF2-40B4-BE49-F238E27FC236}">
                <a16:creationId xmlns:a16="http://schemas.microsoft.com/office/drawing/2014/main" id="{C903FAE4-3A59-50C4-1BA6-A9AEC61D52CB}"/>
              </a:ext>
            </a:extLst>
          </p:cNvPr>
          <p:cNvSpPr>
            <a:spLocks noGrp="1"/>
          </p:cNvSpPr>
          <p:nvPr>
            <p:ph type="sldNum" sz="quarter" idx="2"/>
          </p:nvPr>
        </p:nvSpPr>
        <p:spPr>
          <a:xfrm>
            <a:off x="11686121" y="6400800"/>
            <a:ext cx="218008" cy="379591"/>
          </a:xfrm>
        </p:spPr>
        <p:txBody>
          <a:bodyPr/>
          <a:lstStyle/>
          <a:p>
            <a:pPr marL="0" marR="0" lvl="0" indent="0" algn="ctr" defTabSz="412750" rtl="0" eaLnBrk="1" fontAlgn="auto" latinLnBrk="0" hangingPunct="0">
              <a:lnSpc>
                <a:spcPct val="100000"/>
              </a:lnSpc>
              <a:spcBef>
                <a:spcPts val="0"/>
              </a:spcBef>
              <a:spcAft>
                <a:spcPts val="0"/>
              </a:spcAft>
              <a:buClrTx/>
              <a:buSzTx/>
              <a:buFontTx/>
              <a:buNone/>
              <a:tabLst/>
              <a:defRPr/>
            </a:pPr>
            <a:fld id="{86CB4B4D-7CA3-9044-876B-883B54F8677D}" type="slidenum">
              <a:rPr kumimoji="0" lang="en-US" sz="1800" b="0" i="0" u="none" strike="noStrike" kern="0" cap="none" spc="0" normalizeH="0" baseline="0" noProof="0">
                <a:ln>
                  <a:noFill/>
                </a:ln>
                <a:solidFill>
                  <a:srgbClr val="800080"/>
                </a:solidFill>
                <a:effectLst/>
                <a:uLnTx/>
                <a:uFillTx/>
                <a:latin typeface="Gill Sans MT" panose="020B0502020104020203" pitchFamily="34" charset="0"/>
                <a:cs typeface="Helvetica"/>
                <a:sym typeface="Helvetica"/>
              </a:rPr>
              <a:pPr marL="0" marR="0" lvl="0" indent="0" algn="ctr" defTabSz="412750" rtl="0" eaLnBrk="1" fontAlgn="auto" latinLnBrk="0" hangingPunct="0">
                <a:lnSpc>
                  <a:spcPct val="100000"/>
                </a:lnSpc>
                <a:spcBef>
                  <a:spcPts val="0"/>
                </a:spcBef>
                <a:spcAft>
                  <a:spcPts val="0"/>
                </a:spcAft>
                <a:buClrTx/>
                <a:buSzTx/>
                <a:buFontTx/>
                <a:buNone/>
                <a:tabLst/>
                <a:defRPr/>
              </a:pPr>
              <a:t>2</a:t>
            </a:fld>
            <a:endParaRPr kumimoji="0" lang="en-US" sz="1800" b="0" i="0" u="none" strike="noStrike" kern="0" cap="none" spc="0" normalizeH="0" baseline="0" noProof="0">
              <a:ln>
                <a:noFill/>
              </a:ln>
              <a:solidFill>
                <a:srgbClr val="800080"/>
              </a:solidFill>
              <a:effectLst/>
              <a:uLnTx/>
              <a:uFillTx/>
              <a:latin typeface="Gill Sans MT" panose="020B0502020104020203" pitchFamily="34" charset="0"/>
              <a:cs typeface="Helvetica"/>
              <a:sym typeface="Helvetica"/>
            </a:endParaRPr>
          </a:p>
        </p:txBody>
      </p:sp>
    </p:spTree>
    <p:extLst>
      <p:ext uri="{BB962C8B-B14F-4D97-AF65-F5344CB8AC3E}">
        <p14:creationId xmlns:p14="http://schemas.microsoft.com/office/powerpoint/2010/main" val="4196136796"/>
      </p:ext>
    </p:extLst>
  </p:cSld>
  <p:clrMapOvr>
    <a:masterClrMapping/>
  </p:clrMapOvr>
  <p:transition spd="med"/>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32399BC-5D82-95FC-771A-E38E1B554276}"/>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F5EEB60E-83E1-F833-B745-30DF3B00CF28}"/>
              </a:ext>
            </a:extLst>
          </p:cNvPr>
          <p:cNvSpPr>
            <a:spLocks noGrp="1"/>
          </p:cNvSpPr>
          <p:nvPr>
            <p:ph type="title"/>
          </p:nvPr>
        </p:nvSpPr>
        <p:spPr/>
        <p:txBody>
          <a:bodyPr/>
          <a:lstStyle/>
          <a:p>
            <a:r>
              <a:rPr lang="en-US" dirty="0"/>
              <a:t>Reminder</a:t>
            </a:r>
          </a:p>
        </p:txBody>
      </p:sp>
      <p:sp>
        <p:nvSpPr>
          <p:cNvPr id="3" name="Text Placeholder 2">
            <a:extLst>
              <a:ext uri="{FF2B5EF4-FFF2-40B4-BE49-F238E27FC236}">
                <a16:creationId xmlns:a16="http://schemas.microsoft.com/office/drawing/2014/main" id="{09F9512F-74FB-CDC2-6B79-97022E597975}"/>
              </a:ext>
            </a:extLst>
          </p:cNvPr>
          <p:cNvSpPr>
            <a:spLocks noGrp="1"/>
          </p:cNvSpPr>
          <p:nvPr>
            <p:ph type="body" idx="1"/>
          </p:nvPr>
        </p:nvSpPr>
        <p:spPr>
          <a:xfrm>
            <a:off x="844551" y="1229566"/>
            <a:ext cx="11147845" cy="5499530"/>
          </a:xfrm>
        </p:spPr>
        <p:txBody>
          <a:bodyPr lIns="25400" tIns="25400" rIns="25400" bIns="25400" anchor="t">
            <a:normAutofit/>
          </a:bodyPr>
          <a:lstStyle/>
          <a:p>
            <a:pPr marL="288925" indent="-288925">
              <a:spcBef>
                <a:spcPts val="1200"/>
              </a:spcBef>
              <a:buFont typeface="Wingdings" pitchFamily="2" charset="2"/>
              <a:buChar char="Ø"/>
              <a:defRPr/>
            </a:pPr>
            <a:r>
              <a:rPr lang="en-US" sz="2400" b="1" dirty="0">
                <a:cs typeface="Helvetica"/>
              </a:rPr>
              <a:t>Assignment 2</a:t>
            </a:r>
          </a:p>
          <a:p>
            <a:pPr marL="606425" lvl="1" indent="-288925">
              <a:spcBef>
                <a:spcPts val="1200"/>
              </a:spcBef>
              <a:buFont typeface="Wingdings" pitchFamily="2" charset="2"/>
              <a:buChar char="Ø"/>
              <a:defRPr/>
            </a:pPr>
            <a:r>
              <a:rPr lang="en" altLang="zh-CN" sz="2400" dirty="0"/>
              <a:t>For students who have already accepted asg2, please run </a:t>
            </a:r>
            <a:r>
              <a:rPr lang="en" altLang="zh-CN" sz="2400" b="1" i="1" dirty="0"/>
              <a:t>git pull </a:t>
            </a:r>
            <a:r>
              <a:rPr lang="en" altLang="zh-CN" sz="2400" dirty="0"/>
              <a:t>to update </a:t>
            </a:r>
          </a:p>
          <a:p>
            <a:pPr marL="606425" lvl="1" indent="-288925">
              <a:spcBef>
                <a:spcPts val="1200"/>
              </a:spcBef>
              <a:buFont typeface="Wingdings" pitchFamily="2" charset="2"/>
              <a:buChar char="Ø"/>
              <a:defRPr/>
            </a:pPr>
            <a:endParaRPr lang="en-US" sz="2400" dirty="0">
              <a:cs typeface="Helvetica"/>
            </a:endParaRPr>
          </a:p>
        </p:txBody>
      </p:sp>
      <p:sp>
        <p:nvSpPr>
          <p:cNvPr id="4" name="Slide Number Placeholder 3">
            <a:extLst>
              <a:ext uri="{FF2B5EF4-FFF2-40B4-BE49-F238E27FC236}">
                <a16:creationId xmlns:a16="http://schemas.microsoft.com/office/drawing/2014/main" id="{D3E04B6C-0C82-D416-7D0E-F47426746AFB}"/>
              </a:ext>
            </a:extLst>
          </p:cNvPr>
          <p:cNvSpPr>
            <a:spLocks noGrp="1"/>
          </p:cNvSpPr>
          <p:nvPr>
            <p:ph type="sldNum" sz="quarter" idx="2"/>
          </p:nvPr>
        </p:nvSpPr>
        <p:spPr>
          <a:xfrm>
            <a:off x="11686121" y="6400800"/>
            <a:ext cx="218008" cy="379591"/>
          </a:xfrm>
        </p:spPr>
        <p:txBody>
          <a:bodyPr/>
          <a:lstStyle/>
          <a:p>
            <a:pPr marL="0" marR="0" lvl="0" indent="0" algn="ctr" defTabSz="412750" rtl="0" eaLnBrk="1" fontAlgn="auto" latinLnBrk="0" hangingPunct="0">
              <a:lnSpc>
                <a:spcPct val="100000"/>
              </a:lnSpc>
              <a:spcBef>
                <a:spcPts val="0"/>
              </a:spcBef>
              <a:spcAft>
                <a:spcPts val="0"/>
              </a:spcAft>
              <a:buClrTx/>
              <a:buSzTx/>
              <a:buFontTx/>
              <a:buNone/>
              <a:tabLst/>
              <a:defRPr/>
            </a:pPr>
            <a:fld id="{86CB4B4D-7CA3-9044-876B-883B54F8677D}" type="slidenum">
              <a:rPr kumimoji="0" lang="en-US" sz="1800" b="0" i="0" u="none" strike="noStrike" kern="0" cap="none" spc="0" normalizeH="0" baseline="0" noProof="0">
                <a:ln>
                  <a:noFill/>
                </a:ln>
                <a:solidFill>
                  <a:srgbClr val="800080"/>
                </a:solidFill>
                <a:effectLst/>
                <a:uLnTx/>
                <a:uFillTx/>
                <a:latin typeface="Gill Sans MT" panose="020B0502020104020203" pitchFamily="34" charset="0"/>
                <a:cs typeface="Helvetica"/>
                <a:sym typeface="Helvetica"/>
              </a:rPr>
              <a:pPr marL="0" marR="0" lvl="0" indent="0" algn="ctr" defTabSz="412750" rtl="0" eaLnBrk="1" fontAlgn="auto" latinLnBrk="0" hangingPunct="0">
                <a:lnSpc>
                  <a:spcPct val="100000"/>
                </a:lnSpc>
                <a:spcBef>
                  <a:spcPts val="0"/>
                </a:spcBef>
                <a:spcAft>
                  <a:spcPts val="0"/>
                </a:spcAft>
                <a:buClrTx/>
                <a:buSzTx/>
                <a:buFontTx/>
                <a:buNone/>
                <a:tabLst/>
                <a:defRPr/>
              </a:pPr>
              <a:t>3</a:t>
            </a:fld>
            <a:endParaRPr kumimoji="0" lang="en-US" sz="1800" b="0" i="0" u="none" strike="noStrike" kern="0" cap="none" spc="0" normalizeH="0" baseline="0" noProof="0">
              <a:ln>
                <a:noFill/>
              </a:ln>
              <a:solidFill>
                <a:srgbClr val="800080"/>
              </a:solidFill>
              <a:effectLst/>
              <a:uLnTx/>
              <a:uFillTx/>
              <a:latin typeface="Gill Sans MT" panose="020B0502020104020203" pitchFamily="34" charset="0"/>
              <a:cs typeface="Helvetica"/>
              <a:sym typeface="Helvetica"/>
            </a:endParaRPr>
          </a:p>
        </p:txBody>
      </p:sp>
      <p:pic>
        <p:nvPicPr>
          <p:cNvPr id="6" name="图片 5">
            <a:extLst>
              <a:ext uri="{FF2B5EF4-FFF2-40B4-BE49-F238E27FC236}">
                <a16:creationId xmlns:a16="http://schemas.microsoft.com/office/drawing/2014/main" id="{BC820A36-5623-F633-074E-CDB9D8D3F678}"/>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927755" y="2606718"/>
            <a:ext cx="10336490" cy="1819626"/>
          </a:xfrm>
          <a:prstGeom prst="rect">
            <a:avLst/>
          </a:prstGeom>
        </p:spPr>
      </p:pic>
    </p:spTree>
    <p:extLst>
      <p:ext uri="{BB962C8B-B14F-4D97-AF65-F5344CB8AC3E}">
        <p14:creationId xmlns:p14="http://schemas.microsoft.com/office/powerpoint/2010/main" val="3453764452"/>
      </p:ext>
    </p:extLst>
  </p:cSld>
  <p:clrMapOvr>
    <a:masterClrMapping/>
  </p:clrMapOvr>
  <p:transition spd="med"/>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2715A2E-656D-EC5D-FDE7-230488526EFC}"/>
              </a:ext>
            </a:extLst>
          </p:cNvPr>
          <p:cNvSpPr>
            <a:spLocks noGrp="1"/>
          </p:cNvSpPr>
          <p:nvPr>
            <p:ph type="title"/>
          </p:nvPr>
        </p:nvSpPr>
        <p:spPr/>
        <p:txBody>
          <a:bodyPr/>
          <a:lstStyle/>
          <a:p>
            <a:r>
              <a:rPr lang="en-US" dirty="0"/>
              <a:t>Overview</a:t>
            </a:r>
          </a:p>
        </p:txBody>
      </p:sp>
      <p:sp>
        <p:nvSpPr>
          <p:cNvPr id="3" name="Text Placeholder 2">
            <a:extLst>
              <a:ext uri="{FF2B5EF4-FFF2-40B4-BE49-F238E27FC236}">
                <a16:creationId xmlns:a16="http://schemas.microsoft.com/office/drawing/2014/main" id="{36A5FFEE-E22C-7E2F-1F3B-D8658E79FF2E}"/>
              </a:ext>
            </a:extLst>
          </p:cNvPr>
          <p:cNvSpPr>
            <a:spLocks noGrp="1"/>
          </p:cNvSpPr>
          <p:nvPr>
            <p:ph type="body" idx="1"/>
          </p:nvPr>
        </p:nvSpPr>
        <p:spPr>
          <a:xfrm>
            <a:off x="844551" y="1229566"/>
            <a:ext cx="10237107" cy="5499530"/>
          </a:xfrm>
        </p:spPr>
        <p:txBody>
          <a:bodyPr lIns="25400" tIns="25400" rIns="25400" bIns="25400" anchor="t">
            <a:normAutofit/>
          </a:bodyPr>
          <a:lstStyle/>
          <a:p>
            <a:pPr marL="288925" indent="-288925">
              <a:buFont typeface="Wingdings" pitchFamily="2" charset="2"/>
              <a:buChar char="Ø"/>
              <a:defRPr/>
            </a:pPr>
            <a:r>
              <a:rPr lang="en-US" altLang="zh-CN" sz="2600" b="1" dirty="0">
                <a:cs typeface="Helvetica"/>
              </a:rPr>
              <a:t>Tutorial this week</a:t>
            </a:r>
          </a:p>
          <a:p>
            <a:pPr marL="606425" lvl="1" indent="-288925">
              <a:spcBef>
                <a:spcPts val="1200"/>
              </a:spcBef>
              <a:buFont typeface="Wingdings" pitchFamily="2" charset="2"/>
              <a:buChar char="Ø"/>
              <a:defRPr/>
            </a:pPr>
            <a:r>
              <a:rPr kumimoji="0" lang="en-US" sz="2400" b="0" i="0" u="none" strike="noStrike" kern="0" cap="none" spc="0" normalizeH="0" baseline="0" noProof="0" dirty="0" err="1">
                <a:ln>
                  <a:noFill/>
                </a:ln>
                <a:solidFill>
                  <a:srgbClr val="202020"/>
                </a:solidFill>
                <a:effectLst/>
                <a:uLnTx/>
                <a:uFillTx/>
                <a:latin typeface="Gill Sans MT" panose="020B0502020104020203" pitchFamily="34" charset="0"/>
                <a:cs typeface="Helvetica"/>
                <a:sym typeface="Helvetica"/>
              </a:rPr>
              <a:t>Pthread</a:t>
            </a:r>
            <a:r>
              <a:rPr kumimoji="0" lang="en-US" sz="2400" b="0" i="0" u="none" strike="noStrike" kern="0" cap="none" spc="0" normalizeH="0" baseline="0" noProof="0" dirty="0">
                <a:ln>
                  <a:noFill/>
                </a:ln>
                <a:solidFill>
                  <a:srgbClr val="202020"/>
                </a:solidFill>
                <a:effectLst/>
                <a:uLnTx/>
                <a:uFillTx/>
                <a:latin typeface="Gill Sans MT" panose="020B0502020104020203" pitchFamily="34" charset="0"/>
                <a:cs typeface="Helvetica"/>
                <a:sym typeface="Helvetica"/>
              </a:rPr>
              <a:t> Library part 2</a:t>
            </a:r>
          </a:p>
          <a:p>
            <a:pPr marL="923925" lvl="2" indent="-288925">
              <a:spcBef>
                <a:spcPts val="1200"/>
              </a:spcBef>
              <a:buFont typeface="Wingdings" pitchFamily="2" charset="2"/>
              <a:buChar char="Ø"/>
              <a:defRPr/>
            </a:pPr>
            <a:r>
              <a:rPr kumimoji="0" lang="en-US" sz="2400" b="0" i="0" u="none" strike="noStrike" kern="0" cap="none" spc="0" normalizeH="0" baseline="0" noProof="0" dirty="0">
                <a:ln>
                  <a:noFill/>
                </a:ln>
                <a:solidFill>
                  <a:srgbClr val="202020"/>
                </a:solidFill>
                <a:effectLst/>
                <a:uLnTx/>
                <a:uFillTx/>
                <a:latin typeface="Gill Sans MT" panose="020B0502020104020203" pitchFamily="34" charset="0"/>
                <a:cs typeface="Helvetica"/>
                <a:sym typeface="Helvetica"/>
              </a:rPr>
              <a:t> Key interfaces for condition variables</a:t>
            </a:r>
            <a:endParaRPr kumimoji="0" lang="en-US" altLang="zh-CN" sz="2400" b="0" i="0" u="none" strike="noStrike" kern="0" cap="none" spc="0" normalizeH="0" baseline="0" noProof="0" dirty="0">
              <a:ln>
                <a:noFill/>
              </a:ln>
              <a:solidFill>
                <a:srgbClr val="202020"/>
              </a:solidFill>
              <a:effectLst/>
              <a:uLnTx/>
              <a:uFillTx/>
              <a:latin typeface="Gill Sans MT" panose="020B0502020104020203" pitchFamily="34" charset="0"/>
              <a:cs typeface="Helvetica"/>
              <a:sym typeface="Helvetica"/>
            </a:endParaRPr>
          </a:p>
          <a:p>
            <a:pPr marL="606425" lvl="1" indent="-288925">
              <a:spcBef>
                <a:spcPts val="1200"/>
              </a:spcBef>
              <a:buFont typeface="Wingdings" pitchFamily="2" charset="2"/>
              <a:buChar char="Ø"/>
              <a:defRPr/>
            </a:pPr>
            <a:r>
              <a:rPr lang="en-US" sz="2400" dirty="0">
                <a:cs typeface="Helvetica"/>
              </a:rPr>
              <a:t>Condition variable usage in C</a:t>
            </a:r>
          </a:p>
          <a:p>
            <a:pPr marL="923925" lvl="2" indent="-288925">
              <a:spcBef>
                <a:spcPts val="1200"/>
              </a:spcBef>
              <a:buFont typeface="Wingdings" pitchFamily="2" charset="2"/>
              <a:buChar char="Ø"/>
              <a:defRPr/>
            </a:pPr>
            <a:r>
              <a:rPr kumimoji="0" lang="en-US" sz="2400" b="0" i="0" u="none" strike="noStrike" kern="0" cap="none" spc="0" normalizeH="0" baseline="0" noProof="0" dirty="0">
                <a:ln>
                  <a:noFill/>
                </a:ln>
                <a:solidFill>
                  <a:srgbClr val="202020"/>
                </a:solidFill>
                <a:effectLst/>
                <a:uLnTx/>
                <a:uFillTx/>
                <a:latin typeface="Gill Sans MT" panose="020B0502020104020203" pitchFamily="34" charset="0"/>
                <a:cs typeface="Helvetica"/>
                <a:sym typeface="Helvetica"/>
              </a:rPr>
              <a:t>Multiple Producers and Consumers</a:t>
            </a:r>
          </a:p>
          <a:p>
            <a:pPr marL="923925" lvl="2" indent="-288925">
              <a:spcBef>
                <a:spcPts val="1200"/>
              </a:spcBef>
              <a:buFont typeface="Wingdings" pitchFamily="2" charset="2"/>
              <a:buChar char="Ø"/>
              <a:defRPr/>
            </a:pPr>
            <a:r>
              <a:rPr lang="en-US" sz="2400" dirty="0">
                <a:cs typeface="Helvetica"/>
              </a:rPr>
              <a:t>Barrier Synchronization</a:t>
            </a:r>
          </a:p>
          <a:p>
            <a:pPr marL="923925" lvl="2" indent="-288925">
              <a:spcBef>
                <a:spcPts val="1200"/>
              </a:spcBef>
              <a:buFont typeface="Wingdings" pitchFamily="2" charset="2"/>
              <a:buChar char="Ø"/>
              <a:defRPr/>
            </a:pPr>
            <a:r>
              <a:rPr kumimoji="0" lang="en-US" sz="2400" b="0" i="0" u="none" strike="noStrike" kern="0" cap="none" spc="0" normalizeH="0" baseline="0" noProof="0" dirty="0">
                <a:ln>
                  <a:noFill/>
                </a:ln>
                <a:solidFill>
                  <a:srgbClr val="202020"/>
                </a:solidFill>
                <a:effectLst/>
                <a:uLnTx/>
                <a:uFillTx/>
                <a:latin typeface="Gill Sans MT" panose="020B0502020104020203" pitchFamily="34" charset="0"/>
                <a:cs typeface="Helvetica"/>
                <a:sym typeface="Helvetica"/>
              </a:rPr>
              <a:t>Dining Philosophers Problem</a:t>
            </a:r>
          </a:p>
        </p:txBody>
      </p:sp>
      <p:sp>
        <p:nvSpPr>
          <p:cNvPr id="4" name="Slide Number Placeholder 3">
            <a:extLst>
              <a:ext uri="{FF2B5EF4-FFF2-40B4-BE49-F238E27FC236}">
                <a16:creationId xmlns:a16="http://schemas.microsoft.com/office/drawing/2014/main" id="{C903FAE4-3A59-50C4-1BA6-A9AEC61D52CB}"/>
              </a:ext>
            </a:extLst>
          </p:cNvPr>
          <p:cNvSpPr>
            <a:spLocks noGrp="1"/>
          </p:cNvSpPr>
          <p:nvPr>
            <p:ph type="sldNum" sz="quarter" idx="2"/>
          </p:nvPr>
        </p:nvSpPr>
        <p:spPr>
          <a:xfrm>
            <a:off x="11686121" y="6400800"/>
            <a:ext cx="218008" cy="379591"/>
          </a:xfrm>
        </p:spPr>
        <p:txBody>
          <a:bodyPr/>
          <a:lstStyle/>
          <a:p>
            <a:pPr marL="0" marR="0" lvl="0" indent="0" algn="ctr" defTabSz="412750" rtl="0" eaLnBrk="1" fontAlgn="auto" latinLnBrk="0" hangingPunct="0">
              <a:lnSpc>
                <a:spcPct val="100000"/>
              </a:lnSpc>
              <a:spcBef>
                <a:spcPts val="0"/>
              </a:spcBef>
              <a:spcAft>
                <a:spcPts val="0"/>
              </a:spcAft>
              <a:buClrTx/>
              <a:buSzTx/>
              <a:buFontTx/>
              <a:buNone/>
              <a:tabLst/>
              <a:defRPr/>
            </a:pPr>
            <a:fld id="{86CB4B4D-7CA3-9044-876B-883B54F8677D}" type="slidenum">
              <a:rPr kumimoji="0" lang="en-US" sz="1800" b="0" i="0" u="none" strike="noStrike" kern="0" cap="none" spc="0" normalizeH="0" baseline="0" noProof="0">
                <a:ln>
                  <a:noFill/>
                </a:ln>
                <a:solidFill>
                  <a:srgbClr val="800080"/>
                </a:solidFill>
                <a:effectLst/>
                <a:uLnTx/>
                <a:uFillTx/>
                <a:latin typeface="Gill Sans MT" panose="020B0502020104020203" pitchFamily="34" charset="0"/>
                <a:cs typeface="Helvetica"/>
                <a:sym typeface="Helvetica"/>
              </a:rPr>
              <a:pPr marL="0" marR="0" lvl="0" indent="0" algn="ctr" defTabSz="412750" rtl="0" eaLnBrk="1" fontAlgn="auto" latinLnBrk="0" hangingPunct="0">
                <a:lnSpc>
                  <a:spcPct val="100000"/>
                </a:lnSpc>
                <a:spcBef>
                  <a:spcPts val="0"/>
                </a:spcBef>
                <a:spcAft>
                  <a:spcPts val="0"/>
                </a:spcAft>
                <a:buClrTx/>
                <a:buSzTx/>
                <a:buFontTx/>
                <a:buNone/>
                <a:tabLst/>
                <a:defRPr/>
              </a:pPr>
              <a:t>4</a:t>
            </a:fld>
            <a:endParaRPr kumimoji="0" lang="en-US" sz="1800" b="0" i="0" u="none" strike="noStrike" kern="0" cap="none" spc="0" normalizeH="0" baseline="0" noProof="0">
              <a:ln>
                <a:noFill/>
              </a:ln>
              <a:solidFill>
                <a:srgbClr val="800080"/>
              </a:solidFill>
              <a:effectLst/>
              <a:uLnTx/>
              <a:uFillTx/>
              <a:latin typeface="Gill Sans MT" panose="020B0502020104020203" pitchFamily="34" charset="0"/>
              <a:cs typeface="Helvetica"/>
              <a:sym typeface="Helvetica"/>
            </a:endParaRPr>
          </a:p>
        </p:txBody>
      </p:sp>
      <p:sp>
        <p:nvSpPr>
          <p:cNvPr id="6" name="TextBox 5">
            <a:extLst>
              <a:ext uri="{FF2B5EF4-FFF2-40B4-BE49-F238E27FC236}">
                <a16:creationId xmlns:a16="http://schemas.microsoft.com/office/drawing/2014/main" id="{059666F3-2E33-F336-CBC8-9499F9D78784}"/>
              </a:ext>
            </a:extLst>
          </p:cNvPr>
          <p:cNvSpPr txBox="1"/>
          <p:nvPr/>
        </p:nvSpPr>
        <p:spPr>
          <a:xfrm>
            <a:off x="3619655" y="4942251"/>
            <a:ext cx="6171565" cy="923330"/>
          </a:xfrm>
          <a:prstGeom prst="rect">
            <a:avLst/>
          </a:prstGeom>
          <a:solidFill>
            <a:srgbClr val="FFC000"/>
          </a:solidFill>
          <a:ln w="57150" cap="flat">
            <a:solidFill>
              <a:schemeClr val="bg2">
                <a:lumMod val="50000"/>
              </a:schemeClr>
            </a:solidFill>
            <a:miter lim="400000"/>
          </a:ln>
          <a:effectLst/>
          <a:sp3d/>
        </p:spPr>
        <p:style>
          <a:lnRef idx="0">
            <a:scrgbClr r="0" g="0" b="0"/>
          </a:lnRef>
          <a:fillRef idx="0">
            <a:scrgbClr r="0" g="0" b="0"/>
          </a:fillRef>
          <a:effectRef idx="0">
            <a:scrgbClr r="0" g="0" b="0"/>
          </a:effectRef>
          <a:fontRef idx="none"/>
        </p:style>
        <p:txBody>
          <a:bodyPr wrap="square">
            <a:spAutoFit/>
          </a:bodyPr>
          <a:lstStyle/>
          <a:p>
            <a:pPr algn="ctr"/>
            <a:r>
              <a:rPr lang="en-US" altLang="zh-CN" b="1" dirty="0">
                <a:solidFill>
                  <a:srgbClr val="202020"/>
                </a:solidFill>
                <a:latin typeface="Gill Sans MT" panose="020B0502020104020203" pitchFamily="34" charset="0"/>
              </a:rPr>
              <a:t>All examples used in this tutorial:</a:t>
            </a:r>
          </a:p>
          <a:p>
            <a:pPr algn="ctr"/>
            <a:r>
              <a:rPr lang="en-US" altLang="zh-CN" b="1" dirty="0">
                <a:solidFill>
                  <a:srgbClr val="202020"/>
                </a:solidFill>
                <a:latin typeface="Gill Sans MT" panose="020B0502020104020203" pitchFamily="34" charset="0"/>
              </a:rPr>
              <a:t>https://</a:t>
            </a:r>
            <a:r>
              <a:rPr lang="en-US" altLang="zh-CN" b="1" dirty="0" err="1">
                <a:solidFill>
                  <a:srgbClr val="202020"/>
                </a:solidFill>
                <a:latin typeface="Gill Sans MT" panose="020B0502020104020203" pitchFamily="34" charset="0"/>
              </a:rPr>
              <a:t>github.com</a:t>
            </a:r>
            <a:r>
              <a:rPr lang="en-US" altLang="zh-CN" b="1" dirty="0">
                <a:solidFill>
                  <a:srgbClr val="202020"/>
                </a:solidFill>
                <a:latin typeface="Gill Sans MT" panose="020B0502020104020203" pitchFamily="34" charset="0"/>
              </a:rPr>
              <a:t>/</a:t>
            </a:r>
            <a:r>
              <a:rPr lang="en-US" altLang="zh-CN" b="1" dirty="0" err="1">
                <a:solidFill>
                  <a:srgbClr val="202020"/>
                </a:solidFill>
                <a:latin typeface="Gill Sans MT" panose="020B0502020104020203" pitchFamily="34" charset="0"/>
              </a:rPr>
              <a:t>henryhxu</a:t>
            </a:r>
            <a:r>
              <a:rPr lang="en-US" altLang="zh-CN" b="1" dirty="0">
                <a:solidFill>
                  <a:srgbClr val="202020"/>
                </a:solidFill>
                <a:latin typeface="Gill Sans MT" panose="020B0502020104020203" pitchFamily="34" charset="0"/>
              </a:rPr>
              <a:t>/CSCI3150/tree/2026-Spring/tutorial</a:t>
            </a:r>
          </a:p>
        </p:txBody>
      </p:sp>
    </p:spTree>
    <p:extLst>
      <p:ext uri="{BB962C8B-B14F-4D97-AF65-F5344CB8AC3E}">
        <p14:creationId xmlns:p14="http://schemas.microsoft.com/office/powerpoint/2010/main" val="1415499555"/>
      </p:ext>
    </p:extLst>
  </p:cSld>
  <p:clrMapOvr>
    <a:masterClrMapping/>
  </p:clrMapOvr>
  <p:transition spd="med"/>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6"/>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6" grpId="0" animBg="1"/>
    </p:bldLst>
  </p:timing>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2715A2E-656D-EC5D-FDE7-230488526EFC}"/>
              </a:ext>
            </a:extLst>
          </p:cNvPr>
          <p:cNvSpPr>
            <a:spLocks noGrp="1"/>
          </p:cNvSpPr>
          <p:nvPr>
            <p:ph type="title"/>
          </p:nvPr>
        </p:nvSpPr>
        <p:spPr/>
        <p:txBody>
          <a:bodyPr/>
          <a:lstStyle/>
          <a:p>
            <a:r>
              <a:rPr lang="en-US" dirty="0"/>
              <a:t>Review: </a:t>
            </a:r>
            <a:r>
              <a:rPr lang="en-US" dirty="0" err="1"/>
              <a:t>Pthread</a:t>
            </a:r>
            <a:r>
              <a:rPr lang="en-US" dirty="0"/>
              <a:t> Library part 1</a:t>
            </a:r>
          </a:p>
        </p:txBody>
      </p:sp>
      <p:sp>
        <p:nvSpPr>
          <p:cNvPr id="3" name="Text Placeholder 2">
            <a:extLst>
              <a:ext uri="{FF2B5EF4-FFF2-40B4-BE49-F238E27FC236}">
                <a16:creationId xmlns:a16="http://schemas.microsoft.com/office/drawing/2014/main" id="{36A5FFEE-E22C-7E2F-1F3B-D8658E79FF2E}"/>
              </a:ext>
            </a:extLst>
          </p:cNvPr>
          <p:cNvSpPr>
            <a:spLocks noGrp="1"/>
          </p:cNvSpPr>
          <p:nvPr>
            <p:ph type="body" idx="1"/>
          </p:nvPr>
        </p:nvSpPr>
        <p:spPr>
          <a:xfrm>
            <a:off x="306725" y="1157355"/>
            <a:ext cx="10942521" cy="1245604"/>
          </a:xfrm>
        </p:spPr>
        <p:txBody>
          <a:bodyPr lIns="25400" tIns="25400" rIns="25400" bIns="25400" anchor="t">
            <a:normAutofit/>
          </a:bodyPr>
          <a:lstStyle/>
          <a:p>
            <a:pPr marL="288925" indent="-288925">
              <a:buFont typeface="Wingdings" pitchFamily="2" charset="2"/>
              <a:buChar char="Ø"/>
              <a:defRPr/>
            </a:pPr>
            <a:r>
              <a:rPr lang="en-US" altLang="zh-CN" sz="2400" dirty="0">
                <a:cs typeface="Helvetica"/>
              </a:rPr>
              <a:t>The </a:t>
            </a:r>
            <a:r>
              <a:rPr lang="en-US" altLang="zh-CN" sz="2400" dirty="0" err="1">
                <a:cs typeface="Helvetica"/>
              </a:rPr>
              <a:t>Pthread</a:t>
            </a:r>
            <a:r>
              <a:rPr lang="en-US" altLang="zh-CN" sz="2400" dirty="0">
                <a:cs typeface="Helvetica"/>
              </a:rPr>
              <a:t> (POSIX threads) library is a powerful tool for creating and managing threads in C. It provides a standardized API to facilitate multi-threading, which is essential for developing concurrent applications.</a:t>
            </a:r>
          </a:p>
          <a:p>
            <a:pPr marL="606425" lvl="1" indent="-288925">
              <a:spcBef>
                <a:spcPts val="1200"/>
              </a:spcBef>
              <a:buFont typeface="Wingdings" pitchFamily="2" charset="2"/>
              <a:buChar char="Ø"/>
              <a:defRPr/>
            </a:pPr>
            <a:endParaRPr lang="en-US" sz="2400" dirty="0"/>
          </a:p>
          <a:p>
            <a:pPr marL="606425" lvl="1" indent="-288925">
              <a:spcBef>
                <a:spcPts val="1200"/>
              </a:spcBef>
              <a:buFont typeface="Wingdings" pitchFamily="2" charset="2"/>
              <a:buChar char="Ø"/>
              <a:defRPr/>
            </a:pPr>
            <a:endParaRPr lang="en-US" sz="2400" dirty="0"/>
          </a:p>
        </p:txBody>
      </p:sp>
      <p:sp>
        <p:nvSpPr>
          <p:cNvPr id="4" name="Slide Number Placeholder 3">
            <a:extLst>
              <a:ext uri="{FF2B5EF4-FFF2-40B4-BE49-F238E27FC236}">
                <a16:creationId xmlns:a16="http://schemas.microsoft.com/office/drawing/2014/main" id="{C903FAE4-3A59-50C4-1BA6-A9AEC61D52CB}"/>
              </a:ext>
            </a:extLst>
          </p:cNvPr>
          <p:cNvSpPr>
            <a:spLocks noGrp="1"/>
          </p:cNvSpPr>
          <p:nvPr>
            <p:ph type="sldNum" sz="quarter" idx="2"/>
          </p:nvPr>
        </p:nvSpPr>
        <p:spPr>
          <a:xfrm>
            <a:off x="11686121" y="6400800"/>
            <a:ext cx="218008" cy="379591"/>
          </a:xfrm>
        </p:spPr>
        <p:txBody>
          <a:bodyPr/>
          <a:lstStyle/>
          <a:p>
            <a:pPr marL="0" marR="0" lvl="0" indent="0" algn="ctr" defTabSz="412750" rtl="0" eaLnBrk="1" fontAlgn="auto" latinLnBrk="0" hangingPunct="0">
              <a:lnSpc>
                <a:spcPct val="100000"/>
              </a:lnSpc>
              <a:spcBef>
                <a:spcPts val="0"/>
              </a:spcBef>
              <a:spcAft>
                <a:spcPts val="0"/>
              </a:spcAft>
              <a:buClrTx/>
              <a:buSzTx/>
              <a:buFontTx/>
              <a:buNone/>
              <a:tabLst/>
              <a:defRPr/>
            </a:pPr>
            <a:fld id="{86CB4B4D-7CA3-9044-876B-883B54F8677D}" type="slidenum">
              <a:rPr kumimoji="0" lang="en-US" sz="1800" b="0" i="0" u="none" strike="noStrike" kern="0" cap="none" spc="0" normalizeH="0" baseline="0" noProof="0">
                <a:ln>
                  <a:noFill/>
                </a:ln>
                <a:solidFill>
                  <a:srgbClr val="800080"/>
                </a:solidFill>
                <a:effectLst/>
                <a:uLnTx/>
                <a:uFillTx/>
                <a:latin typeface="Gill Sans MT" panose="020B0502020104020203" pitchFamily="34" charset="0"/>
                <a:cs typeface="Helvetica"/>
                <a:sym typeface="Helvetica"/>
              </a:rPr>
              <a:pPr marL="0" marR="0" lvl="0" indent="0" algn="ctr" defTabSz="412750" rtl="0" eaLnBrk="1" fontAlgn="auto" latinLnBrk="0" hangingPunct="0">
                <a:lnSpc>
                  <a:spcPct val="100000"/>
                </a:lnSpc>
                <a:spcBef>
                  <a:spcPts val="0"/>
                </a:spcBef>
                <a:spcAft>
                  <a:spcPts val="0"/>
                </a:spcAft>
                <a:buClrTx/>
                <a:buSzTx/>
                <a:buFontTx/>
                <a:buNone/>
                <a:tabLst/>
                <a:defRPr/>
              </a:pPr>
              <a:t>5</a:t>
            </a:fld>
            <a:endParaRPr kumimoji="0" lang="en-US" sz="1800" b="0" i="0" u="none" strike="noStrike" kern="0" cap="none" spc="0" normalizeH="0" baseline="0" noProof="0">
              <a:ln>
                <a:noFill/>
              </a:ln>
              <a:solidFill>
                <a:srgbClr val="800080"/>
              </a:solidFill>
              <a:effectLst/>
              <a:uLnTx/>
              <a:uFillTx/>
              <a:latin typeface="Gill Sans MT" panose="020B0502020104020203" pitchFamily="34" charset="0"/>
              <a:cs typeface="Helvetica"/>
              <a:sym typeface="Helvetica"/>
            </a:endParaRPr>
          </a:p>
        </p:txBody>
      </p:sp>
      <p:sp>
        <p:nvSpPr>
          <p:cNvPr id="18" name="文本框 17">
            <a:extLst>
              <a:ext uri="{FF2B5EF4-FFF2-40B4-BE49-F238E27FC236}">
                <a16:creationId xmlns:a16="http://schemas.microsoft.com/office/drawing/2014/main" id="{000E6A9C-20C9-7CC9-CBF6-89EE2B4A6609}"/>
              </a:ext>
            </a:extLst>
          </p:cNvPr>
          <p:cNvSpPr txBox="1"/>
          <p:nvPr/>
        </p:nvSpPr>
        <p:spPr>
          <a:xfrm>
            <a:off x="275383" y="2476679"/>
            <a:ext cx="4608505" cy="2554545"/>
          </a:xfrm>
          <a:prstGeom prst="rect">
            <a:avLst/>
          </a:prstGeom>
          <a:noFill/>
          <a:ln w="12700" cap="flat">
            <a:noFill/>
            <a:miter lim="400000"/>
          </a:ln>
          <a:effectLst/>
          <a:sp3d/>
        </p:spPr>
        <p:style>
          <a:lnRef idx="0">
            <a:scrgbClr r="0" g="0" b="0"/>
          </a:lnRef>
          <a:fillRef idx="0">
            <a:scrgbClr r="0" g="0" b="0"/>
          </a:fillRef>
          <a:effectRef idx="0">
            <a:scrgbClr r="0" g="0" b="0"/>
          </a:effectRef>
          <a:fontRef idx="none"/>
        </p:style>
        <p:txBody>
          <a:bodyPr wrap="square">
            <a:spAutoFit/>
          </a:bodyPr>
          <a:lstStyle/>
          <a:p>
            <a:pPr>
              <a:buFont typeface="Wingdings" panose="05000000000000000000" pitchFamily="2" charset="2"/>
              <a:buChar char="Ø"/>
            </a:pPr>
            <a:r>
              <a:rPr lang="en-US" altLang="zh-CN" sz="2400" dirty="0">
                <a:solidFill>
                  <a:srgbClr val="202020"/>
                </a:solidFill>
                <a:latin typeface="Gill Sans MT" panose="020B0502020104020203" pitchFamily="34" charset="0"/>
                <a:cs typeface="Helvetica"/>
                <a:sym typeface="Helvetica"/>
              </a:rPr>
              <a:t>To use it: </a:t>
            </a:r>
            <a:r>
              <a:rPr lang="en-HK" altLang="zh-CN" sz="2400" dirty="0">
                <a:solidFill>
                  <a:srgbClr val="202020"/>
                </a:solidFill>
                <a:latin typeface="Gill Sans MT" panose="020B0502020104020203" pitchFamily="34" charset="0"/>
                <a:cs typeface="Helvetica"/>
                <a:sym typeface="Helvetica"/>
              </a:rPr>
              <a:t> </a:t>
            </a:r>
            <a:r>
              <a:rPr lang="en-HK" altLang="zh-CN" sz="1600" b="0" i="0" dirty="0">
                <a:solidFill>
                  <a:srgbClr val="4078F2"/>
                </a:solidFill>
                <a:effectLst/>
                <a:latin typeface="Consolas" panose="020B0609020204030204" pitchFamily="49" charset="0"/>
              </a:rPr>
              <a:t>#include </a:t>
            </a:r>
            <a:r>
              <a:rPr lang="en-HK" altLang="zh-CN" sz="1600" b="0" i="0" dirty="0">
                <a:solidFill>
                  <a:srgbClr val="50A14F"/>
                </a:solidFill>
                <a:effectLst/>
                <a:latin typeface="Consolas" panose="020B0609020204030204" pitchFamily="49" charset="0"/>
              </a:rPr>
              <a:t>&lt;</a:t>
            </a:r>
            <a:r>
              <a:rPr lang="en-HK" altLang="zh-CN" sz="1600" b="0" i="0" dirty="0" err="1">
                <a:solidFill>
                  <a:srgbClr val="50A14F"/>
                </a:solidFill>
                <a:effectLst/>
                <a:latin typeface="Consolas" panose="020B0609020204030204" pitchFamily="49" charset="0"/>
              </a:rPr>
              <a:t>pthread.h</a:t>
            </a:r>
            <a:r>
              <a:rPr lang="en-HK" altLang="zh-CN" sz="1600" b="0" i="0" dirty="0">
                <a:solidFill>
                  <a:srgbClr val="50A14F"/>
                </a:solidFill>
                <a:effectLst/>
                <a:latin typeface="Consolas" panose="020B0609020204030204" pitchFamily="49" charset="0"/>
              </a:rPr>
              <a:t>&gt;</a:t>
            </a:r>
            <a:endParaRPr kumimoji="0" lang="en-HK" altLang="zh-CN" sz="2400" i="0" u="none" strike="noStrike" kern="0" cap="none" spc="0" normalizeH="0" baseline="0" noProof="0" dirty="0">
              <a:ln>
                <a:noFill/>
              </a:ln>
              <a:solidFill>
                <a:srgbClr val="202020"/>
              </a:solidFill>
              <a:effectLst/>
              <a:uLnTx/>
              <a:uFillTx/>
              <a:latin typeface="Gill Sans MT" panose="020B0502020104020203" pitchFamily="34" charset="0"/>
              <a:cs typeface="Helvetica"/>
              <a:sym typeface="Helvetica"/>
            </a:endParaRPr>
          </a:p>
          <a:p>
            <a:pPr marL="288925" indent="-288925">
              <a:spcBef>
                <a:spcPts val="1200"/>
              </a:spcBef>
              <a:buFont typeface="Wingdings" pitchFamily="2" charset="2"/>
              <a:buChar char="Ø"/>
              <a:defRPr/>
            </a:pPr>
            <a:r>
              <a:rPr lang="en-US" altLang="zh-CN" sz="2400" dirty="0">
                <a:solidFill>
                  <a:srgbClr val="202020"/>
                </a:solidFill>
                <a:latin typeface="Gill Sans MT" panose="020B0502020104020203" pitchFamily="34" charset="0"/>
                <a:cs typeface="Helvetica"/>
                <a:sym typeface="Helvetica"/>
              </a:rPr>
              <a:t>Key Interfaces:</a:t>
            </a:r>
          </a:p>
          <a:p>
            <a:pPr marL="606425" lvl="1" indent="-288925">
              <a:spcBef>
                <a:spcPts val="1200"/>
              </a:spcBef>
              <a:buFont typeface="Wingdings" pitchFamily="2" charset="2"/>
              <a:buChar char="Ø"/>
              <a:defRPr/>
            </a:pPr>
            <a:r>
              <a:rPr lang="en-US" altLang="zh-CN" sz="2400" dirty="0" err="1">
                <a:solidFill>
                  <a:srgbClr val="202020"/>
                </a:solidFill>
                <a:latin typeface="Gill Sans MT" panose="020B0502020104020203" pitchFamily="34" charset="0"/>
                <a:cs typeface="Helvetica"/>
                <a:sym typeface="Helvetica"/>
              </a:rPr>
              <a:t>pthread_create</a:t>
            </a:r>
            <a:endParaRPr lang="en-US" altLang="zh-CN" sz="2400" dirty="0">
              <a:solidFill>
                <a:srgbClr val="202020"/>
              </a:solidFill>
              <a:latin typeface="Gill Sans MT" panose="020B0502020104020203" pitchFamily="34" charset="0"/>
              <a:cs typeface="Helvetica"/>
              <a:sym typeface="Helvetica"/>
            </a:endParaRPr>
          </a:p>
          <a:p>
            <a:pPr marL="606425" lvl="1" indent="-288925">
              <a:spcBef>
                <a:spcPts val="1200"/>
              </a:spcBef>
              <a:buFont typeface="Wingdings" pitchFamily="2" charset="2"/>
              <a:buChar char="Ø"/>
              <a:defRPr/>
            </a:pPr>
            <a:r>
              <a:rPr lang="en-US" altLang="zh-CN" sz="2400" dirty="0" err="1">
                <a:solidFill>
                  <a:srgbClr val="202020"/>
                </a:solidFill>
                <a:latin typeface="Gill Sans MT" panose="020B0502020104020203" pitchFamily="34" charset="0"/>
                <a:cs typeface="Helvetica"/>
                <a:sym typeface="Helvetica"/>
              </a:rPr>
              <a:t>pthread_exit</a:t>
            </a:r>
            <a:endParaRPr lang="en-US" altLang="zh-CN" sz="2400" dirty="0">
              <a:solidFill>
                <a:srgbClr val="202020"/>
              </a:solidFill>
              <a:latin typeface="Gill Sans MT" panose="020B0502020104020203" pitchFamily="34" charset="0"/>
              <a:cs typeface="Helvetica"/>
              <a:sym typeface="Helvetica"/>
            </a:endParaRPr>
          </a:p>
          <a:p>
            <a:pPr marL="606425" lvl="1" indent="-288925">
              <a:spcBef>
                <a:spcPts val="1200"/>
              </a:spcBef>
              <a:buFont typeface="Wingdings" pitchFamily="2" charset="2"/>
              <a:buChar char="Ø"/>
              <a:defRPr/>
            </a:pPr>
            <a:r>
              <a:rPr lang="en-US" altLang="zh-CN" sz="2400" dirty="0" err="1">
                <a:solidFill>
                  <a:srgbClr val="202020"/>
                </a:solidFill>
                <a:latin typeface="Gill Sans MT" panose="020B0502020104020203" pitchFamily="34" charset="0"/>
                <a:cs typeface="Helvetica"/>
                <a:sym typeface="Helvetica"/>
              </a:rPr>
              <a:t>pthread_join</a:t>
            </a:r>
            <a:endParaRPr lang="en-US" altLang="zh-CN" sz="2400" dirty="0">
              <a:solidFill>
                <a:srgbClr val="202020"/>
              </a:solidFill>
              <a:latin typeface="Gill Sans MT" panose="020B0502020104020203" pitchFamily="34" charset="0"/>
              <a:cs typeface="Helvetica"/>
              <a:sym typeface="Helvetica"/>
            </a:endParaRPr>
          </a:p>
        </p:txBody>
      </p:sp>
      <p:sp>
        <p:nvSpPr>
          <p:cNvPr id="5" name="文本框 4">
            <a:extLst>
              <a:ext uri="{FF2B5EF4-FFF2-40B4-BE49-F238E27FC236}">
                <a16:creationId xmlns:a16="http://schemas.microsoft.com/office/drawing/2014/main" id="{1685A8AE-1515-1CD8-E585-D9ACDDB386DB}"/>
              </a:ext>
            </a:extLst>
          </p:cNvPr>
          <p:cNvSpPr txBox="1"/>
          <p:nvPr/>
        </p:nvSpPr>
        <p:spPr>
          <a:xfrm>
            <a:off x="3568665" y="3523119"/>
            <a:ext cx="4006725" cy="2031325"/>
          </a:xfrm>
          <a:prstGeom prst="rect">
            <a:avLst/>
          </a:prstGeom>
          <a:noFill/>
          <a:ln w="12700" cap="flat">
            <a:noFill/>
            <a:miter lim="400000"/>
          </a:ln>
          <a:effectLst/>
          <a:sp3d/>
        </p:spPr>
        <p:style>
          <a:lnRef idx="0">
            <a:scrgbClr r="0" g="0" b="0"/>
          </a:lnRef>
          <a:fillRef idx="0">
            <a:scrgbClr r="0" g="0" b="0"/>
          </a:fillRef>
          <a:effectRef idx="0">
            <a:scrgbClr r="0" g="0" b="0"/>
          </a:effectRef>
          <a:fontRef idx="none"/>
        </p:style>
        <p:txBody>
          <a:bodyPr wrap="square">
            <a:spAutoFit/>
          </a:bodyPr>
          <a:lstStyle/>
          <a:p>
            <a:pPr marL="606425" marR="0" lvl="1" indent="-288925" algn="l" defTabSz="914400" rtl="0" eaLnBrk="1" fontAlgn="auto" latinLnBrk="0" hangingPunct="1">
              <a:lnSpc>
                <a:spcPct val="100000"/>
              </a:lnSpc>
              <a:spcBef>
                <a:spcPts val="1200"/>
              </a:spcBef>
              <a:spcAft>
                <a:spcPts val="0"/>
              </a:spcAft>
              <a:buClrTx/>
              <a:buSzTx/>
              <a:buFont typeface="Wingdings" pitchFamily="2" charset="2"/>
              <a:buChar char="Ø"/>
              <a:tabLst/>
              <a:defRPr/>
            </a:pPr>
            <a:r>
              <a:rPr kumimoji="0" lang="en-US" altLang="zh-CN" sz="2400" b="0" i="0" u="none" strike="noStrike" kern="1200" cap="none" spc="0" normalizeH="0" baseline="0" noProof="0" dirty="0" err="1">
                <a:ln>
                  <a:noFill/>
                </a:ln>
                <a:solidFill>
                  <a:srgbClr val="202020"/>
                </a:solidFill>
                <a:effectLst/>
                <a:uLnTx/>
                <a:uFillTx/>
                <a:latin typeface="Gill Sans MT" panose="020B0502020104020203" pitchFamily="34" charset="0"/>
                <a:cs typeface="Helvetica"/>
                <a:sym typeface="Helvetica"/>
              </a:rPr>
              <a:t>pthread_mutex_init</a:t>
            </a:r>
            <a:endParaRPr kumimoji="0" lang="en-US" altLang="zh-CN" sz="2400" b="0" i="0" u="none" strike="noStrike" kern="1200" cap="none" spc="0" normalizeH="0" baseline="0" noProof="0" dirty="0">
              <a:ln>
                <a:noFill/>
              </a:ln>
              <a:solidFill>
                <a:srgbClr val="202020"/>
              </a:solidFill>
              <a:effectLst/>
              <a:uLnTx/>
              <a:uFillTx/>
              <a:latin typeface="Gill Sans MT" panose="020B0502020104020203" pitchFamily="34" charset="0"/>
              <a:cs typeface="Helvetica"/>
              <a:sym typeface="Helvetica"/>
            </a:endParaRPr>
          </a:p>
          <a:p>
            <a:pPr marL="606425" marR="0" lvl="1" indent="-288925" algn="l" defTabSz="914400" rtl="0" eaLnBrk="1" fontAlgn="auto" latinLnBrk="0" hangingPunct="1">
              <a:lnSpc>
                <a:spcPct val="100000"/>
              </a:lnSpc>
              <a:spcBef>
                <a:spcPts val="1200"/>
              </a:spcBef>
              <a:spcAft>
                <a:spcPts val="0"/>
              </a:spcAft>
              <a:buClrTx/>
              <a:buSzTx/>
              <a:buFont typeface="Wingdings" pitchFamily="2" charset="2"/>
              <a:buChar char="Ø"/>
              <a:tabLst/>
              <a:defRPr/>
            </a:pPr>
            <a:r>
              <a:rPr kumimoji="0" lang="en-US" altLang="zh-CN" sz="2400" b="0" i="0" u="none" strike="noStrike" kern="1200" cap="none" spc="0" normalizeH="0" baseline="0" noProof="0" dirty="0" err="1">
                <a:ln>
                  <a:noFill/>
                </a:ln>
                <a:solidFill>
                  <a:srgbClr val="202020"/>
                </a:solidFill>
                <a:effectLst/>
                <a:uLnTx/>
                <a:uFillTx/>
                <a:latin typeface="Gill Sans MT" panose="020B0502020104020203" pitchFamily="34" charset="0"/>
                <a:cs typeface="Helvetica"/>
                <a:sym typeface="Helvetica"/>
              </a:rPr>
              <a:t>pthread_mutex_lock</a:t>
            </a:r>
            <a:endParaRPr kumimoji="0" lang="en-US" altLang="zh-CN" sz="2400" b="0" i="0" u="none" strike="noStrike" kern="1200" cap="none" spc="0" normalizeH="0" baseline="0" noProof="0" dirty="0">
              <a:ln>
                <a:noFill/>
              </a:ln>
              <a:solidFill>
                <a:srgbClr val="202020"/>
              </a:solidFill>
              <a:effectLst/>
              <a:uLnTx/>
              <a:uFillTx/>
              <a:latin typeface="Gill Sans MT" panose="020B0502020104020203" pitchFamily="34" charset="0"/>
              <a:cs typeface="Helvetica"/>
              <a:sym typeface="Helvetica"/>
            </a:endParaRPr>
          </a:p>
          <a:p>
            <a:pPr marL="606425" marR="0" lvl="1" indent="-288925" algn="l" defTabSz="914400" rtl="0" eaLnBrk="1" fontAlgn="auto" latinLnBrk="0" hangingPunct="1">
              <a:lnSpc>
                <a:spcPct val="100000"/>
              </a:lnSpc>
              <a:spcBef>
                <a:spcPts val="1200"/>
              </a:spcBef>
              <a:spcAft>
                <a:spcPts val="0"/>
              </a:spcAft>
              <a:buClrTx/>
              <a:buSzTx/>
              <a:buFont typeface="Wingdings" pitchFamily="2" charset="2"/>
              <a:buChar char="Ø"/>
              <a:tabLst/>
              <a:defRPr/>
            </a:pPr>
            <a:r>
              <a:rPr kumimoji="0" lang="en-US" altLang="zh-CN" sz="2400" b="0" i="0" u="none" strike="noStrike" kern="1200" cap="none" spc="0" normalizeH="0" baseline="0" noProof="0" dirty="0" err="1">
                <a:ln>
                  <a:noFill/>
                </a:ln>
                <a:solidFill>
                  <a:srgbClr val="202020"/>
                </a:solidFill>
                <a:effectLst/>
                <a:uLnTx/>
                <a:uFillTx/>
                <a:latin typeface="Gill Sans MT" panose="020B0502020104020203" pitchFamily="34" charset="0"/>
                <a:cs typeface="Helvetica"/>
                <a:sym typeface="Helvetica"/>
              </a:rPr>
              <a:t>pthread_mutex_unlock</a:t>
            </a:r>
            <a:endParaRPr kumimoji="0" lang="en-US" altLang="zh-CN" sz="2400" b="0" i="0" u="none" strike="noStrike" kern="1200" cap="none" spc="0" normalizeH="0" baseline="0" noProof="0" dirty="0">
              <a:ln>
                <a:noFill/>
              </a:ln>
              <a:solidFill>
                <a:srgbClr val="202020"/>
              </a:solidFill>
              <a:effectLst/>
              <a:uLnTx/>
              <a:uFillTx/>
              <a:latin typeface="Gill Sans MT" panose="020B0502020104020203" pitchFamily="34" charset="0"/>
              <a:cs typeface="Helvetica"/>
              <a:sym typeface="Helvetica"/>
            </a:endParaRPr>
          </a:p>
          <a:p>
            <a:pPr marL="606425" marR="0" lvl="1" indent="-288925" algn="l" defTabSz="914400" rtl="0" eaLnBrk="1" fontAlgn="auto" latinLnBrk="0" hangingPunct="1">
              <a:lnSpc>
                <a:spcPct val="100000"/>
              </a:lnSpc>
              <a:spcBef>
                <a:spcPts val="1200"/>
              </a:spcBef>
              <a:spcAft>
                <a:spcPts val="0"/>
              </a:spcAft>
              <a:buClrTx/>
              <a:buSzTx/>
              <a:buFont typeface="Wingdings" pitchFamily="2" charset="2"/>
              <a:buChar char="Ø"/>
              <a:tabLst/>
              <a:defRPr/>
            </a:pPr>
            <a:r>
              <a:rPr lang="en-US" altLang="zh-CN" sz="2400" dirty="0" err="1">
                <a:solidFill>
                  <a:srgbClr val="202020"/>
                </a:solidFill>
                <a:latin typeface="Gill Sans MT" panose="020B0502020104020203" pitchFamily="34" charset="0"/>
                <a:cs typeface="Helvetica"/>
                <a:sym typeface="Helvetica"/>
              </a:rPr>
              <a:t>pthread_mutex_destroy</a:t>
            </a:r>
            <a:endParaRPr kumimoji="0" lang="en-US" altLang="zh-CN" sz="2400" b="0" i="0" u="none" strike="noStrike" kern="1200" cap="none" spc="0" normalizeH="0" baseline="0" noProof="0" dirty="0">
              <a:ln>
                <a:noFill/>
              </a:ln>
              <a:solidFill>
                <a:srgbClr val="202020"/>
              </a:solidFill>
              <a:effectLst/>
              <a:uLnTx/>
              <a:uFillTx/>
              <a:latin typeface="Gill Sans MT" panose="020B0502020104020203" pitchFamily="34" charset="0"/>
              <a:cs typeface="Helvetica"/>
              <a:sym typeface="Helvetica"/>
            </a:endParaRPr>
          </a:p>
        </p:txBody>
      </p:sp>
    </p:spTree>
    <p:extLst>
      <p:ext uri="{BB962C8B-B14F-4D97-AF65-F5344CB8AC3E}">
        <p14:creationId xmlns:p14="http://schemas.microsoft.com/office/powerpoint/2010/main" val="2856971437"/>
      </p:ext>
    </p:extLst>
  </p:cSld>
  <p:clrMapOvr>
    <a:masterClrMapping/>
  </p:clrMapOvr>
  <p:transition spd="med"/>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2715A2E-656D-EC5D-FDE7-230488526EFC}"/>
              </a:ext>
            </a:extLst>
          </p:cNvPr>
          <p:cNvSpPr>
            <a:spLocks noGrp="1"/>
          </p:cNvSpPr>
          <p:nvPr>
            <p:ph type="title"/>
          </p:nvPr>
        </p:nvSpPr>
        <p:spPr/>
        <p:txBody>
          <a:bodyPr/>
          <a:lstStyle/>
          <a:p>
            <a:r>
              <a:rPr lang="en-US" dirty="0" err="1"/>
              <a:t>Pthread</a:t>
            </a:r>
            <a:r>
              <a:rPr lang="en-US" dirty="0"/>
              <a:t> Library part 2</a:t>
            </a:r>
          </a:p>
        </p:txBody>
      </p:sp>
      <p:sp>
        <p:nvSpPr>
          <p:cNvPr id="3" name="Text Placeholder 2">
            <a:extLst>
              <a:ext uri="{FF2B5EF4-FFF2-40B4-BE49-F238E27FC236}">
                <a16:creationId xmlns:a16="http://schemas.microsoft.com/office/drawing/2014/main" id="{36A5FFEE-E22C-7E2F-1F3B-D8658E79FF2E}"/>
              </a:ext>
            </a:extLst>
          </p:cNvPr>
          <p:cNvSpPr>
            <a:spLocks noGrp="1"/>
          </p:cNvSpPr>
          <p:nvPr>
            <p:ph type="body" idx="1"/>
          </p:nvPr>
        </p:nvSpPr>
        <p:spPr>
          <a:xfrm>
            <a:off x="306725" y="1157355"/>
            <a:ext cx="10942521" cy="1245604"/>
          </a:xfrm>
        </p:spPr>
        <p:txBody>
          <a:bodyPr lIns="25400" tIns="25400" rIns="25400" bIns="25400" anchor="t">
            <a:normAutofit/>
          </a:bodyPr>
          <a:lstStyle/>
          <a:p>
            <a:pPr marL="288925" indent="-288925">
              <a:buFont typeface="Wingdings" pitchFamily="2" charset="2"/>
              <a:buChar char="Ø"/>
              <a:defRPr/>
            </a:pPr>
            <a:r>
              <a:rPr lang="en-US" altLang="zh-CN" sz="2400" dirty="0">
                <a:cs typeface="Helvetica"/>
              </a:rPr>
              <a:t>The </a:t>
            </a:r>
            <a:r>
              <a:rPr lang="en-US" altLang="zh-CN" sz="2400" dirty="0" err="1">
                <a:cs typeface="Helvetica"/>
              </a:rPr>
              <a:t>Pthread</a:t>
            </a:r>
            <a:r>
              <a:rPr lang="en-US" altLang="zh-CN" sz="2400" dirty="0">
                <a:cs typeface="Helvetica"/>
              </a:rPr>
              <a:t> (POSIX threads) library is a powerful tool for creating and managing threads in C. It provides a standardized API to facilitate multi-threading, which is essential for developing concurrent applications.</a:t>
            </a:r>
          </a:p>
          <a:p>
            <a:pPr marL="606425" lvl="1" indent="-288925">
              <a:spcBef>
                <a:spcPts val="1200"/>
              </a:spcBef>
              <a:buFont typeface="Wingdings" pitchFamily="2" charset="2"/>
              <a:buChar char="Ø"/>
              <a:defRPr/>
            </a:pPr>
            <a:endParaRPr lang="en-US" sz="2400" dirty="0"/>
          </a:p>
          <a:p>
            <a:pPr marL="606425" lvl="1" indent="-288925">
              <a:spcBef>
                <a:spcPts val="1200"/>
              </a:spcBef>
              <a:buFont typeface="Wingdings" pitchFamily="2" charset="2"/>
              <a:buChar char="Ø"/>
              <a:defRPr/>
            </a:pPr>
            <a:endParaRPr lang="en-US" sz="2400" dirty="0"/>
          </a:p>
        </p:txBody>
      </p:sp>
      <p:sp>
        <p:nvSpPr>
          <p:cNvPr id="4" name="Slide Number Placeholder 3">
            <a:extLst>
              <a:ext uri="{FF2B5EF4-FFF2-40B4-BE49-F238E27FC236}">
                <a16:creationId xmlns:a16="http://schemas.microsoft.com/office/drawing/2014/main" id="{C903FAE4-3A59-50C4-1BA6-A9AEC61D52CB}"/>
              </a:ext>
            </a:extLst>
          </p:cNvPr>
          <p:cNvSpPr>
            <a:spLocks noGrp="1"/>
          </p:cNvSpPr>
          <p:nvPr>
            <p:ph type="sldNum" sz="quarter" idx="2"/>
          </p:nvPr>
        </p:nvSpPr>
        <p:spPr>
          <a:xfrm>
            <a:off x="11686121" y="6400800"/>
            <a:ext cx="218008" cy="379591"/>
          </a:xfrm>
        </p:spPr>
        <p:txBody>
          <a:bodyPr/>
          <a:lstStyle/>
          <a:p>
            <a:pPr marL="0" marR="0" lvl="0" indent="0" algn="ctr" defTabSz="412750" rtl="0" eaLnBrk="1" fontAlgn="auto" latinLnBrk="0" hangingPunct="0">
              <a:lnSpc>
                <a:spcPct val="100000"/>
              </a:lnSpc>
              <a:spcBef>
                <a:spcPts val="0"/>
              </a:spcBef>
              <a:spcAft>
                <a:spcPts val="0"/>
              </a:spcAft>
              <a:buClrTx/>
              <a:buSzTx/>
              <a:buFontTx/>
              <a:buNone/>
              <a:tabLst/>
              <a:defRPr/>
            </a:pPr>
            <a:fld id="{86CB4B4D-7CA3-9044-876B-883B54F8677D}" type="slidenum">
              <a:rPr kumimoji="0" lang="en-US" sz="1800" b="0" i="0" u="none" strike="noStrike" kern="0" cap="none" spc="0" normalizeH="0" baseline="0" noProof="0">
                <a:ln>
                  <a:noFill/>
                </a:ln>
                <a:solidFill>
                  <a:srgbClr val="800080"/>
                </a:solidFill>
                <a:effectLst/>
                <a:uLnTx/>
                <a:uFillTx/>
                <a:latin typeface="Gill Sans MT" panose="020B0502020104020203" pitchFamily="34" charset="0"/>
                <a:cs typeface="Helvetica"/>
                <a:sym typeface="Helvetica"/>
              </a:rPr>
              <a:pPr marL="0" marR="0" lvl="0" indent="0" algn="ctr" defTabSz="412750" rtl="0" eaLnBrk="1" fontAlgn="auto" latinLnBrk="0" hangingPunct="0">
                <a:lnSpc>
                  <a:spcPct val="100000"/>
                </a:lnSpc>
                <a:spcBef>
                  <a:spcPts val="0"/>
                </a:spcBef>
                <a:spcAft>
                  <a:spcPts val="0"/>
                </a:spcAft>
                <a:buClrTx/>
                <a:buSzTx/>
                <a:buFontTx/>
                <a:buNone/>
                <a:tabLst/>
                <a:defRPr/>
              </a:pPr>
              <a:t>6</a:t>
            </a:fld>
            <a:endParaRPr kumimoji="0" lang="en-US" sz="1800" b="0" i="0" u="none" strike="noStrike" kern="0" cap="none" spc="0" normalizeH="0" baseline="0" noProof="0">
              <a:ln>
                <a:noFill/>
              </a:ln>
              <a:solidFill>
                <a:srgbClr val="800080"/>
              </a:solidFill>
              <a:effectLst/>
              <a:uLnTx/>
              <a:uFillTx/>
              <a:latin typeface="Gill Sans MT" panose="020B0502020104020203" pitchFamily="34" charset="0"/>
              <a:cs typeface="Helvetica"/>
              <a:sym typeface="Helvetica"/>
            </a:endParaRPr>
          </a:p>
        </p:txBody>
      </p:sp>
      <p:sp>
        <p:nvSpPr>
          <p:cNvPr id="18" name="文本框 17">
            <a:extLst>
              <a:ext uri="{FF2B5EF4-FFF2-40B4-BE49-F238E27FC236}">
                <a16:creationId xmlns:a16="http://schemas.microsoft.com/office/drawing/2014/main" id="{000E6A9C-20C9-7CC9-CBF6-89EE2B4A6609}"/>
              </a:ext>
            </a:extLst>
          </p:cNvPr>
          <p:cNvSpPr txBox="1"/>
          <p:nvPr/>
        </p:nvSpPr>
        <p:spPr>
          <a:xfrm>
            <a:off x="275383" y="2476679"/>
            <a:ext cx="4608505" cy="2554545"/>
          </a:xfrm>
          <a:prstGeom prst="rect">
            <a:avLst/>
          </a:prstGeom>
          <a:noFill/>
          <a:ln w="12700" cap="flat">
            <a:noFill/>
            <a:miter lim="400000"/>
          </a:ln>
          <a:effectLst/>
          <a:sp3d/>
        </p:spPr>
        <p:style>
          <a:lnRef idx="0">
            <a:scrgbClr r="0" g="0" b="0"/>
          </a:lnRef>
          <a:fillRef idx="0">
            <a:scrgbClr r="0" g="0" b="0"/>
          </a:fillRef>
          <a:effectRef idx="0">
            <a:scrgbClr r="0" g="0" b="0"/>
          </a:effectRef>
          <a:fontRef idx="none"/>
        </p:style>
        <p:txBody>
          <a:bodyPr wrap="square">
            <a:spAutoFit/>
          </a:bodyPr>
          <a:lstStyle/>
          <a:p>
            <a:pPr>
              <a:buFont typeface="Wingdings" panose="05000000000000000000" pitchFamily="2" charset="2"/>
              <a:buChar char="Ø"/>
            </a:pPr>
            <a:r>
              <a:rPr lang="en-US" altLang="zh-CN" sz="2400" dirty="0">
                <a:solidFill>
                  <a:srgbClr val="202020"/>
                </a:solidFill>
                <a:latin typeface="Gill Sans MT" panose="020B0502020104020203" pitchFamily="34" charset="0"/>
                <a:cs typeface="Helvetica"/>
                <a:sym typeface="Helvetica"/>
              </a:rPr>
              <a:t>To use it: </a:t>
            </a:r>
            <a:r>
              <a:rPr lang="en-HK" altLang="zh-CN" sz="2400" dirty="0">
                <a:solidFill>
                  <a:srgbClr val="202020"/>
                </a:solidFill>
                <a:latin typeface="Gill Sans MT" panose="020B0502020104020203" pitchFamily="34" charset="0"/>
                <a:cs typeface="Helvetica"/>
                <a:sym typeface="Helvetica"/>
              </a:rPr>
              <a:t> </a:t>
            </a:r>
            <a:r>
              <a:rPr lang="en-HK" altLang="zh-CN" sz="1600" b="0" i="0" dirty="0">
                <a:solidFill>
                  <a:srgbClr val="4078F2"/>
                </a:solidFill>
                <a:effectLst/>
                <a:latin typeface="Consolas" panose="020B0609020204030204" pitchFamily="49" charset="0"/>
              </a:rPr>
              <a:t>#include </a:t>
            </a:r>
            <a:r>
              <a:rPr lang="en-HK" altLang="zh-CN" sz="1600" b="0" i="0" dirty="0">
                <a:solidFill>
                  <a:srgbClr val="50A14F"/>
                </a:solidFill>
                <a:effectLst/>
                <a:latin typeface="Consolas" panose="020B0609020204030204" pitchFamily="49" charset="0"/>
              </a:rPr>
              <a:t>&lt;</a:t>
            </a:r>
            <a:r>
              <a:rPr lang="en-HK" altLang="zh-CN" sz="1600" b="0" i="0" dirty="0" err="1">
                <a:solidFill>
                  <a:srgbClr val="50A14F"/>
                </a:solidFill>
                <a:effectLst/>
                <a:latin typeface="Consolas" panose="020B0609020204030204" pitchFamily="49" charset="0"/>
              </a:rPr>
              <a:t>pthread.h</a:t>
            </a:r>
            <a:r>
              <a:rPr lang="en-HK" altLang="zh-CN" sz="1600" b="0" i="0" dirty="0">
                <a:solidFill>
                  <a:srgbClr val="50A14F"/>
                </a:solidFill>
                <a:effectLst/>
                <a:latin typeface="Consolas" panose="020B0609020204030204" pitchFamily="49" charset="0"/>
              </a:rPr>
              <a:t>&gt;</a:t>
            </a:r>
            <a:endParaRPr kumimoji="0" lang="en-HK" altLang="zh-CN" sz="2400" i="0" u="none" strike="noStrike" kern="0" cap="none" spc="0" normalizeH="0" baseline="0" noProof="0" dirty="0">
              <a:ln>
                <a:noFill/>
              </a:ln>
              <a:solidFill>
                <a:srgbClr val="202020"/>
              </a:solidFill>
              <a:effectLst/>
              <a:uLnTx/>
              <a:uFillTx/>
              <a:latin typeface="Gill Sans MT" panose="020B0502020104020203" pitchFamily="34" charset="0"/>
              <a:cs typeface="Helvetica"/>
              <a:sym typeface="Helvetica"/>
            </a:endParaRPr>
          </a:p>
          <a:p>
            <a:pPr marL="288925" indent="-288925">
              <a:spcBef>
                <a:spcPts val="1200"/>
              </a:spcBef>
              <a:buFont typeface="Wingdings" pitchFamily="2" charset="2"/>
              <a:buChar char="Ø"/>
              <a:defRPr/>
            </a:pPr>
            <a:r>
              <a:rPr lang="en-US" altLang="zh-CN" sz="2400" dirty="0">
                <a:solidFill>
                  <a:srgbClr val="202020"/>
                </a:solidFill>
                <a:latin typeface="Gill Sans MT" panose="020B0502020104020203" pitchFamily="34" charset="0"/>
                <a:cs typeface="Helvetica"/>
                <a:sym typeface="Helvetica"/>
              </a:rPr>
              <a:t>Key Interfaces:</a:t>
            </a:r>
          </a:p>
          <a:p>
            <a:pPr marL="606425" lvl="1" indent="-288925">
              <a:spcBef>
                <a:spcPts val="1200"/>
              </a:spcBef>
              <a:buFont typeface="Wingdings" pitchFamily="2" charset="2"/>
              <a:buChar char="Ø"/>
              <a:defRPr/>
            </a:pPr>
            <a:r>
              <a:rPr lang="en-US" altLang="zh-CN" sz="2400" dirty="0" err="1">
                <a:solidFill>
                  <a:srgbClr val="202020"/>
                </a:solidFill>
                <a:latin typeface="Gill Sans MT" panose="020B0502020104020203" pitchFamily="34" charset="0"/>
                <a:cs typeface="Helvetica"/>
                <a:sym typeface="Helvetica"/>
              </a:rPr>
              <a:t>pthread_create</a:t>
            </a:r>
            <a:endParaRPr lang="en-US" altLang="zh-CN" sz="2400" dirty="0">
              <a:solidFill>
                <a:srgbClr val="202020"/>
              </a:solidFill>
              <a:latin typeface="Gill Sans MT" panose="020B0502020104020203" pitchFamily="34" charset="0"/>
              <a:cs typeface="Helvetica"/>
              <a:sym typeface="Helvetica"/>
            </a:endParaRPr>
          </a:p>
          <a:p>
            <a:pPr marL="606425" lvl="1" indent="-288925">
              <a:spcBef>
                <a:spcPts val="1200"/>
              </a:spcBef>
              <a:buFont typeface="Wingdings" pitchFamily="2" charset="2"/>
              <a:buChar char="Ø"/>
              <a:defRPr/>
            </a:pPr>
            <a:r>
              <a:rPr lang="en-US" altLang="zh-CN" sz="2400" dirty="0" err="1">
                <a:solidFill>
                  <a:srgbClr val="202020"/>
                </a:solidFill>
                <a:latin typeface="Gill Sans MT" panose="020B0502020104020203" pitchFamily="34" charset="0"/>
                <a:cs typeface="Helvetica"/>
                <a:sym typeface="Helvetica"/>
              </a:rPr>
              <a:t>pthread_exit</a:t>
            </a:r>
            <a:endParaRPr lang="en-US" altLang="zh-CN" sz="2400" dirty="0">
              <a:solidFill>
                <a:srgbClr val="202020"/>
              </a:solidFill>
              <a:latin typeface="Gill Sans MT" panose="020B0502020104020203" pitchFamily="34" charset="0"/>
              <a:cs typeface="Helvetica"/>
              <a:sym typeface="Helvetica"/>
            </a:endParaRPr>
          </a:p>
          <a:p>
            <a:pPr marL="606425" lvl="1" indent="-288925">
              <a:spcBef>
                <a:spcPts val="1200"/>
              </a:spcBef>
              <a:buFont typeface="Wingdings" pitchFamily="2" charset="2"/>
              <a:buChar char="Ø"/>
              <a:defRPr/>
            </a:pPr>
            <a:r>
              <a:rPr lang="en-US" altLang="zh-CN" sz="2400" dirty="0" err="1">
                <a:solidFill>
                  <a:srgbClr val="202020"/>
                </a:solidFill>
                <a:latin typeface="Gill Sans MT" panose="020B0502020104020203" pitchFamily="34" charset="0"/>
                <a:cs typeface="Helvetica"/>
                <a:sym typeface="Helvetica"/>
              </a:rPr>
              <a:t>pthread_join</a:t>
            </a:r>
            <a:endParaRPr lang="en-US" altLang="zh-CN" sz="2400" dirty="0">
              <a:solidFill>
                <a:srgbClr val="202020"/>
              </a:solidFill>
              <a:latin typeface="Gill Sans MT" panose="020B0502020104020203" pitchFamily="34" charset="0"/>
              <a:cs typeface="Helvetica"/>
              <a:sym typeface="Helvetica"/>
            </a:endParaRPr>
          </a:p>
        </p:txBody>
      </p:sp>
      <p:sp>
        <p:nvSpPr>
          <p:cNvPr id="22" name="文本框 21">
            <a:extLst>
              <a:ext uri="{FF2B5EF4-FFF2-40B4-BE49-F238E27FC236}">
                <a16:creationId xmlns:a16="http://schemas.microsoft.com/office/drawing/2014/main" id="{5DCBAE54-B59D-659D-C2B5-B734C662961B}"/>
              </a:ext>
            </a:extLst>
          </p:cNvPr>
          <p:cNvSpPr txBox="1"/>
          <p:nvPr/>
        </p:nvSpPr>
        <p:spPr>
          <a:xfrm>
            <a:off x="3568665" y="3523119"/>
            <a:ext cx="4006725" cy="2031325"/>
          </a:xfrm>
          <a:prstGeom prst="rect">
            <a:avLst/>
          </a:prstGeom>
          <a:noFill/>
          <a:ln w="12700" cap="flat">
            <a:noFill/>
            <a:miter lim="400000"/>
          </a:ln>
          <a:effectLst/>
          <a:sp3d/>
        </p:spPr>
        <p:style>
          <a:lnRef idx="0">
            <a:scrgbClr r="0" g="0" b="0"/>
          </a:lnRef>
          <a:fillRef idx="0">
            <a:scrgbClr r="0" g="0" b="0"/>
          </a:fillRef>
          <a:effectRef idx="0">
            <a:scrgbClr r="0" g="0" b="0"/>
          </a:effectRef>
          <a:fontRef idx="none"/>
        </p:style>
        <p:txBody>
          <a:bodyPr wrap="square">
            <a:spAutoFit/>
          </a:bodyPr>
          <a:lstStyle/>
          <a:p>
            <a:pPr marL="606425" marR="0" lvl="1" indent="-288925" algn="l" defTabSz="914400" rtl="0" eaLnBrk="1" fontAlgn="auto" latinLnBrk="0" hangingPunct="1">
              <a:lnSpc>
                <a:spcPct val="100000"/>
              </a:lnSpc>
              <a:spcBef>
                <a:spcPts val="1200"/>
              </a:spcBef>
              <a:spcAft>
                <a:spcPts val="0"/>
              </a:spcAft>
              <a:buClrTx/>
              <a:buSzTx/>
              <a:buFont typeface="Wingdings" pitchFamily="2" charset="2"/>
              <a:buChar char="Ø"/>
              <a:tabLst/>
              <a:defRPr/>
            </a:pPr>
            <a:r>
              <a:rPr kumimoji="0" lang="en-US" altLang="zh-CN" sz="2400" b="0" i="0" u="none" strike="noStrike" kern="1200" cap="none" spc="0" normalizeH="0" baseline="0" noProof="0" dirty="0" err="1">
                <a:ln>
                  <a:noFill/>
                </a:ln>
                <a:solidFill>
                  <a:srgbClr val="202020"/>
                </a:solidFill>
                <a:effectLst/>
                <a:uLnTx/>
                <a:uFillTx/>
                <a:latin typeface="Gill Sans MT" panose="020B0502020104020203" pitchFamily="34" charset="0"/>
                <a:cs typeface="Helvetica"/>
                <a:sym typeface="Helvetica"/>
              </a:rPr>
              <a:t>pthread_mutex_init</a:t>
            </a:r>
            <a:endParaRPr kumimoji="0" lang="en-US" altLang="zh-CN" sz="2400" b="0" i="0" u="none" strike="noStrike" kern="1200" cap="none" spc="0" normalizeH="0" baseline="0" noProof="0" dirty="0">
              <a:ln>
                <a:noFill/>
              </a:ln>
              <a:solidFill>
                <a:srgbClr val="202020"/>
              </a:solidFill>
              <a:effectLst/>
              <a:uLnTx/>
              <a:uFillTx/>
              <a:latin typeface="Gill Sans MT" panose="020B0502020104020203" pitchFamily="34" charset="0"/>
              <a:cs typeface="Helvetica"/>
              <a:sym typeface="Helvetica"/>
            </a:endParaRPr>
          </a:p>
          <a:p>
            <a:pPr marL="606425" marR="0" lvl="1" indent="-288925" algn="l" defTabSz="914400" rtl="0" eaLnBrk="1" fontAlgn="auto" latinLnBrk="0" hangingPunct="1">
              <a:lnSpc>
                <a:spcPct val="100000"/>
              </a:lnSpc>
              <a:spcBef>
                <a:spcPts val="1200"/>
              </a:spcBef>
              <a:spcAft>
                <a:spcPts val="0"/>
              </a:spcAft>
              <a:buClrTx/>
              <a:buSzTx/>
              <a:buFont typeface="Wingdings" pitchFamily="2" charset="2"/>
              <a:buChar char="Ø"/>
              <a:tabLst/>
              <a:defRPr/>
            </a:pPr>
            <a:r>
              <a:rPr kumimoji="0" lang="en-US" altLang="zh-CN" sz="2400" b="0" i="0" u="none" strike="noStrike" kern="1200" cap="none" spc="0" normalizeH="0" baseline="0" noProof="0" dirty="0" err="1">
                <a:ln>
                  <a:noFill/>
                </a:ln>
                <a:solidFill>
                  <a:srgbClr val="202020"/>
                </a:solidFill>
                <a:effectLst/>
                <a:uLnTx/>
                <a:uFillTx/>
                <a:latin typeface="Gill Sans MT" panose="020B0502020104020203" pitchFamily="34" charset="0"/>
                <a:cs typeface="Helvetica"/>
                <a:sym typeface="Helvetica"/>
              </a:rPr>
              <a:t>pthread_mutex_lock</a:t>
            </a:r>
            <a:endParaRPr kumimoji="0" lang="en-US" altLang="zh-CN" sz="2400" b="0" i="0" u="none" strike="noStrike" kern="1200" cap="none" spc="0" normalizeH="0" baseline="0" noProof="0" dirty="0">
              <a:ln>
                <a:noFill/>
              </a:ln>
              <a:solidFill>
                <a:srgbClr val="202020"/>
              </a:solidFill>
              <a:effectLst/>
              <a:uLnTx/>
              <a:uFillTx/>
              <a:latin typeface="Gill Sans MT" panose="020B0502020104020203" pitchFamily="34" charset="0"/>
              <a:cs typeface="Helvetica"/>
              <a:sym typeface="Helvetica"/>
            </a:endParaRPr>
          </a:p>
          <a:p>
            <a:pPr marL="606425" marR="0" lvl="1" indent="-288925" algn="l" defTabSz="914400" rtl="0" eaLnBrk="1" fontAlgn="auto" latinLnBrk="0" hangingPunct="1">
              <a:lnSpc>
                <a:spcPct val="100000"/>
              </a:lnSpc>
              <a:spcBef>
                <a:spcPts val="1200"/>
              </a:spcBef>
              <a:spcAft>
                <a:spcPts val="0"/>
              </a:spcAft>
              <a:buClrTx/>
              <a:buSzTx/>
              <a:buFont typeface="Wingdings" pitchFamily="2" charset="2"/>
              <a:buChar char="Ø"/>
              <a:tabLst/>
              <a:defRPr/>
            </a:pPr>
            <a:r>
              <a:rPr kumimoji="0" lang="en-US" altLang="zh-CN" sz="2400" b="0" i="0" u="none" strike="noStrike" kern="1200" cap="none" spc="0" normalizeH="0" baseline="0" noProof="0" dirty="0" err="1">
                <a:ln>
                  <a:noFill/>
                </a:ln>
                <a:solidFill>
                  <a:srgbClr val="202020"/>
                </a:solidFill>
                <a:effectLst/>
                <a:uLnTx/>
                <a:uFillTx/>
                <a:latin typeface="Gill Sans MT" panose="020B0502020104020203" pitchFamily="34" charset="0"/>
                <a:cs typeface="Helvetica"/>
                <a:sym typeface="Helvetica"/>
              </a:rPr>
              <a:t>pthread_mutex_unlock</a:t>
            </a:r>
            <a:endParaRPr kumimoji="0" lang="en-US" altLang="zh-CN" sz="2400" b="0" i="0" u="none" strike="noStrike" kern="1200" cap="none" spc="0" normalizeH="0" baseline="0" noProof="0" dirty="0">
              <a:ln>
                <a:noFill/>
              </a:ln>
              <a:solidFill>
                <a:srgbClr val="202020"/>
              </a:solidFill>
              <a:effectLst/>
              <a:uLnTx/>
              <a:uFillTx/>
              <a:latin typeface="Gill Sans MT" panose="020B0502020104020203" pitchFamily="34" charset="0"/>
              <a:cs typeface="Helvetica"/>
              <a:sym typeface="Helvetica"/>
            </a:endParaRPr>
          </a:p>
          <a:p>
            <a:pPr marL="606425" marR="0" lvl="1" indent="-288925" algn="l" defTabSz="914400" rtl="0" eaLnBrk="1" fontAlgn="auto" latinLnBrk="0" hangingPunct="1">
              <a:lnSpc>
                <a:spcPct val="100000"/>
              </a:lnSpc>
              <a:spcBef>
                <a:spcPts val="1200"/>
              </a:spcBef>
              <a:spcAft>
                <a:spcPts val="0"/>
              </a:spcAft>
              <a:buClrTx/>
              <a:buSzTx/>
              <a:buFont typeface="Wingdings" pitchFamily="2" charset="2"/>
              <a:buChar char="Ø"/>
              <a:tabLst/>
              <a:defRPr/>
            </a:pPr>
            <a:r>
              <a:rPr lang="en-US" altLang="zh-CN" sz="2400" dirty="0" err="1">
                <a:solidFill>
                  <a:srgbClr val="202020"/>
                </a:solidFill>
                <a:latin typeface="Gill Sans MT" panose="020B0502020104020203" pitchFamily="34" charset="0"/>
                <a:cs typeface="Helvetica"/>
                <a:sym typeface="Helvetica"/>
              </a:rPr>
              <a:t>pthread_mutex_destroy</a:t>
            </a:r>
            <a:endParaRPr kumimoji="0" lang="en-US" altLang="zh-CN" sz="2400" b="0" i="0" u="none" strike="noStrike" kern="1200" cap="none" spc="0" normalizeH="0" baseline="0" noProof="0" dirty="0">
              <a:ln>
                <a:noFill/>
              </a:ln>
              <a:solidFill>
                <a:srgbClr val="202020"/>
              </a:solidFill>
              <a:effectLst/>
              <a:uLnTx/>
              <a:uFillTx/>
              <a:latin typeface="Gill Sans MT" panose="020B0502020104020203" pitchFamily="34" charset="0"/>
              <a:cs typeface="Helvetica"/>
              <a:sym typeface="Helvetica"/>
            </a:endParaRPr>
          </a:p>
        </p:txBody>
      </p:sp>
      <p:sp>
        <p:nvSpPr>
          <p:cNvPr id="5" name="文本框 4">
            <a:extLst>
              <a:ext uri="{FF2B5EF4-FFF2-40B4-BE49-F238E27FC236}">
                <a16:creationId xmlns:a16="http://schemas.microsoft.com/office/drawing/2014/main" id="{EA6380A2-20C4-B83D-453D-5410F86E9B40}"/>
              </a:ext>
            </a:extLst>
          </p:cNvPr>
          <p:cNvSpPr txBox="1"/>
          <p:nvPr/>
        </p:nvSpPr>
        <p:spPr>
          <a:xfrm>
            <a:off x="7575390" y="3523118"/>
            <a:ext cx="4006725" cy="2554545"/>
          </a:xfrm>
          <a:prstGeom prst="rect">
            <a:avLst/>
          </a:prstGeom>
          <a:noFill/>
          <a:ln w="12700" cap="flat">
            <a:noFill/>
            <a:miter lim="400000"/>
          </a:ln>
          <a:effectLst/>
          <a:sp3d/>
        </p:spPr>
        <p:style>
          <a:lnRef idx="0">
            <a:scrgbClr r="0" g="0" b="0"/>
          </a:lnRef>
          <a:fillRef idx="0">
            <a:scrgbClr r="0" g="0" b="0"/>
          </a:fillRef>
          <a:effectRef idx="0">
            <a:scrgbClr r="0" g="0" b="0"/>
          </a:effectRef>
          <a:fontRef idx="none"/>
        </p:style>
        <p:txBody>
          <a:bodyPr wrap="square">
            <a:spAutoFit/>
          </a:bodyPr>
          <a:lstStyle/>
          <a:p>
            <a:pPr marL="606425" marR="0" lvl="1" indent="-288925" algn="l" defTabSz="914400" rtl="0" eaLnBrk="1" fontAlgn="auto" latinLnBrk="0" hangingPunct="1">
              <a:lnSpc>
                <a:spcPct val="100000"/>
              </a:lnSpc>
              <a:spcBef>
                <a:spcPts val="1200"/>
              </a:spcBef>
              <a:spcAft>
                <a:spcPts val="0"/>
              </a:spcAft>
              <a:buClrTx/>
              <a:buSzTx/>
              <a:buFont typeface="Wingdings" pitchFamily="2" charset="2"/>
              <a:buChar char="Ø"/>
              <a:tabLst/>
              <a:defRPr/>
            </a:pPr>
            <a:r>
              <a:rPr kumimoji="0" lang="en-US" altLang="zh-CN" sz="2400" b="0" i="0" u="none" strike="noStrike" kern="1200" cap="none" spc="0" normalizeH="0" baseline="0" noProof="0" dirty="0" err="1">
                <a:ln>
                  <a:noFill/>
                </a:ln>
                <a:solidFill>
                  <a:srgbClr val="7030A0"/>
                </a:solidFill>
                <a:effectLst/>
                <a:uLnTx/>
                <a:uFillTx/>
                <a:latin typeface="Gill Sans MT" panose="020B0502020104020203" pitchFamily="34" charset="0"/>
                <a:cs typeface="Helvetica"/>
                <a:sym typeface="Helvetica"/>
              </a:rPr>
              <a:t>pthread_cond_init</a:t>
            </a:r>
            <a:endParaRPr kumimoji="0" lang="en-US" altLang="zh-CN" sz="2400" b="0" i="0" u="none" strike="noStrike" kern="1200" cap="none" spc="0" normalizeH="0" baseline="0" noProof="0" dirty="0">
              <a:ln>
                <a:noFill/>
              </a:ln>
              <a:solidFill>
                <a:srgbClr val="7030A0"/>
              </a:solidFill>
              <a:effectLst/>
              <a:uLnTx/>
              <a:uFillTx/>
              <a:latin typeface="Gill Sans MT" panose="020B0502020104020203" pitchFamily="34" charset="0"/>
              <a:cs typeface="Helvetica"/>
              <a:sym typeface="Helvetica"/>
            </a:endParaRPr>
          </a:p>
          <a:p>
            <a:pPr marL="606425" lvl="1" indent="-288925">
              <a:spcBef>
                <a:spcPts val="1200"/>
              </a:spcBef>
              <a:buFont typeface="Wingdings" pitchFamily="2" charset="2"/>
              <a:buChar char="Ø"/>
              <a:defRPr/>
            </a:pPr>
            <a:r>
              <a:rPr kumimoji="0" lang="en-US" altLang="zh-CN" sz="2400" b="0" i="0" u="none" strike="noStrike" kern="1200" cap="none" spc="0" normalizeH="0" baseline="0" noProof="0" dirty="0" err="1">
                <a:ln>
                  <a:noFill/>
                </a:ln>
                <a:solidFill>
                  <a:srgbClr val="7030A0"/>
                </a:solidFill>
                <a:effectLst/>
                <a:uLnTx/>
                <a:uFillTx/>
                <a:latin typeface="Gill Sans MT" panose="020B0502020104020203" pitchFamily="34" charset="0"/>
                <a:cs typeface="Helvetica"/>
                <a:sym typeface="Helvetica"/>
              </a:rPr>
              <a:t>pthread_cond</a:t>
            </a:r>
            <a:r>
              <a:rPr kumimoji="0" lang="en-US" altLang="zh-CN" sz="2400" b="0" i="0" u="none" strike="noStrike" kern="1200" cap="none" spc="0" normalizeH="0" baseline="0" noProof="0" dirty="0">
                <a:ln>
                  <a:noFill/>
                </a:ln>
                <a:solidFill>
                  <a:srgbClr val="7030A0"/>
                </a:solidFill>
                <a:effectLst/>
                <a:uLnTx/>
                <a:uFillTx/>
                <a:latin typeface="Gill Sans MT" panose="020B0502020104020203" pitchFamily="34" charset="0"/>
                <a:cs typeface="Helvetica"/>
                <a:sym typeface="Helvetica"/>
              </a:rPr>
              <a:t>_</a:t>
            </a:r>
            <a:r>
              <a:rPr lang="en-US" altLang="zh-CN" sz="2400" dirty="0">
                <a:solidFill>
                  <a:srgbClr val="7030A0"/>
                </a:solidFill>
                <a:latin typeface="Gill Sans MT" panose="020B0502020104020203" pitchFamily="34" charset="0"/>
                <a:cs typeface="Helvetica"/>
                <a:sym typeface="Helvetica"/>
              </a:rPr>
              <a:t>wait</a:t>
            </a:r>
          </a:p>
          <a:p>
            <a:pPr marL="606425" lvl="1" indent="-288925">
              <a:spcBef>
                <a:spcPts val="1200"/>
              </a:spcBef>
              <a:buFont typeface="Wingdings" pitchFamily="2" charset="2"/>
              <a:buChar char="Ø"/>
              <a:defRPr/>
            </a:pPr>
            <a:r>
              <a:rPr kumimoji="0" lang="en-US" altLang="zh-CN" sz="2400" b="0" i="0" u="none" strike="noStrike" kern="1200" cap="none" spc="0" normalizeH="0" baseline="0" noProof="0" dirty="0" err="1">
                <a:ln>
                  <a:noFill/>
                </a:ln>
                <a:solidFill>
                  <a:srgbClr val="7030A0"/>
                </a:solidFill>
                <a:effectLst/>
                <a:uLnTx/>
                <a:uFillTx/>
                <a:latin typeface="Gill Sans MT" panose="020B0502020104020203" pitchFamily="34" charset="0"/>
                <a:cs typeface="Helvetica"/>
                <a:sym typeface="Helvetica"/>
              </a:rPr>
              <a:t>pthread_cond</a:t>
            </a:r>
            <a:r>
              <a:rPr kumimoji="0" lang="en-US" altLang="zh-CN" sz="2400" b="0" i="0" u="none" strike="noStrike" kern="1200" cap="none" spc="0" normalizeH="0" baseline="0" noProof="0" dirty="0">
                <a:ln>
                  <a:noFill/>
                </a:ln>
                <a:solidFill>
                  <a:srgbClr val="7030A0"/>
                </a:solidFill>
                <a:effectLst/>
                <a:uLnTx/>
                <a:uFillTx/>
                <a:latin typeface="Gill Sans MT" panose="020B0502020104020203" pitchFamily="34" charset="0"/>
                <a:cs typeface="Helvetica"/>
                <a:sym typeface="Helvetica"/>
              </a:rPr>
              <a:t>_</a:t>
            </a:r>
            <a:r>
              <a:rPr lang="en-US" altLang="zh-CN" sz="2400" dirty="0">
                <a:solidFill>
                  <a:srgbClr val="7030A0"/>
                </a:solidFill>
                <a:latin typeface="Gill Sans MT" panose="020B0502020104020203" pitchFamily="34" charset="0"/>
                <a:cs typeface="Helvetica"/>
                <a:sym typeface="Helvetica"/>
              </a:rPr>
              <a:t>signal</a:t>
            </a:r>
          </a:p>
          <a:p>
            <a:pPr marL="606425" lvl="1" indent="-288925">
              <a:spcBef>
                <a:spcPts val="1200"/>
              </a:spcBef>
              <a:buFont typeface="Wingdings" pitchFamily="2" charset="2"/>
              <a:buChar char="Ø"/>
              <a:defRPr/>
            </a:pPr>
            <a:r>
              <a:rPr kumimoji="0" lang="en-US" altLang="zh-CN" sz="2400" b="0" i="0" u="none" strike="noStrike" kern="1200" cap="none" spc="0" normalizeH="0" baseline="0" noProof="0" dirty="0" err="1">
                <a:ln>
                  <a:noFill/>
                </a:ln>
                <a:solidFill>
                  <a:srgbClr val="7030A0"/>
                </a:solidFill>
                <a:effectLst/>
                <a:uLnTx/>
                <a:uFillTx/>
                <a:latin typeface="Gill Sans MT" panose="020B0502020104020203" pitchFamily="34" charset="0"/>
                <a:cs typeface="Helvetica"/>
                <a:sym typeface="Helvetica"/>
              </a:rPr>
              <a:t>pthread_cond</a:t>
            </a:r>
            <a:r>
              <a:rPr kumimoji="0" lang="en-US" altLang="zh-CN" sz="2400" b="0" i="0" u="none" strike="noStrike" kern="1200" cap="none" spc="0" normalizeH="0" baseline="0" noProof="0" dirty="0">
                <a:ln>
                  <a:noFill/>
                </a:ln>
                <a:solidFill>
                  <a:srgbClr val="7030A0"/>
                </a:solidFill>
                <a:effectLst/>
                <a:uLnTx/>
                <a:uFillTx/>
                <a:latin typeface="Gill Sans MT" panose="020B0502020104020203" pitchFamily="34" charset="0"/>
                <a:cs typeface="Helvetica"/>
                <a:sym typeface="Helvetica"/>
              </a:rPr>
              <a:t>_</a:t>
            </a:r>
            <a:r>
              <a:rPr lang="en-US" altLang="zh-CN" sz="2400" dirty="0">
                <a:solidFill>
                  <a:srgbClr val="7030A0"/>
                </a:solidFill>
                <a:latin typeface="Gill Sans MT" panose="020B0502020104020203" pitchFamily="34" charset="0"/>
                <a:cs typeface="Helvetica"/>
                <a:sym typeface="Helvetica"/>
              </a:rPr>
              <a:t>broadcast</a:t>
            </a:r>
            <a:endParaRPr kumimoji="0" lang="en-US" altLang="zh-CN" sz="2400" b="0" i="0" u="none" strike="noStrike" kern="1200" cap="none" spc="0" normalizeH="0" baseline="0" noProof="0" dirty="0">
              <a:ln>
                <a:noFill/>
              </a:ln>
              <a:solidFill>
                <a:srgbClr val="7030A0"/>
              </a:solidFill>
              <a:effectLst/>
              <a:uLnTx/>
              <a:uFillTx/>
              <a:latin typeface="Gill Sans MT" panose="020B0502020104020203" pitchFamily="34" charset="0"/>
              <a:cs typeface="Helvetica"/>
              <a:sym typeface="Helvetica"/>
            </a:endParaRPr>
          </a:p>
          <a:p>
            <a:pPr marL="606425" marR="0" lvl="1" indent="-288925" algn="l" defTabSz="914400" rtl="0" eaLnBrk="1" fontAlgn="auto" latinLnBrk="0" hangingPunct="1">
              <a:lnSpc>
                <a:spcPct val="100000"/>
              </a:lnSpc>
              <a:spcBef>
                <a:spcPts val="1200"/>
              </a:spcBef>
              <a:spcAft>
                <a:spcPts val="0"/>
              </a:spcAft>
              <a:buClrTx/>
              <a:buSzTx/>
              <a:buFont typeface="Wingdings" pitchFamily="2" charset="2"/>
              <a:buChar char="Ø"/>
              <a:tabLst/>
              <a:defRPr/>
            </a:pPr>
            <a:r>
              <a:rPr kumimoji="0" lang="en-US" altLang="zh-CN" sz="2400" b="0" i="0" u="none" strike="noStrike" kern="1200" cap="none" spc="0" normalizeH="0" baseline="0" noProof="0" dirty="0" err="1">
                <a:ln>
                  <a:noFill/>
                </a:ln>
                <a:solidFill>
                  <a:srgbClr val="7030A0"/>
                </a:solidFill>
                <a:effectLst/>
                <a:uLnTx/>
                <a:uFillTx/>
                <a:latin typeface="Gill Sans MT" panose="020B0502020104020203" pitchFamily="34" charset="0"/>
                <a:cs typeface="Helvetica"/>
                <a:sym typeface="Helvetica"/>
              </a:rPr>
              <a:t>pthread_cond_destroy</a:t>
            </a:r>
            <a:endParaRPr kumimoji="0" lang="en-US" altLang="zh-CN" sz="2400" b="0" i="0" u="none" strike="noStrike" kern="1200" cap="none" spc="0" normalizeH="0" baseline="0" noProof="0" dirty="0">
              <a:ln>
                <a:noFill/>
              </a:ln>
              <a:solidFill>
                <a:srgbClr val="7030A0"/>
              </a:solidFill>
              <a:effectLst/>
              <a:uLnTx/>
              <a:uFillTx/>
              <a:latin typeface="Gill Sans MT" panose="020B0502020104020203" pitchFamily="34" charset="0"/>
              <a:cs typeface="Helvetica"/>
              <a:sym typeface="Helvetica"/>
            </a:endParaRPr>
          </a:p>
        </p:txBody>
      </p:sp>
    </p:spTree>
    <p:extLst>
      <p:ext uri="{BB962C8B-B14F-4D97-AF65-F5344CB8AC3E}">
        <p14:creationId xmlns:p14="http://schemas.microsoft.com/office/powerpoint/2010/main" val="618963421"/>
      </p:ext>
    </p:extLst>
  </p:cSld>
  <p:clrMapOvr>
    <a:masterClrMapping/>
  </p:clrMapOvr>
  <p:transition spd="med"/>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2715A2E-656D-EC5D-FDE7-230488526EFC}"/>
              </a:ext>
            </a:extLst>
          </p:cNvPr>
          <p:cNvSpPr>
            <a:spLocks noGrp="1"/>
          </p:cNvSpPr>
          <p:nvPr>
            <p:ph type="title"/>
          </p:nvPr>
        </p:nvSpPr>
        <p:spPr/>
        <p:txBody>
          <a:bodyPr/>
          <a:lstStyle/>
          <a:p>
            <a:r>
              <a:rPr lang="en-US" dirty="0"/>
              <a:t>1. </a:t>
            </a:r>
            <a:r>
              <a:rPr lang="en-US" dirty="0" err="1"/>
              <a:t>pthread_cond_init</a:t>
            </a:r>
            <a:endParaRPr lang="en-US" dirty="0"/>
          </a:p>
        </p:txBody>
      </p:sp>
      <p:sp>
        <p:nvSpPr>
          <p:cNvPr id="4" name="Slide Number Placeholder 3">
            <a:extLst>
              <a:ext uri="{FF2B5EF4-FFF2-40B4-BE49-F238E27FC236}">
                <a16:creationId xmlns:a16="http://schemas.microsoft.com/office/drawing/2014/main" id="{C903FAE4-3A59-50C4-1BA6-A9AEC61D52CB}"/>
              </a:ext>
            </a:extLst>
          </p:cNvPr>
          <p:cNvSpPr>
            <a:spLocks noGrp="1"/>
          </p:cNvSpPr>
          <p:nvPr>
            <p:ph type="sldNum" sz="quarter" idx="2"/>
          </p:nvPr>
        </p:nvSpPr>
        <p:spPr>
          <a:xfrm>
            <a:off x="11686121" y="6400800"/>
            <a:ext cx="218008" cy="379591"/>
          </a:xfrm>
        </p:spPr>
        <p:txBody>
          <a:bodyPr/>
          <a:lstStyle/>
          <a:p>
            <a:pPr marL="0" marR="0" lvl="0" indent="0" algn="ctr" defTabSz="412750" rtl="0" eaLnBrk="1" fontAlgn="auto" latinLnBrk="0" hangingPunct="0">
              <a:lnSpc>
                <a:spcPct val="100000"/>
              </a:lnSpc>
              <a:spcBef>
                <a:spcPts val="0"/>
              </a:spcBef>
              <a:spcAft>
                <a:spcPts val="0"/>
              </a:spcAft>
              <a:buClrTx/>
              <a:buSzTx/>
              <a:buFontTx/>
              <a:buNone/>
              <a:tabLst/>
              <a:defRPr/>
            </a:pPr>
            <a:fld id="{86CB4B4D-7CA3-9044-876B-883B54F8677D}" type="slidenum">
              <a:rPr kumimoji="0" lang="en-US" sz="1800" b="0" i="0" u="none" strike="noStrike" kern="0" cap="none" spc="0" normalizeH="0" baseline="0" noProof="0">
                <a:ln>
                  <a:noFill/>
                </a:ln>
                <a:solidFill>
                  <a:srgbClr val="800080"/>
                </a:solidFill>
                <a:effectLst/>
                <a:uLnTx/>
                <a:uFillTx/>
                <a:latin typeface="Gill Sans MT" panose="020B0502020104020203" pitchFamily="34" charset="0"/>
                <a:cs typeface="Helvetica"/>
                <a:sym typeface="Helvetica"/>
              </a:rPr>
              <a:pPr marL="0" marR="0" lvl="0" indent="0" algn="ctr" defTabSz="412750" rtl="0" eaLnBrk="1" fontAlgn="auto" latinLnBrk="0" hangingPunct="0">
                <a:lnSpc>
                  <a:spcPct val="100000"/>
                </a:lnSpc>
                <a:spcBef>
                  <a:spcPts val="0"/>
                </a:spcBef>
                <a:spcAft>
                  <a:spcPts val="0"/>
                </a:spcAft>
                <a:buClrTx/>
                <a:buSzTx/>
                <a:buFontTx/>
                <a:buNone/>
                <a:tabLst/>
                <a:defRPr/>
              </a:pPr>
              <a:t>7</a:t>
            </a:fld>
            <a:endParaRPr kumimoji="0" lang="en-US" sz="1800" b="0" i="0" u="none" strike="noStrike" kern="0" cap="none" spc="0" normalizeH="0" baseline="0" noProof="0">
              <a:ln>
                <a:noFill/>
              </a:ln>
              <a:solidFill>
                <a:srgbClr val="800080"/>
              </a:solidFill>
              <a:effectLst/>
              <a:uLnTx/>
              <a:uFillTx/>
              <a:latin typeface="Gill Sans MT" panose="020B0502020104020203" pitchFamily="34" charset="0"/>
              <a:cs typeface="Helvetica"/>
              <a:sym typeface="Helvetica"/>
            </a:endParaRPr>
          </a:p>
        </p:txBody>
      </p:sp>
      <p:sp>
        <p:nvSpPr>
          <p:cNvPr id="8" name="文本占位符 7">
            <a:extLst>
              <a:ext uri="{FF2B5EF4-FFF2-40B4-BE49-F238E27FC236}">
                <a16:creationId xmlns:a16="http://schemas.microsoft.com/office/drawing/2014/main" id="{1D68554F-5AF8-7E1E-17A3-DE6F9E0E8871}"/>
              </a:ext>
            </a:extLst>
          </p:cNvPr>
          <p:cNvSpPr>
            <a:spLocks noGrp="1"/>
          </p:cNvSpPr>
          <p:nvPr>
            <p:ph type="body" idx="1"/>
          </p:nvPr>
        </p:nvSpPr>
        <p:spPr>
          <a:xfrm>
            <a:off x="844550" y="1229567"/>
            <a:ext cx="10502900" cy="693576"/>
          </a:xfrm>
        </p:spPr>
        <p:txBody>
          <a:bodyPr>
            <a:normAutofit/>
          </a:bodyPr>
          <a:lstStyle/>
          <a:p>
            <a:pPr>
              <a:buFont typeface="Wingdings" panose="05000000000000000000" pitchFamily="2" charset="2"/>
              <a:buChar char="Ø"/>
            </a:pPr>
            <a:r>
              <a:rPr lang="en-US" altLang="zh-CN" sz="2400" dirty="0"/>
              <a:t>Purpose: initialize a condition variable.</a:t>
            </a:r>
          </a:p>
        </p:txBody>
      </p:sp>
      <p:sp>
        <p:nvSpPr>
          <p:cNvPr id="13" name="文本框 12">
            <a:extLst>
              <a:ext uri="{FF2B5EF4-FFF2-40B4-BE49-F238E27FC236}">
                <a16:creationId xmlns:a16="http://schemas.microsoft.com/office/drawing/2014/main" id="{ED25030F-4FDC-B91B-5C28-8CD4A7CDFC47}"/>
              </a:ext>
            </a:extLst>
          </p:cNvPr>
          <p:cNvSpPr txBox="1"/>
          <p:nvPr/>
        </p:nvSpPr>
        <p:spPr>
          <a:xfrm>
            <a:off x="844550" y="1754653"/>
            <a:ext cx="6096000" cy="461665"/>
          </a:xfrm>
          <a:prstGeom prst="rect">
            <a:avLst/>
          </a:prstGeom>
          <a:noFill/>
          <a:ln w="12700" cap="flat">
            <a:noFill/>
            <a:miter lim="400000"/>
          </a:ln>
          <a:effectLst/>
          <a:sp3d/>
        </p:spPr>
        <p:style>
          <a:lnRef idx="0">
            <a:scrgbClr r="0" g="0" b="0"/>
          </a:lnRef>
          <a:fillRef idx="0">
            <a:scrgbClr r="0" g="0" b="0"/>
          </a:fillRef>
          <a:effectRef idx="0">
            <a:scrgbClr r="0" g="0" b="0"/>
          </a:effectRef>
          <a:fontRef idx="none"/>
        </p:style>
        <p:txBody>
          <a:bodyPr wrap="square">
            <a:spAutoFit/>
          </a:bodyPr>
          <a:lstStyle/>
          <a:p>
            <a:pPr marL="289152" marR="0" lvl="0" indent="-289152" algn="l" defTabSz="412750" rtl="0" eaLnBrk="1" fontAlgn="auto" latinLnBrk="0" hangingPunct="1">
              <a:lnSpc>
                <a:spcPct val="100000"/>
              </a:lnSpc>
              <a:spcBef>
                <a:spcPts val="2950"/>
              </a:spcBef>
              <a:spcAft>
                <a:spcPts val="0"/>
              </a:spcAft>
              <a:buClrTx/>
              <a:buSzPct val="100000"/>
              <a:buFont typeface="Wingdings" panose="05000000000000000000" pitchFamily="2" charset="2"/>
              <a:buChar char="Ø"/>
              <a:tabLst/>
              <a:defRPr/>
            </a:pPr>
            <a:r>
              <a:rPr kumimoji="0" lang="en-US" altLang="zh-CN" sz="2400" b="0" i="0" u="none" strike="noStrike" kern="0" cap="none" spc="0" normalizeH="0" baseline="0" noProof="0" dirty="0">
                <a:ln>
                  <a:noFill/>
                </a:ln>
                <a:solidFill>
                  <a:srgbClr val="202020"/>
                </a:solidFill>
                <a:effectLst/>
                <a:uLnTx/>
                <a:uFillTx/>
                <a:latin typeface="Gill Sans MT" panose="020B0502020104020203" pitchFamily="34" charset="0"/>
                <a:cs typeface="Helvetica"/>
                <a:sym typeface="Helvetica"/>
              </a:rPr>
              <a:t>Syntax:</a:t>
            </a:r>
            <a:endParaRPr kumimoji="0" lang="zh-CN" altLang="en-US" sz="2400" b="0" i="0" u="none" strike="noStrike" kern="0" cap="none" spc="0" normalizeH="0" baseline="0" noProof="0" dirty="0">
              <a:ln>
                <a:noFill/>
              </a:ln>
              <a:solidFill>
                <a:srgbClr val="202020"/>
              </a:solidFill>
              <a:effectLst/>
              <a:uLnTx/>
              <a:uFillTx/>
              <a:latin typeface="Gill Sans MT" panose="020B0502020104020203" pitchFamily="34" charset="0"/>
              <a:cs typeface="Helvetica"/>
              <a:sym typeface="Helvetica"/>
            </a:endParaRPr>
          </a:p>
        </p:txBody>
      </p:sp>
      <p:sp>
        <p:nvSpPr>
          <p:cNvPr id="17" name="文本框 16">
            <a:extLst>
              <a:ext uri="{FF2B5EF4-FFF2-40B4-BE49-F238E27FC236}">
                <a16:creationId xmlns:a16="http://schemas.microsoft.com/office/drawing/2014/main" id="{6581B964-F4DA-382E-A5CC-2C7FCE505809}"/>
              </a:ext>
            </a:extLst>
          </p:cNvPr>
          <p:cNvSpPr txBox="1"/>
          <p:nvPr/>
        </p:nvSpPr>
        <p:spPr>
          <a:xfrm>
            <a:off x="1262740" y="2282953"/>
            <a:ext cx="10084709" cy="369332"/>
          </a:xfrm>
          <a:prstGeom prst="rect">
            <a:avLst/>
          </a:prstGeom>
          <a:noFill/>
          <a:ln w="12700" cap="flat">
            <a:solidFill>
              <a:schemeClr val="tx1"/>
            </a:solidFill>
            <a:miter lim="400000"/>
          </a:ln>
          <a:effectLst/>
          <a:sp3d/>
        </p:spPr>
        <p:style>
          <a:lnRef idx="0">
            <a:scrgbClr r="0" g="0" b="0"/>
          </a:lnRef>
          <a:fillRef idx="0">
            <a:scrgbClr r="0" g="0" b="0"/>
          </a:fillRef>
          <a:effectRef idx="0">
            <a:scrgbClr r="0" g="0" b="0"/>
          </a:effectRef>
          <a:fontRef idx="none"/>
        </p:style>
        <p:txBody>
          <a:bodyPr wrap="square">
            <a:spAutoFit/>
          </a:bodyPr>
          <a:lstStyle/>
          <a:p>
            <a:pPr algn="l"/>
            <a:r>
              <a:rPr lang="en-US" altLang="zh-CN" b="0" i="0" dirty="0">
                <a:solidFill>
                  <a:srgbClr val="A626A4"/>
                </a:solidFill>
                <a:effectLst/>
                <a:latin typeface="Consolas" panose="020B0609020204030204" pitchFamily="49" charset="0"/>
              </a:rPr>
              <a:t>int</a:t>
            </a:r>
            <a:r>
              <a:rPr lang="en-US" altLang="zh-CN" b="0" i="0" dirty="0">
                <a:solidFill>
                  <a:srgbClr val="5C5C5C"/>
                </a:solidFill>
                <a:effectLst/>
                <a:latin typeface="Consolas" panose="020B0609020204030204" pitchFamily="49" charset="0"/>
              </a:rPr>
              <a:t> </a:t>
            </a:r>
            <a:r>
              <a:rPr lang="en-US" altLang="zh-CN" b="0" i="0" dirty="0" err="1">
                <a:solidFill>
                  <a:srgbClr val="4078F2"/>
                </a:solidFill>
                <a:effectLst/>
                <a:latin typeface="Consolas" panose="020B0609020204030204" pitchFamily="49" charset="0"/>
              </a:rPr>
              <a:t>pthread_cond_init</a:t>
            </a:r>
            <a:r>
              <a:rPr lang="en-US" altLang="zh-CN" b="0" i="0" dirty="0">
                <a:solidFill>
                  <a:srgbClr val="5C5C5C"/>
                </a:solidFill>
                <a:effectLst/>
                <a:latin typeface="Consolas" panose="020B0609020204030204" pitchFamily="49" charset="0"/>
              </a:rPr>
              <a:t>(</a:t>
            </a:r>
            <a:r>
              <a:rPr lang="en-US" altLang="zh-CN" b="0" i="0" dirty="0" err="1">
                <a:solidFill>
                  <a:srgbClr val="A626A4"/>
                </a:solidFill>
                <a:effectLst/>
                <a:latin typeface="Consolas" panose="020B0609020204030204" pitchFamily="49" charset="0"/>
              </a:rPr>
              <a:t>pthread_cond_t</a:t>
            </a:r>
            <a:r>
              <a:rPr lang="en-US" altLang="zh-CN" b="0" i="0" dirty="0">
                <a:solidFill>
                  <a:srgbClr val="5C5C5C"/>
                </a:solidFill>
                <a:effectLst/>
                <a:latin typeface="Consolas" panose="020B0609020204030204" pitchFamily="49" charset="0"/>
              </a:rPr>
              <a:t> *</a:t>
            </a:r>
            <a:r>
              <a:rPr lang="en-US" altLang="zh-CN" b="0" i="0" dirty="0" err="1">
                <a:solidFill>
                  <a:srgbClr val="5C5C5C"/>
                </a:solidFill>
                <a:effectLst/>
                <a:latin typeface="Consolas" panose="020B0609020204030204" pitchFamily="49" charset="0"/>
              </a:rPr>
              <a:t>cond</a:t>
            </a:r>
            <a:r>
              <a:rPr lang="en-US" altLang="zh-CN" b="0" i="0" dirty="0">
                <a:solidFill>
                  <a:srgbClr val="5C5C5C"/>
                </a:solidFill>
                <a:effectLst/>
                <a:latin typeface="Consolas" panose="020B0609020204030204" pitchFamily="49" charset="0"/>
              </a:rPr>
              <a:t>, </a:t>
            </a:r>
            <a:r>
              <a:rPr lang="en-US" altLang="zh-CN" b="0" i="0" dirty="0">
                <a:solidFill>
                  <a:srgbClr val="A626A4"/>
                </a:solidFill>
                <a:effectLst/>
                <a:latin typeface="Consolas" panose="020B0609020204030204" pitchFamily="49" charset="0"/>
              </a:rPr>
              <a:t>const</a:t>
            </a:r>
            <a:r>
              <a:rPr lang="en-US" altLang="zh-CN" b="0" i="0" dirty="0">
                <a:solidFill>
                  <a:srgbClr val="5C5C5C"/>
                </a:solidFill>
                <a:effectLst/>
                <a:latin typeface="Consolas" panose="020B0609020204030204" pitchFamily="49" charset="0"/>
              </a:rPr>
              <a:t> </a:t>
            </a:r>
            <a:r>
              <a:rPr lang="en-US" altLang="zh-CN" b="0" i="0" dirty="0" err="1">
                <a:solidFill>
                  <a:srgbClr val="A626A4"/>
                </a:solidFill>
                <a:effectLst/>
                <a:latin typeface="Consolas" panose="020B0609020204030204" pitchFamily="49" charset="0"/>
              </a:rPr>
              <a:t>pthread_condattr_t</a:t>
            </a:r>
            <a:r>
              <a:rPr lang="en-US" altLang="zh-CN" b="0" i="0" dirty="0">
                <a:solidFill>
                  <a:srgbClr val="5C5C5C"/>
                </a:solidFill>
                <a:effectLst/>
                <a:latin typeface="Consolas" panose="020B0609020204030204" pitchFamily="49" charset="0"/>
              </a:rPr>
              <a:t> *</a:t>
            </a:r>
            <a:r>
              <a:rPr lang="en-US" altLang="zh-CN" b="0" i="0" dirty="0" err="1">
                <a:solidFill>
                  <a:srgbClr val="5C5C5C"/>
                </a:solidFill>
                <a:effectLst/>
                <a:latin typeface="Consolas" panose="020B0609020204030204" pitchFamily="49" charset="0"/>
              </a:rPr>
              <a:t>attr</a:t>
            </a:r>
            <a:r>
              <a:rPr lang="en-US" altLang="zh-CN" b="0" i="0" dirty="0">
                <a:solidFill>
                  <a:srgbClr val="5C5C5C"/>
                </a:solidFill>
                <a:effectLst/>
                <a:latin typeface="Consolas" panose="020B0609020204030204" pitchFamily="49" charset="0"/>
              </a:rPr>
              <a:t>);</a:t>
            </a:r>
          </a:p>
        </p:txBody>
      </p:sp>
      <p:sp>
        <p:nvSpPr>
          <p:cNvPr id="18" name="Rectangle 2">
            <a:extLst>
              <a:ext uri="{FF2B5EF4-FFF2-40B4-BE49-F238E27FC236}">
                <a16:creationId xmlns:a16="http://schemas.microsoft.com/office/drawing/2014/main" id="{A18B1B3D-31B5-29E2-CF84-EA37A5C3394F}"/>
              </a:ext>
            </a:extLst>
          </p:cNvPr>
          <p:cNvSpPr>
            <a:spLocks noChangeArrowheads="1"/>
          </p:cNvSpPr>
          <p:nvPr/>
        </p:nvSpPr>
        <p:spPr bwMode="auto">
          <a:xfrm>
            <a:off x="844550" y="2802581"/>
            <a:ext cx="10084709" cy="1015663"/>
          </a:xfrm>
          <a:prstGeom prst="rect">
            <a:avLst/>
          </a:prstGeom>
          <a:noFill/>
          <a:ln>
            <a:noFill/>
          </a:ln>
          <a:effectLst/>
        </p:spPr>
        <p:txBody>
          <a:bodyPr vert="horz" wrap="square" lIns="91440" tIns="45720" rIns="91440" bIns="45720" numCol="1" anchor="ctr" anchorCtr="0" compatLnSpc="1">
            <a:prstTxWarp prst="textNoShape">
              <a:avLst/>
            </a:prstTxWarp>
            <a:spAutoFit/>
          </a:bodyPr>
          <a:lstStyle/>
          <a:p>
            <a:pPr marL="342900" marR="0" lvl="0" indent="-342900" algn="l" defTabSz="914400" rtl="0" eaLnBrk="0" fontAlgn="t" latinLnBrk="0" hangingPunct="0">
              <a:lnSpc>
                <a:spcPct val="100000"/>
              </a:lnSpc>
              <a:spcBef>
                <a:spcPct val="0"/>
              </a:spcBef>
              <a:spcAft>
                <a:spcPct val="0"/>
              </a:spcAft>
              <a:buClrTx/>
              <a:buSzTx/>
              <a:buFont typeface="Wingdings" panose="05000000000000000000" pitchFamily="2" charset="2"/>
              <a:buChar char="Ø"/>
              <a:tabLst/>
            </a:pPr>
            <a:r>
              <a:rPr lang="zh-CN" altLang="zh-CN" sz="2400" kern="0" dirty="0">
                <a:solidFill>
                  <a:srgbClr val="202020"/>
                </a:solidFill>
                <a:latin typeface="Gill Sans MT" panose="020B0502020104020203" pitchFamily="34" charset="0"/>
                <a:cs typeface="Helvetica"/>
              </a:rPr>
              <a:t>Parameters:</a:t>
            </a:r>
          </a:p>
          <a:p>
            <a:pPr marL="457200" marR="0" lvl="1" indent="0" algn="l" defTabSz="914400" rtl="0" eaLnBrk="0" fontAlgn="base" latinLnBrk="0" hangingPunct="0">
              <a:lnSpc>
                <a:spcPct val="100000"/>
              </a:lnSpc>
              <a:spcBef>
                <a:spcPct val="0"/>
              </a:spcBef>
              <a:spcAft>
                <a:spcPct val="0"/>
              </a:spcAft>
              <a:buClrTx/>
              <a:buSzTx/>
              <a:buFontTx/>
              <a:buChar char="•"/>
              <a:tabLst/>
            </a:pPr>
            <a:r>
              <a:rPr lang="en-US" altLang="zh-CN" kern="0" dirty="0">
                <a:solidFill>
                  <a:srgbClr val="202020"/>
                </a:solidFill>
                <a:latin typeface="Gill Sans MT" panose="020B0502020104020203" pitchFamily="34" charset="0"/>
                <a:cs typeface="Helvetica"/>
              </a:rPr>
              <a:t> </a:t>
            </a:r>
            <a:r>
              <a:rPr lang="en-US" altLang="zh-CN" kern="0" dirty="0" err="1">
                <a:solidFill>
                  <a:srgbClr val="C00000"/>
                </a:solidFill>
                <a:latin typeface="Gill Sans MT" panose="020B0502020104020203" pitchFamily="34" charset="0"/>
                <a:cs typeface="Helvetica"/>
              </a:rPr>
              <a:t>cond</a:t>
            </a:r>
            <a:r>
              <a:rPr lang="en-US" altLang="zh-CN" kern="0" dirty="0">
                <a:solidFill>
                  <a:srgbClr val="C00000"/>
                </a:solidFill>
                <a:latin typeface="Gill Sans MT" panose="020B0502020104020203" pitchFamily="34" charset="0"/>
                <a:cs typeface="Helvetica"/>
              </a:rPr>
              <a:t>: </a:t>
            </a:r>
            <a:r>
              <a:rPr lang="en-US" altLang="zh-CN" kern="0" dirty="0">
                <a:solidFill>
                  <a:schemeClr val="tx1">
                    <a:lumMod val="50000"/>
                  </a:schemeClr>
                </a:solidFill>
                <a:latin typeface="Gill Sans MT" panose="020B0502020104020203" pitchFamily="34" charset="0"/>
                <a:cs typeface="Helvetica"/>
              </a:rPr>
              <a:t>pointer to the condition variable.</a:t>
            </a:r>
          </a:p>
          <a:p>
            <a:pPr marL="457200" marR="0" lvl="1" indent="0" algn="l" defTabSz="914400" rtl="0" eaLnBrk="0" fontAlgn="base" latinLnBrk="0" hangingPunct="0">
              <a:lnSpc>
                <a:spcPct val="100000"/>
              </a:lnSpc>
              <a:spcBef>
                <a:spcPct val="0"/>
              </a:spcBef>
              <a:spcAft>
                <a:spcPct val="0"/>
              </a:spcAft>
              <a:buClrTx/>
              <a:buSzTx/>
              <a:buFontTx/>
              <a:buChar char="•"/>
              <a:tabLst/>
            </a:pPr>
            <a:r>
              <a:rPr lang="en-US" altLang="zh-CN" kern="0" dirty="0">
                <a:solidFill>
                  <a:schemeClr val="tx1">
                    <a:lumMod val="50000"/>
                  </a:schemeClr>
                </a:solidFill>
                <a:latin typeface="Gill Sans MT" panose="020B0502020104020203" pitchFamily="34" charset="0"/>
                <a:cs typeface="Helvetica"/>
              </a:rPr>
              <a:t> </a:t>
            </a:r>
            <a:r>
              <a:rPr lang="en-US" altLang="zh-CN" kern="0" dirty="0" err="1">
                <a:solidFill>
                  <a:srgbClr val="C00000"/>
                </a:solidFill>
                <a:latin typeface="Gill Sans MT" panose="020B0502020104020203" pitchFamily="34" charset="0"/>
                <a:cs typeface="Helvetica"/>
              </a:rPr>
              <a:t>attr</a:t>
            </a:r>
            <a:r>
              <a:rPr lang="en-US" altLang="zh-CN" kern="0" dirty="0">
                <a:solidFill>
                  <a:schemeClr val="tx1">
                    <a:lumMod val="50000"/>
                  </a:schemeClr>
                </a:solidFill>
                <a:latin typeface="Gill Sans MT" panose="020B0502020104020203" pitchFamily="34" charset="0"/>
                <a:cs typeface="Helvetica"/>
              </a:rPr>
              <a:t>: optional attributes for the condition variable (use NULL for default).</a:t>
            </a:r>
            <a:endParaRPr lang="zh-CN" altLang="zh-CN" kern="0" dirty="0">
              <a:solidFill>
                <a:schemeClr val="tx1">
                  <a:lumMod val="50000"/>
                </a:schemeClr>
              </a:solidFill>
              <a:latin typeface="Gill Sans MT" panose="020B0502020104020203" pitchFamily="34" charset="0"/>
              <a:cs typeface="Helvetica"/>
            </a:endParaRPr>
          </a:p>
        </p:txBody>
      </p:sp>
      <p:sp>
        <p:nvSpPr>
          <p:cNvPr id="19" name="文本框 18">
            <a:extLst>
              <a:ext uri="{FF2B5EF4-FFF2-40B4-BE49-F238E27FC236}">
                <a16:creationId xmlns:a16="http://schemas.microsoft.com/office/drawing/2014/main" id="{5CABB9FE-E2BB-4A06-2289-2E62E1541A6C}"/>
              </a:ext>
            </a:extLst>
          </p:cNvPr>
          <p:cNvSpPr txBox="1"/>
          <p:nvPr/>
        </p:nvSpPr>
        <p:spPr>
          <a:xfrm>
            <a:off x="844550" y="3888006"/>
            <a:ext cx="6096000" cy="461665"/>
          </a:xfrm>
          <a:prstGeom prst="rect">
            <a:avLst/>
          </a:prstGeom>
          <a:noFill/>
          <a:ln w="12700" cap="flat">
            <a:noFill/>
            <a:miter lim="400000"/>
          </a:ln>
          <a:effectLst/>
          <a:sp3d/>
        </p:spPr>
        <p:style>
          <a:lnRef idx="0">
            <a:scrgbClr r="0" g="0" b="0"/>
          </a:lnRef>
          <a:fillRef idx="0">
            <a:scrgbClr r="0" g="0" b="0"/>
          </a:fillRef>
          <a:effectRef idx="0">
            <a:scrgbClr r="0" g="0" b="0"/>
          </a:effectRef>
          <a:fontRef idx="none"/>
        </p:style>
        <p:txBody>
          <a:bodyPr wrap="square">
            <a:spAutoFit/>
          </a:bodyPr>
          <a:lstStyle/>
          <a:p>
            <a:pPr marL="289152" marR="0" lvl="0" indent="-289152" algn="l" defTabSz="412750" rtl="0" eaLnBrk="1" fontAlgn="auto" latinLnBrk="0" hangingPunct="1">
              <a:lnSpc>
                <a:spcPct val="100000"/>
              </a:lnSpc>
              <a:spcBef>
                <a:spcPts val="2950"/>
              </a:spcBef>
              <a:spcAft>
                <a:spcPts val="0"/>
              </a:spcAft>
              <a:buClrTx/>
              <a:buSzPct val="100000"/>
              <a:buFont typeface="Wingdings" panose="05000000000000000000" pitchFamily="2" charset="2"/>
              <a:buChar char="Ø"/>
              <a:tabLst/>
              <a:defRPr/>
            </a:pPr>
            <a:r>
              <a:rPr kumimoji="0" lang="en-US" altLang="zh-CN" sz="2400" b="0" i="0" u="none" strike="noStrike" kern="0" cap="none" spc="0" normalizeH="0" baseline="0" noProof="0" dirty="0">
                <a:ln>
                  <a:noFill/>
                </a:ln>
                <a:solidFill>
                  <a:srgbClr val="202020"/>
                </a:solidFill>
                <a:effectLst/>
                <a:uLnTx/>
                <a:uFillTx/>
                <a:latin typeface="Gill Sans MT" panose="020B0502020104020203" pitchFamily="34" charset="0"/>
                <a:cs typeface="Helvetica"/>
                <a:sym typeface="Helvetica"/>
              </a:rPr>
              <a:t>Example:</a:t>
            </a:r>
            <a:endParaRPr lang="en-US" altLang="zh-CN" sz="2400" kern="0" dirty="0">
              <a:solidFill>
                <a:srgbClr val="202020"/>
              </a:solidFill>
              <a:latin typeface="Gill Sans MT" panose="020B0502020104020203" pitchFamily="34" charset="0"/>
              <a:cs typeface="Helvetica"/>
              <a:sym typeface="Helvetica"/>
            </a:endParaRPr>
          </a:p>
        </p:txBody>
      </p:sp>
      <p:sp>
        <p:nvSpPr>
          <p:cNvPr id="20" name="文本框 19">
            <a:extLst>
              <a:ext uri="{FF2B5EF4-FFF2-40B4-BE49-F238E27FC236}">
                <a16:creationId xmlns:a16="http://schemas.microsoft.com/office/drawing/2014/main" id="{3169D8BD-A06F-D6F6-ABD3-B05ED15363F3}"/>
              </a:ext>
            </a:extLst>
          </p:cNvPr>
          <p:cNvSpPr txBox="1"/>
          <p:nvPr/>
        </p:nvSpPr>
        <p:spPr>
          <a:xfrm>
            <a:off x="1262738" y="5666953"/>
            <a:ext cx="10084709" cy="369332"/>
          </a:xfrm>
          <a:prstGeom prst="rect">
            <a:avLst/>
          </a:prstGeom>
          <a:noFill/>
          <a:ln w="12700" cap="flat">
            <a:solidFill>
              <a:schemeClr val="tx1"/>
            </a:solidFill>
            <a:miter lim="400000"/>
          </a:ln>
          <a:effectLst/>
          <a:sp3d/>
        </p:spPr>
        <p:style>
          <a:lnRef idx="0">
            <a:scrgbClr r="0" g="0" b="0"/>
          </a:lnRef>
          <a:fillRef idx="0">
            <a:scrgbClr r="0" g="0" b="0"/>
          </a:fillRef>
          <a:effectRef idx="0">
            <a:scrgbClr r="0" g="0" b="0"/>
          </a:effectRef>
          <a:fontRef idx="none"/>
        </p:style>
        <p:txBody>
          <a:bodyPr wrap="square">
            <a:spAutoFit/>
          </a:bodyPr>
          <a:lstStyle/>
          <a:p>
            <a:pPr algn="l"/>
            <a:r>
              <a:rPr lang="en-US" altLang="zh-CN" b="0" i="0" dirty="0" err="1">
                <a:solidFill>
                  <a:srgbClr val="A626A4"/>
                </a:solidFill>
                <a:effectLst/>
                <a:latin typeface="Consolas" panose="020B0609020204030204" pitchFamily="49" charset="0"/>
              </a:rPr>
              <a:t>pthread_cond_t</a:t>
            </a:r>
            <a:r>
              <a:rPr lang="en-US" altLang="zh-CN" b="0" i="0" dirty="0">
                <a:solidFill>
                  <a:srgbClr val="5C5C5C"/>
                </a:solidFill>
                <a:effectLst/>
                <a:latin typeface="Consolas" panose="020B0609020204030204" pitchFamily="49" charset="0"/>
              </a:rPr>
              <a:t> </a:t>
            </a:r>
            <a:r>
              <a:rPr lang="en-US" altLang="zh-CN" b="0" i="0" dirty="0" err="1">
                <a:solidFill>
                  <a:srgbClr val="5C5C5C"/>
                </a:solidFill>
                <a:effectLst/>
                <a:latin typeface="Consolas" panose="020B0609020204030204" pitchFamily="49" charset="0"/>
              </a:rPr>
              <a:t>cond</a:t>
            </a:r>
            <a:r>
              <a:rPr lang="en-US" altLang="zh-CN" b="0" i="0" dirty="0">
                <a:solidFill>
                  <a:srgbClr val="5C5C5C"/>
                </a:solidFill>
                <a:effectLst/>
                <a:latin typeface="Consolas" panose="020B0609020204030204" pitchFamily="49" charset="0"/>
              </a:rPr>
              <a:t> = PTHREAD_COND_INITIALIZER;</a:t>
            </a:r>
          </a:p>
        </p:txBody>
      </p:sp>
      <p:sp>
        <p:nvSpPr>
          <p:cNvPr id="5" name="文本框 4">
            <a:extLst>
              <a:ext uri="{FF2B5EF4-FFF2-40B4-BE49-F238E27FC236}">
                <a16:creationId xmlns:a16="http://schemas.microsoft.com/office/drawing/2014/main" id="{2FDCD3FE-D6B0-4C91-E321-88FD53C77A3E}"/>
              </a:ext>
            </a:extLst>
          </p:cNvPr>
          <p:cNvSpPr txBox="1"/>
          <p:nvPr/>
        </p:nvSpPr>
        <p:spPr>
          <a:xfrm>
            <a:off x="844549" y="5135526"/>
            <a:ext cx="10502899" cy="461665"/>
          </a:xfrm>
          <a:prstGeom prst="rect">
            <a:avLst/>
          </a:prstGeom>
          <a:noFill/>
          <a:ln w="12700" cap="flat">
            <a:noFill/>
            <a:miter lim="400000"/>
          </a:ln>
          <a:effectLst/>
          <a:sp3d/>
        </p:spPr>
        <p:style>
          <a:lnRef idx="0">
            <a:scrgbClr r="0" g="0" b="0"/>
          </a:lnRef>
          <a:fillRef idx="0">
            <a:scrgbClr r="0" g="0" b="0"/>
          </a:fillRef>
          <a:effectRef idx="0">
            <a:scrgbClr r="0" g="0" b="0"/>
          </a:effectRef>
          <a:fontRef idx="none"/>
        </p:style>
        <p:txBody>
          <a:bodyPr wrap="square">
            <a:spAutoFit/>
          </a:bodyPr>
          <a:lstStyle/>
          <a:p>
            <a:pPr marL="289152" marR="0" lvl="0" indent="-289152" algn="l" defTabSz="412750" rtl="0" eaLnBrk="1" fontAlgn="auto" latinLnBrk="0" hangingPunct="1">
              <a:lnSpc>
                <a:spcPct val="100000"/>
              </a:lnSpc>
              <a:spcBef>
                <a:spcPts val="2950"/>
              </a:spcBef>
              <a:spcAft>
                <a:spcPts val="0"/>
              </a:spcAft>
              <a:buClrTx/>
              <a:buSzPct val="100000"/>
              <a:buFont typeface="Wingdings" panose="05000000000000000000" pitchFamily="2" charset="2"/>
              <a:buChar char="Ø"/>
              <a:tabLst/>
              <a:defRPr/>
            </a:pPr>
            <a:r>
              <a:rPr kumimoji="0" lang="en-US" altLang="zh-CN" sz="2400" b="0" i="0" u="none" strike="noStrike" kern="0" cap="none" spc="0" normalizeH="0" baseline="0" noProof="0" dirty="0">
                <a:ln>
                  <a:noFill/>
                </a:ln>
                <a:solidFill>
                  <a:srgbClr val="202020"/>
                </a:solidFill>
                <a:effectLst/>
                <a:uLnTx/>
                <a:uFillTx/>
                <a:latin typeface="Gill Sans MT" panose="020B0502020104020203" pitchFamily="34" charset="0"/>
                <a:cs typeface="Helvetica"/>
                <a:sym typeface="Helvetica"/>
              </a:rPr>
              <a:t>Another way: </a:t>
            </a:r>
            <a:r>
              <a:rPr kumimoji="0" lang="en-US" altLang="zh-CN" sz="2400" i="0" u="none" strike="noStrike" kern="0" cap="none" spc="0" normalizeH="0" baseline="0" noProof="0" dirty="0">
                <a:ln>
                  <a:noFill/>
                </a:ln>
                <a:solidFill>
                  <a:srgbClr val="202020"/>
                </a:solidFill>
                <a:effectLst/>
                <a:uLnTx/>
                <a:uFillTx/>
                <a:latin typeface="Gill Sans MT" panose="020B0502020104020203" pitchFamily="34" charset="0"/>
                <a:cs typeface="Helvetica"/>
                <a:sym typeface="Helvetica"/>
              </a:rPr>
              <a:t>using PTHREAD_COND_INITIALIZER</a:t>
            </a:r>
            <a:endParaRPr lang="en-US" altLang="zh-CN" sz="2400" kern="0" dirty="0">
              <a:solidFill>
                <a:srgbClr val="202020"/>
              </a:solidFill>
              <a:latin typeface="Gill Sans MT" panose="020B0502020104020203" pitchFamily="34" charset="0"/>
              <a:cs typeface="Helvetica"/>
              <a:sym typeface="Helvetica"/>
            </a:endParaRPr>
          </a:p>
        </p:txBody>
      </p:sp>
      <p:sp>
        <p:nvSpPr>
          <p:cNvPr id="6" name="文本框 5">
            <a:extLst>
              <a:ext uri="{FF2B5EF4-FFF2-40B4-BE49-F238E27FC236}">
                <a16:creationId xmlns:a16="http://schemas.microsoft.com/office/drawing/2014/main" id="{11970F9F-5EC6-EC7C-76FE-811228D7001B}"/>
              </a:ext>
            </a:extLst>
          </p:cNvPr>
          <p:cNvSpPr txBox="1"/>
          <p:nvPr/>
        </p:nvSpPr>
        <p:spPr>
          <a:xfrm>
            <a:off x="1262739" y="4376393"/>
            <a:ext cx="10084709" cy="646331"/>
          </a:xfrm>
          <a:prstGeom prst="rect">
            <a:avLst/>
          </a:prstGeom>
          <a:noFill/>
          <a:ln w="12700" cap="flat">
            <a:solidFill>
              <a:schemeClr val="tx1"/>
            </a:solidFill>
            <a:miter lim="400000"/>
          </a:ln>
          <a:effectLst/>
          <a:sp3d/>
        </p:spPr>
        <p:style>
          <a:lnRef idx="0">
            <a:scrgbClr r="0" g="0" b="0"/>
          </a:lnRef>
          <a:fillRef idx="0">
            <a:scrgbClr r="0" g="0" b="0"/>
          </a:fillRef>
          <a:effectRef idx="0">
            <a:scrgbClr r="0" g="0" b="0"/>
          </a:effectRef>
          <a:fontRef idx="none"/>
        </p:style>
        <p:txBody>
          <a:bodyPr wrap="square">
            <a:spAutoFit/>
          </a:bodyPr>
          <a:lstStyle/>
          <a:p>
            <a:pPr algn="l"/>
            <a:r>
              <a:rPr lang="en-US" altLang="zh-CN" b="0" i="0" dirty="0" err="1">
                <a:solidFill>
                  <a:srgbClr val="A626A4"/>
                </a:solidFill>
                <a:effectLst/>
                <a:latin typeface="Consolas" panose="020B0609020204030204" pitchFamily="49" charset="0"/>
              </a:rPr>
              <a:t>pthread_cond_t</a:t>
            </a:r>
            <a:r>
              <a:rPr lang="en-US" altLang="zh-CN" b="0" i="0" dirty="0">
                <a:solidFill>
                  <a:srgbClr val="5C5C5C"/>
                </a:solidFill>
                <a:effectLst/>
                <a:latin typeface="Consolas" panose="020B0609020204030204" pitchFamily="49" charset="0"/>
              </a:rPr>
              <a:t> </a:t>
            </a:r>
            <a:r>
              <a:rPr lang="en-US" altLang="zh-CN" b="0" i="0" dirty="0" err="1">
                <a:solidFill>
                  <a:srgbClr val="5C5C5C"/>
                </a:solidFill>
                <a:effectLst/>
                <a:latin typeface="Consolas" panose="020B0609020204030204" pitchFamily="49" charset="0"/>
              </a:rPr>
              <a:t>cond</a:t>
            </a:r>
            <a:r>
              <a:rPr lang="en-US" altLang="zh-CN" b="0" i="0" dirty="0">
                <a:solidFill>
                  <a:srgbClr val="5C5C5C"/>
                </a:solidFill>
                <a:effectLst/>
                <a:latin typeface="Consolas" panose="020B0609020204030204" pitchFamily="49" charset="0"/>
              </a:rPr>
              <a:t>;</a:t>
            </a:r>
          </a:p>
          <a:p>
            <a:pPr algn="l"/>
            <a:r>
              <a:rPr lang="en-US" altLang="zh-CN" b="0" i="0" dirty="0" err="1">
                <a:solidFill>
                  <a:srgbClr val="5C5C5C"/>
                </a:solidFill>
                <a:effectLst/>
                <a:latin typeface="Consolas" panose="020B0609020204030204" pitchFamily="49" charset="0"/>
              </a:rPr>
              <a:t>pthread_cond_init</a:t>
            </a:r>
            <a:r>
              <a:rPr lang="en-US" altLang="zh-CN" b="0" i="0" dirty="0">
                <a:solidFill>
                  <a:srgbClr val="5C5C5C"/>
                </a:solidFill>
                <a:effectLst/>
                <a:latin typeface="Consolas" panose="020B0609020204030204" pitchFamily="49" charset="0"/>
              </a:rPr>
              <a:t>(&amp;</a:t>
            </a:r>
            <a:r>
              <a:rPr lang="en-US" altLang="zh-CN" b="0" i="0" dirty="0" err="1">
                <a:solidFill>
                  <a:srgbClr val="5C5C5C"/>
                </a:solidFill>
                <a:effectLst/>
                <a:latin typeface="Consolas" panose="020B0609020204030204" pitchFamily="49" charset="0"/>
              </a:rPr>
              <a:t>cond</a:t>
            </a:r>
            <a:r>
              <a:rPr lang="en-US" altLang="zh-CN" b="0" i="0" dirty="0">
                <a:solidFill>
                  <a:srgbClr val="5C5C5C"/>
                </a:solidFill>
                <a:effectLst/>
                <a:latin typeface="Consolas" panose="020B0609020204030204" pitchFamily="49" charset="0"/>
              </a:rPr>
              <a:t>, </a:t>
            </a:r>
            <a:r>
              <a:rPr lang="en-US" altLang="zh-CN" b="0" i="0" dirty="0">
                <a:solidFill>
                  <a:srgbClr val="0184BB"/>
                </a:solidFill>
                <a:effectLst/>
                <a:latin typeface="Consolas" panose="020B0609020204030204" pitchFamily="49" charset="0"/>
              </a:rPr>
              <a:t>NULL</a:t>
            </a:r>
            <a:r>
              <a:rPr lang="en-US" altLang="zh-CN" b="0" i="0" dirty="0">
                <a:solidFill>
                  <a:srgbClr val="5C5C5C"/>
                </a:solidFill>
                <a:effectLst/>
                <a:latin typeface="Consolas" panose="020B0609020204030204" pitchFamily="49" charset="0"/>
              </a:rPr>
              <a:t>);</a:t>
            </a:r>
          </a:p>
        </p:txBody>
      </p:sp>
    </p:spTree>
    <p:extLst>
      <p:ext uri="{BB962C8B-B14F-4D97-AF65-F5344CB8AC3E}">
        <p14:creationId xmlns:p14="http://schemas.microsoft.com/office/powerpoint/2010/main" val="1164986566"/>
      </p:ext>
    </p:extLst>
  </p:cSld>
  <p:clrMapOvr>
    <a:masterClrMapping/>
  </p:clrMapOvr>
  <p:transition spd="med"/>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2715A2E-656D-EC5D-FDE7-230488526EFC}"/>
              </a:ext>
            </a:extLst>
          </p:cNvPr>
          <p:cNvSpPr>
            <a:spLocks noGrp="1"/>
          </p:cNvSpPr>
          <p:nvPr>
            <p:ph type="title"/>
          </p:nvPr>
        </p:nvSpPr>
        <p:spPr/>
        <p:txBody>
          <a:bodyPr/>
          <a:lstStyle/>
          <a:p>
            <a:r>
              <a:rPr lang="en-US" dirty="0"/>
              <a:t>2. </a:t>
            </a:r>
            <a:r>
              <a:rPr lang="en-US" dirty="0" err="1"/>
              <a:t>pthread_cond_wait</a:t>
            </a:r>
            <a:endParaRPr lang="en-US" dirty="0"/>
          </a:p>
        </p:txBody>
      </p:sp>
      <p:sp>
        <p:nvSpPr>
          <p:cNvPr id="4" name="Slide Number Placeholder 3">
            <a:extLst>
              <a:ext uri="{FF2B5EF4-FFF2-40B4-BE49-F238E27FC236}">
                <a16:creationId xmlns:a16="http://schemas.microsoft.com/office/drawing/2014/main" id="{C903FAE4-3A59-50C4-1BA6-A9AEC61D52CB}"/>
              </a:ext>
            </a:extLst>
          </p:cNvPr>
          <p:cNvSpPr>
            <a:spLocks noGrp="1"/>
          </p:cNvSpPr>
          <p:nvPr>
            <p:ph type="sldNum" sz="quarter" idx="2"/>
          </p:nvPr>
        </p:nvSpPr>
        <p:spPr>
          <a:xfrm>
            <a:off x="11686121" y="6400800"/>
            <a:ext cx="218008" cy="379591"/>
          </a:xfrm>
        </p:spPr>
        <p:txBody>
          <a:bodyPr/>
          <a:lstStyle/>
          <a:p>
            <a:pPr marL="0" marR="0" lvl="0" indent="0" algn="ctr" defTabSz="412750" rtl="0" eaLnBrk="1" fontAlgn="auto" latinLnBrk="0" hangingPunct="0">
              <a:lnSpc>
                <a:spcPct val="100000"/>
              </a:lnSpc>
              <a:spcBef>
                <a:spcPts val="0"/>
              </a:spcBef>
              <a:spcAft>
                <a:spcPts val="0"/>
              </a:spcAft>
              <a:buClrTx/>
              <a:buSzTx/>
              <a:buFontTx/>
              <a:buNone/>
              <a:tabLst/>
              <a:defRPr/>
            </a:pPr>
            <a:fld id="{86CB4B4D-7CA3-9044-876B-883B54F8677D}" type="slidenum">
              <a:rPr kumimoji="0" lang="en-US" sz="1800" b="0" i="0" u="none" strike="noStrike" kern="0" cap="none" spc="0" normalizeH="0" baseline="0" noProof="0">
                <a:ln>
                  <a:noFill/>
                </a:ln>
                <a:solidFill>
                  <a:srgbClr val="800080"/>
                </a:solidFill>
                <a:effectLst/>
                <a:uLnTx/>
                <a:uFillTx/>
                <a:latin typeface="Gill Sans MT" panose="020B0502020104020203" pitchFamily="34" charset="0"/>
                <a:cs typeface="Helvetica"/>
                <a:sym typeface="Helvetica"/>
              </a:rPr>
              <a:pPr marL="0" marR="0" lvl="0" indent="0" algn="ctr" defTabSz="412750" rtl="0" eaLnBrk="1" fontAlgn="auto" latinLnBrk="0" hangingPunct="0">
                <a:lnSpc>
                  <a:spcPct val="100000"/>
                </a:lnSpc>
                <a:spcBef>
                  <a:spcPts val="0"/>
                </a:spcBef>
                <a:spcAft>
                  <a:spcPts val="0"/>
                </a:spcAft>
                <a:buClrTx/>
                <a:buSzTx/>
                <a:buFontTx/>
                <a:buNone/>
                <a:tabLst/>
                <a:defRPr/>
              </a:pPr>
              <a:t>8</a:t>
            </a:fld>
            <a:endParaRPr kumimoji="0" lang="en-US" sz="1800" b="0" i="0" u="none" strike="noStrike" kern="0" cap="none" spc="0" normalizeH="0" baseline="0" noProof="0">
              <a:ln>
                <a:noFill/>
              </a:ln>
              <a:solidFill>
                <a:srgbClr val="800080"/>
              </a:solidFill>
              <a:effectLst/>
              <a:uLnTx/>
              <a:uFillTx/>
              <a:latin typeface="Gill Sans MT" panose="020B0502020104020203" pitchFamily="34" charset="0"/>
              <a:cs typeface="Helvetica"/>
              <a:sym typeface="Helvetica"/>
            </a:endParaRPr>
          </a:p>
        </p:txBody>
      </p:sp>
      <p:sp>
        <p:nvSpPr>
          <p:cNvPr id="8" name="文本占位符 7">
            <a:extLst>
              <a:ext uri="{FF2B5EF4-FFF2-40B4-BE49-F238E27FC236}">
                <a16:creationId xmlns:a16="http://schemas.microsoft.com/office/drawing/2014/main" id="{1D68554F-5AF8-7E1E-17A3-DE6F9E0E8871}"/>
              </a:ext>
            </a:extLst>
          </p:cNvPr>
          <p:cNvSpPr>
            <a:spLocks noGrp="1"/>
          </p:cNvSpPr>
          <p:nvPr>
            <p:ph type="body" idx="1"/>
          </p:nvPr>
        </p:nvSpPr>
        <p:spPr>
          <a:xfrm>
            <a:off x="844550" y="1229567"/>
            <a:ext cx="10502900" cy="693576"/>
          </a:xfrm>
        </p:spPr>
        <p:txBody>
          <a:bodyPr>
            <a:noAutofit/>
          </a:bodyPr>
          <a:lstStyle/>
          <a:p>
            <a:pPr>
              <a:buFont typeface="Wingdings" panose="05000000000000000000" pitchFamily="2" charset="2"/>
              <a:buChar char="Ø"/>
            </a:pPr>
            <a:r>
              <a:rPr lang="en-US" altLang="zh-CN" sz="2400" dirty="0"/>
              <a:t>Purpose: wait for a condition variable to be signaled, releasing the associated mutex.</a:t>
            </a:r>
          </a:p>
        </p:txBody>
      </p:sp>
      <p:sp>
        <p:nvSpPr>
          <p:cNvPr id="13" name="文本框 12">
            <a:extLst>
              <a:ext uri="{FF2B5EF4-FFF2-40B4-BE49-F238E27FC236}">
                <a16:creationId xmlns:a16="http://schemas.microsoft.com/office/drawing/2014/main" id="{ED25030F-4FDC-B91B-5C28-8CD4A7CDFC47}"/>
              </a:ext>
            </a:extLst>
          </p:cNvPr>
          <p:cNvSpPr txBox="1"/>
          <p:nvPr/>
        </p:nvSpPr>
        <p:spPr>
          <a:xfrm>
            <a:off x="844550" y="2129226"/>
            <a:ext cx="6096000" cy="461665"/>
          </a:xfrm>
          <a:prstGeom prst="rect">
            <a:avLst/>
          </a:prstGeom>
          <a:noFill/>
          <a:ln w="12700" cap="flat">
            <a:noFill/>
            <a:miter lim="400000"/>
          </a:ln>
          <a:effectLst/>
          <a:sp3d/>
        </p:spPr>
        <p:style>
          <a:lnRef idx="0">
            <a:scrgbClr r="0" g="0" b="0"/>
          </a:lnRef>
          <a:fillRef idx="0">
            <a:scrgbClr r="0" g="0" b="0"/>
          </a:fillRef>
          <a:effectRef idx="0">
            <a:scrgbClr r="0" g="0" b="0"/>
          </a:effectRef>
          <a:fontRef idx="none"/>
        </p:style>
        <p:txBody>
          <a:bodyPr wrap="square">
            <a:spAutoFit/>
          </a:bodyPr>
          <a:lstStyle/>
          <a:p>
            <a:pPr marL="289152" marR="0" lvl="0" indent="-289152" algn="l" defTabSz="412750" rtl="0" eaLnBrk="1" fontAlgn="auto" latinLnBrk="0" hangingPunct="1">
              <a:lnSpc>
                <a:spcPct val="100000"/>
              </a:lnSpc>
              <a:spcBef>
                <a:spcPts val="2950"/>
              </a:spcBef>
              <a:spcAft>
                <a:spcPts val="0"/>
              </a:spcAft>
              <a:buClrTx/>
              <a:buSzPct val="100000"/>
              <a:buFont typeface="Wingdings" panose="05000000000000000000" pitchFamily="2" charset="2"/>
              <a:buChar char="Ø"/>
              <a:tabLst/>
              <a:defRPr/>
            </a:pPr>
            <a:r>
              <a:rPr kumimoji="0" lang="en-US" altLang="zh-CN" sz="2400" b="0" i="0" u="none" strike="noStrike" kern="0" cap="none" spc="0" normalizeH="0" baseline="0" noProof="0" dirty="0">
                <a:ln>
                  <a:noFill/>
                </a:ln>
                <a:solidFill>
                  <a:srgbClr val="202020"/>
                </a:solidFill>
                <a:effectLst/>
                <a:uLnTx/>
                <a:uFillTx/>
                <a:latin typeface="Gill Sans MT" panose="020B0502020104020203" pitchFamily="34" charset="0"/>
                <a:cs typeface="Helvetica"/>
                <a:sym typeface="Helvetica"/>
              </a:rPr>
              <a:t>Syntax:</a:t>
            </a:r>
            <a:endParaRPr kumimoji="0" lang="zh-CN" altLang="en-US" sz="2400" b="0" i="0" u="none" strike="noStrike" kern="0" cap="none" spc="0" normalizeH="0" baseline="0" noProof="0" dirty="0">
              <a:ln>
                <a:noFill/>
              </a:ln>
              <a:solidFill>
                <a:srgbClr val="202020"/>
              </a:solidFill>
              <a:effectLst/>
              <a:uLnTx/>
              <a:uFillTx/>
              <a:latin typeface="Gill Sans MT" panose="020B0502020104020203" pitchFamily="34" charset="0"/>
              <a:cs typeface="Helvetica"/>
              <a:sym typeface="Helvetica"/>
            </a:endParaRPr>
          </a:p>
        </p:txBody>
      </p:sp>
      <p:sp>
        <p:nvSpPr>
          <p:cNvPr id="17" name="文本框 16">
            <a:extLst>
              <a:ext uri="{FF2B5EF4-FFF2-40B4-BE49-F238E27FC236}">
                <a16:creationId xmlns:a16="http://schemas.microsoft.com/office/drawing/2014/main" id="{6581B964-F4DA-382E-A5CC-2C7FCE505809}"/>
              </a:ext>
            </a:extLst>
          </p:cNvPr>
          <p:cNvSpPr txBox="1"/>
          <p:nvPr/>
        </p:nvSpPr>
        <p:spPr>
          <a:xfrm>
            <a:off x="1262740" y="2657526"/>
            <a:ext cx="10084709" cy="369332"/>
          </a:xfrm>
          <a:prstGeom prst="rect">
            <a:avLst/>
          </a:prstGeom>
          <a:noFill/>
          <a:ln w="12700" cap="flat">
            <a:solidFill>
              <a:schemeClr val="tx1"/>
            </a:solidFill>
            <a:miter lim="400000"/>
          </a:ln>
          <a:effectLst/>
          <a:sp3d/>
        </p:spPr>
        <p:style>
          <a:lnRef idx="0">
            <a:scrgbClr r="0" g="0" b="0"/>
          </a:lnRef>
          <a:fillRef idx="0">
            <a:scrgbClr r="0" g="0" b="0"/>
          </a:fillRef>
          <a:effectRef idx="0">
            <a:scrgbClr r="0" g="0" b="0"/>
          </a:effectRef>
          <a:fontRef idx="none"/>
        </p:style>
        <p:txBody>
          <a:bodyPr wrap="square">
            <a:spAutoFit/>
          </a:bodyPr>
          <a:lstStyle/>
          <a:p>
            <a:pPr algn="l"/>
            <a:r>
              <a:rPr lang="en-US" altLang="zh-CN" b="0" i="0" dirty="0">
                <a:solidFill>
                  <a:srgbClr val="A626A4"/>
                </a:solidFill>
                <a:effectLst/>
                <a:latin typeface="Consolas" panose="020B0609020204030204" pitchFamily="49" charset="0"/>
              </a:rPr>
              <a:t>int</a:t>
            </a:r>
            <a:r>
              <a:rPr lang="en-US" altLang="zh-CN" b="0" i="0" dirty="0">
                <a:solidFill>
                  <a:srgbClr val="5C5C5C"/>
                </a:solidFill>
                <a:effectLst/>
                <a:latin typeface="Consolas" panose="020B0609020204030204" pitchFamily="49" charset="0"/>
              </a:rPr>
              <a:t> </a:t>
            </a:r>
            <a:r>
              <a:rPr lang="en-US" altLang="zh-CN" b="0" i="0" dirty="0" err="1">
                <a:solidFill>
                  <a:srgbClr val="4078F2"/>
                </a:solidFill>
                <a:effectLst/>
                <a:latin typeface="Consolas" panose="020B0609020204030204" pitchFamily="49" charset="0"/>
              </a:rPr>
              <a:t>pthread_cond_wait</a:t>
            </a:r>
            <a:r>
              <a:rPr lang="en-US" altLang="zh-CN" b="0" i="0" dirty="0">
                <a:solidFill>
                  <a:srgbClr val="5C5C5C"/>
                </a:solidFill>
                <a:effectLst/>
                <a:latin typeface="Consolas" panose="020B0609020204030204" pitchFamily="49" charset="0"/>
              </a:rPr>
              <a:t>(</a:t>
            </a:r>
            <a:r>
              <a:rPr lang="en-US" altLang="zh-CN" b="0" i="0" dirty="0" err="1">
                <a:solidFill>
                  <a:srgbClr val="A626A4"/>
                </a:solidFill>
                <a:effectLst/>
                <a:latin typeface="Consolas" panose="020B0609020204030204" pitchFamily="49" charset="0"/>
              </a:rPr>
              <a:t>pthread_cond_t</a:t>
            </a:r>
            <a:r>
              <a:rPr lang="en-US" altLang="zh-CN" b="0" i="0" dirty="0">
                <a:solidFill>
                  <a:srgbClr val="5C5C5C"/>
                </a:solidFill>
                <a:effectLst/>
                <a:latin typeface="Consolas" panose="020B0609020204030204" pitchFamily="49" charset="0"/>
              </a:rPr>
              <a:t> *</a:t>
            </a:r>
            <a:r>
              <a:rPr lang="en-US" altLang="zh-CN" b="0" i="0" dirty="0" err="1">
                <a:solidFill>
                  <a:srgbClr val="5C5C5C"/>
                </a:solidFill>
                <a:effectLst/>
                <a:latin typeface="Consolas" panose="020B0609020204030204" pitchFamily="49" charset="0"/>
              </a:rPr>
              <a:t>cond</a:t>
            </a:r>
            <a:r>
              <a:rPr lang="en-US" altLang="zh-CN" b="0" i="0" dirty="0">
                <a:solidFill>
                  <a:srgbClr val="5C5C5C"/>
                </a:solidFill>
                <a:effectLst/>
                <a:latin typeface="Consolas" panose="020B0609020204030204" pitchFamily="49" charset="0"/>
              </a:rPr>
              <a:t>, </a:t>
            </a:r>
            <a:r>
              <a:rPr lang="en-US" altLang="zh-CN" b="0" i="0" dirty="0" err="1">
                <a:solidFill>
                  <a:srgbClr val="A626A4"/>
                </a:solidFill>
                <a:effectLst/>
                <a:latin typeface="Consolas" panose="020B0609020204030204" pitchFamily="49" charset="0"/>
              </a:rPr>
              <a:t>pthread_mutex_t</a:t>
            </a:r>
            <a:r>
              <a:rPr lang="en-US" altLang="zh-CN" b="0" i="0" dirty="0">
                <a:solidFill>
                  <a:srgbClr val="5C5C5C"/>
                </a:solidFill>
                <a:effectLst/>
                <a:latin typeface="Consolas" panose="020B0609020204030204" pitchFamily="49" charset="0"/>
              </a:rPr>
              <a:t> *mutex);</a:t>
            </a:r>
          </a:p>
        </p:txBody>
      </p:sp>
      <p:sp>
        <p:nvSpPr>
          <p:cNvPr id="18" name="Rectangle 2">
            <a:extLst>
              <a:ext uri="{FF2B5EF4-FFF2-40B4-BE49-F238E27FC236}">
                <a16:creationId xmlns:a16="http://schemas.microsoft.com/office/drawing/2014/main" id="{A18B1B3D-31B5-29E2-CF84-EA37A5C3394F}"/>
              </a:ext>
            </a:extLst>
          </p:cNvPr>
          <p:cNvSpPr>
            <a:spLocks noChangeArrowheads="1"/>
          </p:cNvSpPr>
          <p:nvPr/>
        </p:nvSpPr>
        <p:spPr bwMode="auto">
          <a:xfrm>
            <a:off x="844550" y="3090279"/>
            <a:ext cx="10084709" cy="1015663"/>
          </a:xfrm>
          <a:prstGeom prst="rect">
            <a:avLst/>
          </a:prstGeom>
          <a:noFill/>
          <a:ln>
            <a:noFill/>
          </a:ln>
          <a:effectLst/>
        </p:spPr>
        <p:txBody>
          <a:bodyPr vert="horz" wrap="square" lIns="91440" tIns="45720" rIns="91440" bIns="45720" numCol="1" anchor="ctr" anchorCtr="0" compatLnSpc="1">
            <a:prstTxWarp prst="textNoShape">
              <a:avLst/>
            </a:prstTxWarp>
            <a:spAutoFit/>
          </a:bodyPr>
          <a:lstStyle/>
          <a:p>
            <a:pPr marL="342900" marR="0" lvl="0" indent="-342900" algn="l" defTabSz="914400" rtl="0" eaLnBrk="0" fontAlgn="t" latinLnBrk="0" hangingPunct="0">
              <a:lnSpc>
                <a:spcPct val="100000"/>
              </a:lnSpc>
              <a:spcBef>
                <a:spcPct val="0"/>
              </a:spcBef>
              <a:spcAft>
                <a:spcPct val="0"/>
              </a:spcAft>
              <a:buClrTx/>
              <a:buSzTx/>
              <a:buFont typeface="Wingdings" panose="05000000000000000000" pitchFamily="2" charset="2"/>
              <a:buChar char="Ø"/>
              <a:tabLst/>
            </a:pPr>
            <a:r>
              <a:rPr lang="zh-CN" altLang="zh-CN" sz="2400" kern="0" dirty="0">
                <a:solidFill>
                  <a:srgbClr val="202020"/>
                </a:solidFill>
                <a:latin typeface="Gill Sans MT" panose="020B0502020104020203" pitchFamily="34" charset="0"/>
                <a:cs typeface="Helvetica"/>
              </a:rPr>
              <a:t>Parameters:</a:t>
            </a:r>
          </a:p>
          <a:p>
            <a:pPr marL="457200" marR="0" lvl="1" indent="0" algn="l" defTabSz="914400" rtl="0" eaLnBrk="0" fontAlgn="base" latinLnBrk="0" hangingPunct="0">
              <a:lnSpc>
                <a:spcPct val="100000"/>
              </a:lnSpc>
              <a:spcBef>
                <a:spcPct val="0"/>
              </a:spcBef>
              <a:spcAft>
                <a:spcPct val="0"/>
              </a:spcAft>
              <a:buClrTx/>
              <a:buSzTx/>
              <a:buFontTx/>
              <a:buChar char="•"/>
              <a:tabLst/>
            </a:pPr>
            <a:r>
              <a:rPr lang="en-US" altLang="zh-CN" kern="0" dirty="0">
                <a:solidFill>
                  <a:srgbClr val="202020"/>
                </a:solidFill>
                <a:latin typeface="Gill Sans MT" panose="020B0502020104020203" pitchFamily="34" charset="0"/>
                <a:cs typeface="Helvetica"/>
              </a:rPr>
              <a:t> </a:t>
            </a:r>
            <a:r>
              <a:rPr lang="en-US" altLang="zh-CN" kern="0" dirty="0" err="1">
                <a:solidFill>
                  <a:srgbClr val="C00000"/>
                </a:solidFill>
                <a:latin typeface="Gill Sans MT" panose="020B0502020104020203" pitchFamily="34" charset="0"/>
                <a:cs typeface="Helvetica"/>
              </a:rPr>
              <a:t>cond</a:t>
            </a:r>
            <a:r>
              <a:rPr lang="en-US" altLang="zh-CN" kern="0" dirty="0">
                <a:solidFill>
                  <a:srgbClr val="202020"/>
                </a:solidFill>
                <a:latin typeface="Gill Sans MT" panose="020B0502020104020203" pitchFamily="34" charset="0"/>
                <a:cs typeface="Helvetica"/>
              </a:rPr>
              <a:t>: pointer to the condition variable.</a:t>
            </a:r>
          </a:p>
          <a:p>
            <a:pPr marL="457200" marR="0" lvl="1" indent="0" algn="l" defTabSz="914400" rtl="0" eaLnBrk="0" fontAlgn="base" latinLnBrk="0" hangingPunct="0">
              <a:lnSpc>
                <a:spcPct val="100000"/>
              </a:lnSpc>
              <a:spcBef>
                <a:spcPct val="0"/>
              </a:spcBef>
              <a:spcAft>
                <a:spcPct val="0"/>
              </a:spcAft>
              <a:buClrTx/>
              <a:buSzTx/>
              <a:buFontTx/>
              <a:buChar char="•"/>
              <a:tabLst/>
            </a:pPr>
            <a:r>
              <a:rPr lang="en-US" altLang="zh-CN" kern="0" dirty="0">
                <a:solidFill>
                  <a:srgbClr val="202020"/>
                </a:solidFill>
                <a:latin typeface="Gill Sans MT" panose="020B0502020104020203" pitchFamily="34" charset="0"/>
                <a:cs typeface="Helvetica"/>
              </a:rPr>
              <a:t> </a:t>
            </a:r>
            <a:r>
              <a:rPr lang="en-US" altLang="zh-CN" kern="0" dirty="0">
                <a:solidFill>
                  <a:srgbClr val="C00000"/>
                </a:solidFill>
                <a:latin typeface="Gill Sans MT" panose="020B0502020104020203" pitchFamily="34" charset="0"/>
                <a:cs typeface="Helvetica"/>
              </a:rPr>
              <a:t>mutex</a:t>
            </a:r>
            <a:r>
              <a:rPr lang="en-US" altLang="zh-CN" kern="0" dirty="0">
                <a:solidFill>
                  <a:srgbClr val="202020"/>
                </a:solidFill>
                <a:latin typeface="Gill Sans MT" panose="020B0502020104020203" pitchFamily="34" charset="0"/>
                <a:cs typeface="Helvetica"/>
              </a:rPr>
              <a:t>: pointer to an associated mutex (must be locked before calling).</a:t>
            </a:r>
            <a:endParaRPr lang="zh-CN" altLang="zh-CN" kern="0" dirty="0">
              <a:solidFill>
                <a:srgbClr val="202020"/>
              </a:solidFill>
              <a:latin typeface="Gill Sans MT" panose="020B0502020104020203" pitchFamily="34" charset="0"/>
              <a:cs typeface="Helvetica"/>
            </a:endParaRPr>
          </a:p>
        </p:txBody>
      </p:sp>
      <p:sp>
        <p:nvSpPr>
          <p:cNvPr id="19" name="文本框 18">
            <a:extLst>
              <a:ext uri="{FF2B5EF4-FFF2-40B4-BE49-F238E27FC236}">
                <a16:creationId xmlns:a16="http://schemas.microsoft.com/office/drawing/2014/main" id="{5CABB9FE-E2BB-4A06-2289-2E62E1541A6C}"/>
              </a:ext>
            </a:extLst>
          </p:cNvPr>
          <p:cNvSpPr txBox="1"/>
          <p:nvPr/>
        </p:nvSpPr>
        <p:spPr>
          <a:xfrm>
            <a:off x="844550" y="4169363"/>
            <a:ext cx="6096000" cy="461665"/>
          </a:xfrm>
          <a:prstGeom prst="rect">
            <a:avLst/>
          </a:prstGeom>
          <a:noFill/>
          <a:ln w="12700" cap="flat">
            <a:noFill/>
            <a:miter lim="400000"/>
          </a:ln>
          <a:effectLst/>
          <a:sp3d/>
        </p:spPr>
        <p:style>
          <a:lnRef idx="0">
            <a:scrgbClr r="0" g="0" b="0"/>
          </a:lnRef>
          <a:fillRef idx="0">
            <a:scrgbClr r="0" g="0" b="0"/>
          </a:fillRef>
          <a:effectRef idx="0">
            <a:scrgbClr r="0" g="0" b="0"/>
          </a:effectRef>
          <a:fontRef idx="none"/>
        </p:style>
        <p:txBody>
          <a:bodyPr wrap="square">
            <a:spAutoFit/>
          </a:bodyPr>
          <a:lstStyle/>
          <a:p>
            <a:pPr marL="289152" marR="0" lvl="0" indent="-289152" algn="l" defTabSz="412750" rtl="0" eaLnBrk="1" fontAlgn="auto" latinLnBrk="0" hangingPunct="1">
              <a:lnSpc>
                <a:spcPct val="100000"/>
              </a:lnSpc>
              <a:spcBef>
                <a:spcPts val="2950"/>
              </a:spcBef>
              <a:spcAft>
                <a:spcPts val="0"/>
              </a:spcAft>
              <a:buClrTx/>
              <a:buSzPct val="100000"/>
              <a:buFont typeface="Wingdings" panose="05000000000000000000" pitchFamily="2" charset="2"/>
              <a:buChar char="Ø"/>
              <a:tabLst/>
              <a:defRPr/>
            </a:pPr>
            <a:r>
              <a:rPr kumimoji="0" lang="en-US" altLang="zh-CN" sz="2400" b="0" i="0" u="none" strike="noStrike" kern="0" cap="none" spc="0" normalizeH="0" baseline="0" noProof="0" dirty="0">
                <a:ln>
                  <a:noFill/>
                </a:ln>
                <a:solidFill>
                  <a:srgbClr val="202020"/>
                </a:solidFill>
                <a:effectLst/>
                <a:uLnTx/>
                <a:uFillTx/>
                <a:latin typeface="Gill Sans MT" panose="020B0502020104020203" pitchFamily="34" charset="0"/>
                <a:cs typeface="Helvetica"/>
                <a:sym typeface="Helvetica"/>
              </a:rPr>
              <a:t>Example:</a:t>
            </a:r>
            <a:endParaRPr lang="en-US" altLang="zh-CN" sz="2400" kern="0" dirty="0">
              <a:solidFill>
                <a:srgbClr val="202020"/>
              </a:solidFill>
              <a:latin typeface="Gill Sans MT" panose="020B0502020104020203" pitchFamily="34" charset="0"/>
              <a:cs typeface="Helvetica"/>
              <a:sym typeface="Helvetica"/>
            </a:endParaRPr>
          </a:p>
        </p:txBody>
      </p:sp>
      <p:sp>
        <p:nvSpPr>
          <p:cNvPr id="20" name="文本框 19">
            <a:extLst>
              <a:ext uri="{FF2B5EF4-FFF2-40B4-BE49-F238E27FC236}">
                <a16:creationId xmlns:a16="http://schemas.microsoft.com/office/drawing/2014/main" id="{3169D8BD-A06F-D6F6-ABD3-B05ED15363F3}"/>
              </a:ext>
            </a:extLst>
          </p:cNvPr>
          <p:cNvSpPr txBox="1"/>
          <p:nvPr/>
        </p:nvSpPr>
        <p:spPr>
          <a:xfrm>
            <a:off x="1262740" y="4694449"/>
            <a:ext cx="10084709" cy="1477328"/>
          </a:xfrm>
          <a:prstGeom prst="rect">
            <a:avLst/>
          </a:prstGeom>
          <a:noFill/>
          <a:ln w="12700" cap="flat">
            <a:solidFill>
              <a:schemeClr val="tx1"/>
            </a:solidFill>
            <a:miter lim="400000"/>
          </a:ln>
          <a:effectLst/>
          <a:sp3d/>
        </p:spPr>
        <p:style>
          <a:lnRef idx="0">
            <a:scrgbClr r="0" g="0" b="0"/>
          </a:lnRef>
          <a:fillRef idx="0">
            <a:scrgbClr r="0" g="0" b="0"/>
          </a:fillRef>
          <a:effectRef idx="0">
            <a:scrgbClr r="0" g="0" b="0"/>
          </a:effectRef>
          <a:fontRef idx="none"/>
        </p:style>
        <p:txBody>
          <a:bodyPr wrap="square">
            <a:spAutoFit/>
          </a:bodyPr>
          <a:lstStyle/>
          <a:p>
            <a:pPr algn="l"/>
            <a:r>
              <a:rPr lang="en-US" altLang="zh-CN" b="0" i="0" dirty="0" err="1">
                <a:solidFill>
                  <a:srgbClr val="5C5C5C"/>
                </a:solidFill>
                <a:effectLst/>
                <a:latin typeface="Consolas" panose="020B0609020204030204" pitchFamily="49" charset="0"/>
              </a:rPr>
              <a:t>pthread_mutex_lock</a:t>
            </a:r>
            <a:r>
              <a:rPr lang="en-US" altLang="zh-CN" b="0" i="0" dirty="0">
                <a:solidFill>
                  <a:srgbClr val="5C5C5C"/>
                </a:solidFill>
                <a:effectLst/>
                <a:latin typeface="Consolas" panose="020B0609020204030204" pitchFamily="49" charset="0"/>
              </a:rPr>
              <a:t>(&amp;mutex);</a:t>
            </a:r>
          </a:p>
          <a:p>
            <a:pPr algn="l"/>
            <a:r>
              <a:rPr lang="en-US" altLang="zh-CN" b="0" i="0" dirty="0">
                <a:solidFill>
                  <a:srgbClr val="A626A4"/>
                </a:solidFill>
                <a:effectLst/>
                <a:latin typeface="Consolas" panose="020B0609020204030204" pitchFamily="49" charset="0"/>
              </a:rPr>
              <a:t>while</a:t>
            </a:r>
            <a:r>
              <a:rPr lang="en-US" altLang="zh-CN" b="0" i="0" dirty="0">
                <a:solidFill>
                  <a:srgbClr val="5C5C5C"/>
                </a:solidFill>
                <a:effectLst/>
                <a:latin typeface="Consolas" panose="020B0609020204030204" pitchFamily="49" charset="0"/>
              </a:rPr>
              <a:t> (</a:t>
            </a:r>
            <a:r>
              <a:rPr lang="en-US" altLang="zh-CN" b="0" i="0" dirty="0" err="1">
                <a:solidFill>
                  <a:srgbClr val="5C5C5C"/>
                </a:solidFill>
                <a:effectLst/>
                <a:latin typeface="Consolas" panose="020B0609020204030204" pitchFamily="49" charset="0"/>
              </a:rPr>
              <a:t>condition_is_false</a:t>
            </a:r>
            <a:r>
              <a:rPr lang="en-US" altLang="zh-CN" b="0" i="0" dirty="0">
                <a:solidFill>
                  <a:srgbClr val="5C5C5C"/>
                </a:solidFill>
                <a:effectLst/>
                <a:latin typeface="Consolas" panose="020B0609020204030204" pitchFamily="49" charset="0"/>
              </a:rPr>
              <a:t>) {</a:t>
            </a:r>
          </a:p>
          <a:p>
            <a:pPr algn="l"/>
            <a:r>
              <a:rPr lang="en-US" altLang="zh-CN" b="0" i="0" dirty="0">
                <a:solidFill>
                  <a:srgbClr val="5C5C5C"/>
                </a:solidFill>
                <a:effectLst/>
                <a:latin typeface="Consolas" panose="020B0609020204030204" pitchFamily="49" charset="0"/>
              </a:rPr>
              <a:t>    </a:t>
            </a:r>
            <a:r>
              <a:rPr lang="en-US" altLang="zh-CN" b="0" i="0" dirty="0" err="1">
                <a:solidFill>
                  <a:srgbClr val="5C5C5C"/>
                </a:solidFill>
                <a:effectLst/>
                <a:latin typeface="Consolas" panose="020B0609020204030204" pitchFamily="49" charset="0"/>
              </a:rPr>
              <a:t>pthread_cond_wait</a:t>
            </a:r>
            <a:r>
              <a:rPr lang="en-US" altLang="zh-CN" b="0" i="0" dirty="0">
                <a:solidFill>
                  <a:srgbClr val="5C5C5C"/>
                </a:solidFill>
                <a:effectLst/>
                <a:latin typeface="Consolas" panose="020B0609020204030204" pitchFamily="49" charset="0"/>
              </a:rPr>
              <a:t>(&amp;</a:t>
            </a:r>
            <a:r>
              <a:rPr lang="en-US" altLang="zh-CN" b="0" i="0" dirty="0" err="1">
                <a:solidFill>
                  <a:srgbClr val="5C5C5C"/>
                </a:solidFill>
                <a:effectLst/>
                <a:latin typeface="Consolas" panose="020B0609020204030204" pitchFamily="49" charset="0"/>
              </a:rPr>
              <a:t>cond</a:t>
            </a:r>
            <a:r>
              <a:rPr lang="en-US" altLang="zh-CN" b="0" i="0" dirty="0">
                <a:solidFill>
                  <a:srgbClr val="5C5C5C"/>
                </a:solidFill>
                <a:effectLst/>
                <a:latin typeface="Consolas" panose="020B0609020204030204" pitchFamily="49" charset="0"/>
              </a:rPr>
              <a:t>, &amp;mutex);</a:t>
            </a:r>
          </a:p>
          <a:p>
            <a:pPr algn="l"/>
            <a:r>
              <a:rPr lang="en-US" altLang="zh-CN" b="0" i="0" dirty="0">
                <a:solidFill>
                  <a:srgbClr val="5C5C5C"/>
                </a:solidFill>
                <a:effectLst/>
                <a:latin typeface="Consolas" panose="020B0609020204030204" pitchFamily="49" charset="0"/>
              </a:rPr>
              <a:t>}</a:t>
            </a:r>
          </a:p>
          <a:p>
            <a:pPr algn="l"/>
            <a:r>
              <a:rPr lang="en-US" altLang="zh-CN" b="0" i="0" dirty="0" err="1">
                <a:solidFill>
                  <a:srgbClr val="5C5C5C"/>
                </a:solidFill>
                <a:effectLst/>
                <a:latin typeface="Consolas" panose="020B0609020204030204" pitchFamily="49" charset="0"/>
              </a:rPr>
              <a:t>pthread_mutex_unlock</a:t>
            </a:r>
            <a:r>
              <a:rPr lang="en-US" altLang="zh-CN" b="0" i="0" dirty="0">
                <a:solidFill>
                  <a:srgbClr val="5C5C5C"/>
                </a:solidFill>
                <a:effectLst/>
                <a:latin typeface="Consolas" panose="020B0609020204030204" pitchFamily="49" charset="0"/>
              </a:rPr>
              <a:t>(&amp;mutex);</a:t>
            </a:r>
          </a:p>
        </p:txBody>
      </p:sp>
    </p:spTree>
    <p:extLst>
      <p:ext uri="{BB962C8B-B14F-4D97-AF65-F5344CB8AC3E}">
        <p14:creationId xmlns:p14="http://schemas.microsoft.com/office/powerpoint/2010/main" val="2876691948"/>
      </p:ext>
    </p:extLst>
  </p:cSld>
  <p:clrMapOvr>
    <a:masterClrMapping/>
  </p:clrMapOvr>
  <p:transition spd="med"/>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2715A2E-656D-EC5D-FDE7-230488526EFC}"/>
              </a:ext>
            </a:extLst>
          </p:cNvPr>
          <p:cNvSpPr>
            <a:spLocks noGrp="1"/>
          </p:cNvSpPr>
          <p:nvPr>
            <p:ph type="title"/>
          </p:nvPr>
        </p:nvSpPr>
        <p:spPr/>
        <p:txBody>
          <a:bodyPr/>
          <a:lstStyle/>
          <a:p>
            <a:r>
              <a:rPr lang="en-US" dirty="0"/>
              <a:t>2. </a:t>
            </a:r>
            <a:r>
              <a:rPr lang="en-US" dirty="0" err="1"/>
              <a:t>pthread_cond_wait</a:t>
            </a:r>
            <a:endParaRPr lang="en-US" dirty="0"/>
          </a:p>
        </p:txBody>
      </p:sp>
      <p:sp>
        <p:nvSpPr>
          <p:cNvPr id="4" name="Slide Number Placeholder 3">
            <a:extLst>
              <a:ext uri="{FF2B5EF4-FFF2-40B4-BE49-F238E27FC236}">
                <a16:creationId xmlns:a16="http://schemas.microsoft.com/office/drawing/2014/main" id="{C903FAE4-3A59-50C4-1BA6-A9AEC61D52CB}"/>
              </a:ext>
            </a:extLst>
          </p:cNvPr>
          <p:cNvSpPr>
            <a:spLocks noGrp="1"/>
          </p:cNvSpPr>
          <p:nvPr>
            <p:ph type="sldNum" sz="quarter" idx="2"/>
          </p:nvPr>
        </p:nvSpPr>
        <p:spPr>
          <a:xfrm>
            <a:off x="11686121" y="6400800"/>
            <a:ext cx="218008" cy="379591"/>
          </a:xfrm>
        </p:spPr>
        <p:txBody>
          <a:bodyPr/>
          <a:lstStyle/>
          <a:p>
            <a:pPr marL="0" marR="0" lvl="0" indent="0" algn="ctr" defTabSz="412750" rtl="0" eaLnBrk="1" fontAlgn="auto" latinLnBrk="0" hangingPunct="0">
              <a:lnSpc>
                <a:spcPct val="100000"/>
              </a:lnSpc>
              <a:spcBef>
                <a:spcPts val="0"/>
              </a:spcBef>
              <a:spcAft>
                <a:spcPts val="0"/>
              </a:spcAft>
              <a:buClrTx/>
              <a:buSzTx/>
              <a:buFontTx/>
              <a:buNone/>
              <a:tabLst/>
              <a:defRPr/>
            </a:pPr>
            <a:fld id="{86CB4B4D-7CA3-9044-876B-883B54F8677D}" type="slidenum">
              <a:rPr kumimoji="0" lang="en-US" sz="1800" b="0" i="0" u="none" strike="noStrike" kern="0" cap="none" spc="0" normalizeH="0" baseline="0" noProof="0">
                <a:ln>
                  <a:noFill/>
                </a:ln>
                <a:solidFill>
                  <a:srgbClr val="800080"/>
                </a:solidFill>
                <a:effectLst/>
                <a:uLnTx/>
                <a:uFillTx/>
                <a:latin typeface="Gill Sans MT" panose="020B0502020104020203" pitchFamily="34" charset="0"/>
                <a:cs typeface="Helvetica"/>
                <a:sym typeface="Helvetica"/>
              </a:rPr>
              <a:pPr marL="0" marR="0" lvl="0" indent="0" algn="ctr" defTabSz="412750" rtl="0" eaLnBrk="1" fontAlgn="auto" latinLnBrk="0" hangingPunct="0">
                <a:lnSpc>
                  <a:spcPct val="100000"/>
                </a:lnSpc>
                <a:spcBef>
                  <a:spcPts val="0"/>
                </a:spcBef>
                <a:spcAft>
                  <a:spcPts val="0"/>
                </a:spcAft>
                <a:buClrTx/>
                <a:buSzTx/>
                <a:buFontTx/>
                <a:buNone/>
                <a:tabLst/>
                <a:defRPr/>
              </a:pPr>
              <a:t>9</a:t>
            </a:fld>
            <a:endParaRPr kumimoji="0" lang="en-US" sz="1800" b="0" i="0" u="none" strike="noStrike" kern="0" cap="none" spc="0" normalizeH="0" baseline="0" noProof="0">
              <a:ln>
                <a:noFill/>
              </a:ln>
              <a:solidFill>
                <a:srgbClr val="800080"/>
              </a:solidFill>
              <a:effectLst/>
              <a:uLnTx/>
              <a:uFillTx/>
              <a:latin typeface="Gill Sans MT" panose="020B0502020104020203" pitchFamily="34" charset="0"/>
              <a:cs typeface="Helvetica"/>
              <a:sym typeface="Helvetica"/>
            </a:endParaRPr>
          </a:p>
        </p:txBody>
      </p:sp>
      <p:sp>
        <p:nvSpPr>
          <p:cNvPr id="8" name="文本占位符 7">
            <a:extLst>
              <a:ext uri="{FF2B5EF4-FFF2-40B4-BE49-F238E27FC236}">
                <a16:creationId xmlns:a16="http://schemas.microsoft.com/office/drawing/2014/main" id="{1D68554F-5AF8-7E1E-17A3-DE6F9E0E8871}"/>
              </a:ext>
            </a:extLst>
          </p:cNvPr>
          <p:cNvSpPr>
            <a:spLocks noGrp="1"/>
          </p:cNvSpPr>
          <p:nvPr>
            <p:ph type="body" idx="1"/>
          </p:nvPr>
        </p:nvSpPr>
        <p:spPr>
          <a:xfrm>
            <a:off x="844550" y="1229567"/>
            <a:ext cx="10502900" cy="693576"/>
          </a:xfrm>
        </p:spPr>
        <p:txBody>
          <a:bodyPr>
            <a:noAutofit/>
          </a:bodyPr>
          <a:lstStyle/>
          <a:p>
            <a:pPr>
              <a:buFont typeface="Wingdings" panose="05000000000000000000" pitchFamily="2" charset="2"/>
              <a:buChar char="Ø"/>
            </a:pPr>
            <a:r>
              <a:rPr lang="en-US" altLang="zh-CN" sz="2400" dirty="0"/>
              <a:t>Question: why a mutex will be passed into this function?</a:t>
            </a:r>
          </a:p>
        </p:txBody>
      </p:sp>
      <p:sp>
        <p:nvSpPr>
          <p:cNvPr id="19" name="文本框 18">
            <a:extLst>
              <a:ext uri="{FF2B5EF4-FFF2-40B4-BE49-F238E27FC236}">
                <a16:creationId xmlns:a16="http://schemas.microsoft.com/office/drawing/2014/main" id="{5CABB9FE-E2BB-4A06-2289-2E62E1541A6C}"/>
              </a:ext>
            </a:extLst>
          </p:cNvPr>
          <p:cNvSpPr txBox="1"/>
          <p:nvPr/>
        </p:nvSpPr>
        <p:spPr>
          <a:xfrm>
            <a:off x="844550" y="1980583"/>
            <a:ext cx="6096000" cy="461665"/>
          </a:xfrm>
          <a:prstGeom prst="rect">
            <a:avLst/>
          </a:prstGeom>
          <a:noFill/>
          <a:ln w="12700" cap="flat">
            <a:noFill/>
            <a:miter lim="400000"/>
          </a:ln>
          <a:effectLst/>
          <a:sp3d/>
        </p:spPr>
        <p:style>
          <a:lnRef idx="0">
            <a:scrgbClr r="0" g="0" b="0"/>
          </a:lnRef>
          <a:fillRef idx="0">
            <a:scrgbClr r="0" g="0" b="0"/>
          </a:fillRef>
          <a:effectRef idx="0">
            <a:scrgbClr r="0" g="0" b="0"/>
          </a:effectRef>
          <a:fontRef idx="none"/>
        </p:style>
        <p:txBody>
          <a:bodyPr wrap="square">
            <a:spAutoFit/>
          </a:bodyPr>
          <a:lstStyle/>
          <a:p>
            <a:pPr marL="289152" marR="0" lvl="0" indent="-289152" algn="l" defTabSz="412750" rtl="0" eaLnBrk="1" fontAlgn="auto" latinLnBrk="0" hangingPunct="1">
              <a:lnSpc>
                <a:spcPct val="100000"/>
              </a:lnSpc>
              <a:spcBef>
                <a:spcPts val="2950"/>
              </a:spcBef>
              <a:spcAft>
                <a:spcPts val="0"/>
              </a:spcAft>
              <a:buClrTx/>
              <a:buSzPct val="100000"/>
              <a:buFont typeface="Wingdings" panose="05000000000000000000" pitchFamily="2" charset="2"/>
              <a:buChar char="Ø"/>
              <a:tabLst/>
              <a:defRPr/>
            </a:pPr>
            <a:r>
              <a:rPr kumimoji="0" lang="en-US" altLang="zh-CN" sz="2400" b="0" i="0" u="none" strike="noStrike" kern="0" cap="none" spc="0" normalizeH="0" baseline="0" noProof="0" dirty="0">
                <a:ln>
                  <a:noFill/>
                </a:ln>
                <a:solidFill>
                  <a:srgbClr val="202020"/>
                </a:solidFill>
                <a:effectLst/>
                <a:uLnTx/>
                <a:uFillTx/>
                <a:latin typeface="Gill Sans MT" panose="020B0502020104020203" pitchFamily="34" charset="0"/>
                <a:cs typeface="Helvetica"/>
                <a:sym typeface="Helvetica"/>
              </a:rPr>
              <a:t>Let’s see what has been done inside:</a:t>
            </a:r>
            <a:endParaRPr lang="en-US" altLang="zh-CN" sz="2400" kern="0" dirty="0">
              <a:solidFill>
                <a:srgbClr val="202020"/>
              </a:solidFill>
              <a:latin typeface="Gill Sans MT" panose="020B0502020104020203" pitchFamily="34" charset="0"/>
              <a:cs typeface="Helvetica"/>
              <a:sym typeface="Helvetica"/>
            </a:endParaRPr>
          </a:p>
        </p:txBody>
      </p:sp>
      <p:sp>
        <p:nvSpPr>
          <p:cNvPr id="20" name="文本框 19">
            <a:extLst>
              <a:ext uri="{FF2B5EF4-FFF2-40B4-BE49-F238E27FC236}">
                <a16:creationId xmlns:a16="http://schemas.microsoft.com/office/drawing/2014/main" id="{3169D8BD-A06F-D6F6-ABD3-B05ED15363F3}"/>
              </a:ext>
            </a:extLst>
          </p:cNvPr>
          <p:cNvSpPr txBox="1"/>
          <p:nvPr/>
        </p:nvSpPr>
        <p:spPr>
          <a:xfrm>
            <a:off x="1262741" y="2690336"/>
            <a:ext cx="10084709" cy="2308324"/>
          </a:xfrm>
          <a:prstGeom prst="rect">
            <a:avLst/>
          </a:prstGeom>
          <a:noFill/>
          <a:ln w="12700" cap="flat">
            <a:solidFill>
              <a:schemeClr val="tx1"/>
            </a:solidFill>
            <a:miter lim="400000"/>
          </a:ln>
          <a:effectLst/>
          <a:sp3d/>
        </p:spPr>
        <p:style>
          <a:lnRef idx="0">
            <a:scrgbClr r="0" g="0" b="0"/>
          </a:lnRef>
          <a:fillRef idx="0">
            <a:scrgbClr r="0" g="0" b="0"/>
          </a:fillRef>
          <a:effectRef idx="0">
            <a:scrgbClr r="0" g="0" b="0"/>
          </a:effectRef>
          <a:fontRef idx="none"/>
        </p:style>
        <p:txBody>
          <a:bodyPr wrap="square">
            <a:spAutoFit/>
          </a:bodyPr>
          <a:lstStyle/>
          <a:p>
            <a:pPr algn="l"/>
            <a:r>
              <a:rPr lang="en-US" altLang="zh-CN" b="0" i="0" dirty="0" err="1">
                <a:solidFill>
                  <a:srgbClr val="5C5C5C"/>
                </a:solidFill>
                <a:effectLst/>
                <a:latin typeface="Consolas" panose="020B0609020204030204" pitchFamily="49" charset="0"/>
              </a:rPr>
              <a:t>pthread_cond_wait</a:t>
            </a:r>
            <a:r>
              <a:rPr lang="en-US" altLang="zh-CN" b="0" i="0" dirty="0">
                <a:solidFill>
                  <a:srgbClr val="5C5C5C"/>
                </a:solidFill>
                <a:effectLst/>
                <a:latin typeface="Consolas" panose="020B0609020204030204" pitchFamily="49" charset="0"/>
              </a:rPr>
              <a:t>(</a:t>
            </a:r>
            <a:r>
              <a:rPr lang="en-US" altLang="zh-CN" b="0" i="0" dirty="0" err="1">
                <a:solidFill>
                  <a:srgbClr val="A626A4"/>
                </a:solidFill>
                <a:effectLst/>
                <a:latin typeface="Consolas" panose="020B0609020204030204" pitchFamily="49" charset="0"/>
              </a:rPr>
              <a:t>pthread_cond_t</a:t>
            </a:r>
            <a:r>
              <a:rPr lang="en-US" altLang="zh-CN" b="0" i="0" dirty="0">
                <a:solidFill>
                  <a:srgbClr val="5C5C5C"/>
                </a:solidFill>
                <a:effectLst/>
                <a:latin typeface="Consolas" panose="020B0609020204030204" pitchFamily="49" charset="0"/>
              </a:rPr>
              <a:t>* C, </a:t>
            </a:r>
            <a:r>
              <a:rPr lang="en-US" altLang="zh-CN" b="0" i="0" dirty="0" err="1">
                <a:solidFill>
                  <a:srgbClr val="A626A4"/>
                </a:solidFill>
                <a:effectLst/>
                <a:latin typeface="Consolas" panose="020B0609020204030204" pitchFamily="49" charset="0"/>
              </a:rPr>
              <a:t>pthread_mutex_t</a:t>
            </a:r>
            <a:r>
              <a:rPr lang="en-US" altLang="zh-CN" b="0" i="0" dirty="0">
                <a:solidFill>
                  <a:srgbClr val="5C5C5C"/>
                </a:solidFill>
                <a:effectLst/>
                <a:latin typeface="Consolas" panose="020B0609020204030204" pitchFamily="49" charset="0"/>
              </a:rPr>
              <a:t>* M)</a:t>
            </a:r>
          </a:p>
          <a:p>
            <a:pPr algn="l"/>
            <a:r>
              <a:rPr lang="en-US" altLang="zh-CN" b="0" i="0" dirty="0">
                <a:solidFill>
                  <a:srgbClr val="5C5C5C"/>
                </a:solidFill>
                <a:effectLst/>
                <a:latin typeface="Consolas" panose="020B0609020204030204" pitchFamily="49" charset="0"/>
              </a:rPr>
              <a:t>{</a:t>
            </a:r>
          </a:p>
          <a:p>
            <a:pPr algn="l"/>
            <a:r>
              <a:rPr lang="en-US" altLang="zh-CN" b="0" i="0" dirty="0">
                <a:solidFill>
                  <a:srgbClr val="5C5C5C"/>
                </a:solidFill>
                <a:effectLst/>
                <a:latin typeface="Consolas" panose="020B0609020204030204" pitchFamily="49" charset="0"/>
              </a:rPr>
              <a:t>    &lt;put </a:t>
            </a:r>
            <a:r>
              <a:rPr lang="en-US" altLang="zh-CN" dirty="0">
                <a:solidFill>
                  <a:srgbClr val="5C5C5C"/>
                </a:solidFill>
                <a:latin typeface="Consolas" panose="020B0609020204030204" pitchFamily="49" charset="0"/>
              </a:rPr>
              <a:t>this</a:t>
            </a:r>
            <a:r>
              <a:rPr lang="en-US" altLang="zh-CN" b="0" i="0" dirty="0">
                <a:solidFill>
                  <a:srgbClr val="5C5C5C"/>
                </a:solidFill>
                <a:effectLst/>
                <a:latin typeface="Consolas" panose="020B0609020204030204" pitchFamily="49" charset="0"/>
              </a:rPr>
              <a:t> thread into wakeup </a:t>
            </a:r>
            <a:r>
              <a:rPr lang="en-US" altLang="zh-CN" dirty="0">
                <a:solidFill>
                  <a:srgbClr val="5C5C5C"/>
                </a:solidFill>
                <a:latin typeface="Consolas" panose="020B0609020204030204" pitchFamily="49" charset="0"/>
              </a:rPr>
              <a:t>queue</a:t>
            </a:r>
            <a:r>
              <a:rPr lang="en-US" altLang="zh-CN" b="0" i="0" dirty="0">
                <a:solidFill>
                  <a:srgbClr val="5C5C5C"/>
                </a:solidFill>
                <a:effectLst/>
                <a:latin typeface="Consolas" panose="020B0609020204030204" pitchFamily="49" charset="0"/>
              </a:rPr>
              <a:t> of </a:t>
            </a:r>
            <a:r>
              <a:rPr lang="en-US" altLang="zh-CN" b="0" i="0" dirty="0" err="1">
                <a:solidFill>
                  <a:srgbClr val="5C5C5C"/>
                </a:solidFill>
                <a:effectLst/>
                <a:latin typeface="Consolas" panose="020B0609020204030204" pitchFamily="49" charset="0"/>
              </a:rPr>
              <a:t>condtion</a:t>
            </a:r>
            <a:r>
              <a:rPr lang="en-US" altLang="zh-CN" b="0" i="0" dirty="0">
                <a:solidFill>
                  <a:srgbClr val="5C5C5C"/>
                </a:solidFill>
                <a:effectLst/>
                <a:latin typeface="Consolas" panose="020B0609020204030204" pitchFamily="49" charset="0"/>
              </a:rPr>
              <a:t> var C.&gt;</a:t>
            </a:r>
          </a:p>
          <a:p>
            <a:pPr algn="l"/>
            <a:r>
              <a:rPr lang="en-US" altLang="zh-CN" b="0" i="0" dirty="0">
                <a:solidFill>
                  <a:srgbClr val="5C5C5C"/>
                </a:solidFill>
                <a:effectLst/>
                <a:latin typeface="Consolas" panose="020B0609020204030204" pitchFamily="49" charset="0"/>
              </a:rPr>
              <a:t>    </a:t>
            </a:r>
            <a:r>
              <a:rPr lang="en-US" altLang="zh-CN" b="0" i="0" dirty="0" err="1">
                <a:solidFill>
                  <a:srgbClr val="5C5C5C"/>
                </a:solidFill>
                <a:effectLst/>
                <a:latin typeface="Consolas" panose="020B0609020204030204" pitchFamily="49" charset="0"/>
              </a:rPr>
              <a:t>pthread_mutex_unlock</a:t>
            </a:r>
            <a:r>
              <a:rPr lang="en-US" altLang="zh-CN" b="0" i="0" dirty="0">
                <a:solidFill>
                  <a:srgbClr val="5C5C5C"/>
                </a:solidFill>
                <a:effectLst/>
                <a:latin typeface="Consolas" panose="020B0609020204030204" pitchFamily="49" charset="0"/>
              </a:rPr>
              <a:t>(M);</a:t>
            </a:r>
          </a:p>
          <a:p>
            <a:pPr algn="l"/>
            <a:r>
              <a:rPr lang="en-US" altLang="zh-CN" b="0" i="0" dirty="0">
                <a:solidFill>
                  <a:srgbClr val="5C5C5C"/>
                </a:solidFill>
                <a:effectLst/>
                <a:latin typeface="Consolas" panose="020B0609020204030204" pitchFamily="49" charset="0"/>
              </a:rPr>
              <a:t>    sleep();</a:t>
            </a:r>
          </a:p>
          <a:p>
            <a:pPr algn="l"/>
            <a:r>
              <a:rPr lang="en-US" altLang="zh-CN" b="0" i="0" dirty="0">
                <a:solidFill>
                  <a:srgbClr val="5C5C5C"/>
                </a:solidFill>
                <a:effectLst/>
                <a:latin typeface="Consolas" panose="020B0609020204030204" pitchFamily="49" charset="0"/>
              </a:rPr>
              <a:t>    </a:t>
            </a:r>
            <a:r>
              <a:rPr lang="en-US" altLang="zh-CN" b="0" i="0" dirty="0" err="1">
                <a:solidFill>
                  <a:srgbClr val="5C5C5C"/>
                </a:solidFill>
                <a:effectLst/>
                <a:latin typeface="Consolas" panose="020B0609020204030204" pitchFamily="49" charset="0"/>
              </a:rPr>
              <a:t>pthread_mutex_lock</a:t>
            </a:r>
            <a:r>
              <a:rPr lang="en-US" altLang="zh-CN" b="0" i="0" dirty="0">
                <a:solidFill>
                  <a:srgbClr val="5C5C5C"/>
                </a:solidFill>
                <a:effectLst/>
                <a:latin typeface="Consolas" panose="020B0609020204030204" pitchFamily="49" charset="0"/>
              </a:rPr>
              <a:t>(M);</a:t>
            </a:r>
          </a:p>
          <a:p>
            <a:pPr algn="l"/>
            <a:r>
              <a:rPr lang="en-US" altLang="zh-CN" b="0" i="0" dirty="0">
                <a:solidFill>
                  <a:srgbClr val="5C5C5C"/>
                </a:solidFill>
                <a:effectLst/>
                <a:latin typeface="Consolas" panose="020B0609020204030204" pitchFamily="49" charset="0"/>
              </a:rPr>
              <a:t>    &lt;take </a:t>
            </a:r>
            <a:r>
              <a:rPr lang="en-US" altLang="zh-CN" dirty="0">
                <a:solidFill>
                  <a:srgbClr val="5C5C5C"/>
                </a:solidFill>
                <a:latin typeface="Consolas" panose="020B0609020204030204" pitchFamily="49" charset="0"/>
              </a:rPr>
              <a:t>this</a:t>
            </a:r>
            <a:r>
              <a:rPr lang="en-US" altLang="zh-CN" b="0" i="0" dirty="0">
                <a:solidFill>
                  <a:srgbClr val="5C5C5C"/>
                </a:solidFill>
                <a:effectLst/>
                <a:latin typeface="Consolas" panose="020B0609020204030204" pitchFamily="49" charset="0"/>
              </a:rPr>
              <a:t> thread out of wakeup </a:t>
            </a:r>
            <a:r>
              <a:rPr lang="en-US" altLang="zh-CN" dirty="0">
                <a:solidFill>
                  <a:srgbClr val="5C5C5C"/>
                </a:solidFill>
                <a:latin typeface="Consolas" panose="020B0609020204030204" pitchFamily="49" charset="0"/>
              </a:rPr>
              <a:t>queue</a:t>
            </a:r>
            <a:r>
              <a:rPr lang="en-US" altLang="zh-CN" b="0" i="0" dirty="0">
                <a:solidFill>
                  <a:srgbClr val="5C5C5C"/>
                </a:solidFill>
                <a:effectLst/>
                <a:latin typeface="Consolas" panose="020B0609020204030204" pitchFamily="49" charset="0"/>
              </a:rPr>
              <a:t> of condition var C.&gt;</a:t>
            </a:r>
          </a:p>
          <a:p>
            <a:pPr algn="l"/>
            <a:r>
              <a:rPr lang="en-US" altLang="zh-CN" b="0" i="0" dirty="0">
                <a:solidFill>
                  <a:srgbClr val="5C5C5C"/>
                </a:solidFill>
                <a:effectLst/>
                <a:latin typeface="Consolas" panose="020B0609020204030204" pitchFamily="49" charset="0"/>
              </a:rPr>
              <a:t>}</a:t>
            </a:r>
          </a:p>
        </p:txBody>
      </p:sp>
    </p:spTree>
    <p:extLst>
      <p:ext uri="{BB962C8B-B14F-4D97-AF65-F5344CB8AC3E}">
        <p14:creationId xmlns:p14="http://schemas.microsoft.com/office/powerpoint/2010/main" val="2107550131"/>
      </p:ext>
    </p:extLst>
  </p:cSld>
  <p:clrMapOvr>
    <a:masterClrMapping/>
  </p:clrMapOvr>
  <p:transition spd="med"/>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2715A2E-656D-EC5D-FDE7-230488526EFC}"/>
              </a:ext>
            </a:extLst>
          </p:cNvPr>
          <p:cNvSpPr>
            <a:spLocks noGrp="1"/>
          </p:cNvSpPr>
          <p:nvPr>
            <p:ph type="title"/>
          </p:nvPr>
        </p:nvSpPr>
        <p:spPr/>
        <p:txBody>
          <a:bodyPr/>
          <a:lstStyle/>
          <a:p>
            <a:r>
              <a:rPr lang="en-US" dirty="0"/>
              <a:t>3. </a:t>
            </a:r>
            <a:r>
              <a:rPr lang="en-US" dirty="0" err="1"/>
              <a:t>pthread_cond_signal</a:t>
            </a:r>
            <a:endParaRPr lang="en-US" dirty="0"/>
          </a:p>
        </p:txBody>
      </p:sp>
      <p:sp>
        <p:nvSpPr>
          <p:cNvPr id="4" name="Slide Number Placeholder 3">
            <a:extLst>
              <a:ext uri="{FF2B5EF4-FFF2-40B4-BE49-F238E27FC236}">
                <a16:creationId xmlns:a16="http://schemas.microsoft.com/office/drawing/2014/main" id="{C903FAE4-3A59-50C4-1BA6-A9AEC61D52CB}"/>
              </a:ext>
            </a:extLst>
          </p:cNvPr>
          <p:cNvSpPr>
            <a:spLocks noGrp="1"/>
          </p:cNvSpPr>
          <p:nvPr>
            <p:ph type="sldNum" sz="quarter" idx="2"/>
          </p:nvPr>
        </p:nvSpPr>
        <p:spPr>
          <a:xfrm>
            <a:off x="11686121" y="6400800"/>
            <a:ext cx="218008" cy="379591"/>
          </a:xfrm>
        </p:spPr>
        <p:txBody>
          <a:bodyPr/>
          <a:lstStyle/>
          <a:p>
            <a:pPr marL="0" marR="0" lvl="0" indent="0" algn="ctr" defTabSz="412750" rtl="0" eaLnBrk="1" fontAlgn="auto" latinLnBrk="0" hangingPunct="0">
              <a:lnSpc>
                <a:spcPct val="100000"/>
              </a:lnSpc>
              <a:spcBef>
                <a:spcPts val="0"/>
              </a:spcBef>
              <a:spcAft>
                <a:spcPts val="0"/>
              </a:spcAft>
              <a:buClrTx/>
              <a:buSzTx/>
              <a:buFontTx/>
              <a:buNone/>
              <a:tabLst/>
              <a:defRPr/>
            </a:pPr>
            <a:fld id="{86CB4B4D-7CA3-9044-876B-883B54F8677D}" type="slidenum">
              <a:rPr kumimoji="0" lang="en-US" sz="1800" b="0" i="0" u="none" strike="noStrike" kern="0" cap="none" spc="0" normalizeH="0" baseline="0" noProof="0">
                <a:ln>
                  <a:noFill/>
                </a:ln>
                <a:solidFill>
                  <a:srgbClr val="800080"/>
                </a:solidFill>
                <a:effectLst/>
                <a:uLnTx/>
                <a:uFillTx/>
                <a:latin typeface="Gill Sans MT" panose="020B0502020104020203" pitchFamily="34" charset="0"/>
                <a:cs typeface="Helvetica"/>
                <a:sym typeface="Helvetica"/>
              </a:rPr>
              <a:pPr marL="0" marR="0" lvl="0" indent="0" algn="ctr" defTabSz="412750" rtl="0" eaLnBrk="1" fontAlgn="auto" latinLnBrk="0" hangingPunct="0">
                <a:lnSpc>
                  <a:spcPct val="100000"/>
                </a:lnSpc>
                <a:spcBef>
                  <a:spcPts val="0"/>
                </a:spcBef>
                <a:spcAft>
                  <a:spcPts val="0"/>
                </a:spcAft>
                <a:buClrTx/>
                <a:buSzTx/>
                <a:buFontTx/>
                <a:buNone/>
                <a:tabLst/>
                <a:defRPr/>
              </a:pPr>
              <a:t>10</a:t>
            </a:fld>
            <a:endParaRPr kumimoji="0" lang="en-US" sz="1800" b="0" i="0" u="none" strike="noStrike" kern="0" cap="none" spc="0" normalizeH="0" baseline="0" noProof="0">
              <a:ln>
                <a:noFill/>
              </a:ln>
              <a:solidFill>
                <a:srgbClr val="800080"/>
              </a:solidFill>
              <a:effectLst/>
              <a:uLnTx/>
              <a:uFillTx/>
              <a:latin typeface="Gill Sans MT" panose="020B0502020104020203" pitchFamily="34" charset="0"/>
              <a:cs typeface="Helvetica"/>
              <a:sym typeface="Helvetica"/>
            </a:endParaRPr>
          </a:p>
        </p:txBody>
      </p:sp>
      <p:sp>
        <p:nvSpPr>
          <p:cNvPr id="8" name="文本占位符 7">
            <a:extLst>
              <a:ext uri="{FF2B5EF4-FFF2-40B4-BE49-F238E27FC236}">
                <a16:creationId xmlns:a16="http://schemas.microsoft.com/office/drawing/2014/main" id="{1D68554F-5AF8-7E1E-17A3-DE6F9E0E8871}"/>
              </a:ext>
            </a:extLst>
          </p:cNvPr>
          <p:cNvSpPr>
            <a:spLocks noGrp="1"/>
          </p:cNvSpPr>
          <p:nvPr>
            <p:ph type="body" idx="1"/>
          </p:nvPr>
        </p:nvSpPr>
        <p:spPr>
          <a:xfrm>
            <a:off x="844550" y="1229567"/>
            <a:ext cx="10502900" cy="693576"/>
          </a:xfrm>
        </p:spPr>
        <p:txBody>
          <a:bodyPr>
            <a:normAutofit/>
          </a:bodyPr>
          <a:lstStyle/>
          <a:p>
            <a:pPr>
              <a:buFont typeface="Wingdings" panose="05000000000000000000" pitchFamily="2" charset="2"/>
              <a:buChar char="Ø"/>
            </a:pPr>
            <a:r>
              <a:rPr lang="en-US" altLang="zh-CN" sz="2400" dirty="0"/>
              <a:t>Purpose: wake up one thread waiting on a condition variable.</a:t>
            </a:r>
          </a:p>
        </p:txBody>
      </p:sp>
      <p:sp>
        <p:nvSpPr>
          <p:cNvPr id="13" name="文本框 12">
            <a:extLst>
              <a:ext uri="{FF2B5EF4-FFF2-40B4-BE49-F238E27FC236}">
                <a16:creationId xmlns:a16="http://schemas.microsoft.com/office/drawing/2014/main" id="{ED25030F-4FDC-B91B-5C28-8CD4A7CDFC47}"/>
              </a:ext>
            </a:extLst>
          </p:cNvPr>
          <p:cNvSpPr txBox="1"/>
          <p:nvPr/>
        </p:nvSpPr>
        <p:spPr>
          <a:xfrm>
            <a:off x="844550" y="1754653"/>
            <a:ext cx="6096000" cy="461665"/>
          </a:xfrm>
          <a:prstGeom prst="rect">
            <a:avLst/>
          </a:prstGeom>
          <a:noFill/>
          <a:ln w="12700" cap="flat">
            <a:noFill/>
            <a:miter lim="400000"/>
          </a:ln>
          <a:effectLst/>
          <a:sp3d/>
        </p:spPr>
        <p:style>
          <a:lnRef idx="0">
            <a:scrgbClr r="0" g="0" b="0"/>
          </a:lnRef>
          <a:fillRef idx="0">
            <a:scrgbClr r="0" g="0" b="0"/>
          </a:fillRef>
          <a:effectRef idx="0">
            <a:scrgbClr r="0" g="0" b="0"/>
          </a:effectRef>
          <a:fontRef idx="none"/>
        </p:style>
        <p:txBody>
          <a:bodyPr wrap="square">
            <a:spAutoFit/>
          </a:bodyPr>
          <a:lstStyle/>
          <a:p>
            <a:pPr marL="289152" marR="0" lvl="0" indent="-289152" algn="l" defTabSz="412750" rtl="0" eaLnBrk="1" fontAlgn="auto" latinLnBrk="0" hangingPunct="1">
              <a:lnSpc>
                <a:spcPct val="100000"/>
              </a:lnSpc>
              <a:spcBef>
                <a:spcPts val="2950"/>
              </a:spcBef>
              <a:spcAft>
                <a:spcPts val="0"/>
              </a:spcAft>
              <a:buClrTx/>
              <a:buSzPct val="100000"/>
              <a:buFont typeface="Wingdings" panose="05000000000000000000" pitchFamily="2" charset="2"/>
              <a:buChar char="Ø"/>
              <a:tabLst/>
              <a:defRPr/>
            </a:pPr>
            <a:r>
              <a:rPr kumimoji="0" lang="en-US" altLang="zh-CN" sz="2400" b="0" i="0" u="none" strike="noStrike" kern="0" cap="none" spc="0" normalizeH="0" baseline="0" noProof="0" dirty="0">
                <a:ln>
                  <a:noFill/>
                </a:ln>
                <a:solidFill>
                  <a:srgbClr val="202020"/>
                </a:solidFill>
                <a:effectLst/>
                <a:uLnTx/>
                <a:uFillTx/>
                <a:latin typeface="Gill Sans MT" panose="020B0502020104020203" pitchFamily="34" charset="0"/>
                <a:cs typeface="Helvetica"/>
                <a:sym typeface="Helvetica"/>
              </a:rPr>
              <a:t>Syntax:</a:t>
            </a:r>
            <a:endParaRPr kumimoji="0" lang="zh-CN" altLang="en-US" sz="2400" b="0" i="0" u="none" strike="noStrike" kern="0" cap="none" spc="0" normalizeH="0" baseline="0" noProof="0" dirty="0">
              <a:ln>
                <a:noFill/>
              </a:ln>
              <a:solidFill>
                <a:srgbClr val="202020"/>
              </a:solidFill>
              <a:effectLst/>
              <a:uLnTx/>
              <a:uFillTx/>
              <a:latin typeface="Gill Sans MT" panose="020B0502020104020203" pitchFamily="34" charset="0"/>
              <a:cs typeface="Helvetica"/>
              <a:sym typeface="Helvetica"/>
            </a:endParaRPr>
          </a:p>
        </p:txBody>
      </p:sp>
      <p:sp>
        <p:nvSpPr>
          <p:cNvPr id="17" name="文本框 16">
            <a:extLst>
              <a:ext uri="{FF2B5EF4-FFF2-40B4-BE49-F238E27FC236}">
                <a16:creationId xmlns:a16="http://schemas.microsoft.com/office/drawing/2014/main" id="{6581B964-F4DA-382E-A5CC-2C7FCE505809}"/>
              </a:ext>
            </a:extLst>
          </p:cNvPr>
          <p:cNvSpPr txBox="1"/>
          <p:nvPr/>
        </p:nvSpPr>
        <p:spPr>
          <a:xfrm>
            <a:off x="1262740" y="2282953"/>
            <a:ext cx="10084709" cy="369332"/>
          </a:xfrm>
          <a:prstGeom prst="rect">
            <a:avLst/>
          </a:prstGeom>
          <a:noFill/>
          <a:ln w="12700" cap="flat">
            <a:solidFill>
              <a:schemeClr val="tx1"/>
            </a:solidFill>
            <a:miter lim="400000"/>
          </a:ln>
          <a:effectLst/>
          <a:sp3d/>
        </p:spPr>
        <p:style>
          <a:lnRef idx="0">
            <a:scrgbClr r="0" g="0" b="0"/>
          </a:lnRef>
          <a:fillRef idx="0">
            <a:scrgbClr r="0" g="0" b="0"/>
          </a:fillRef>
          <a:effectRef idx="0">
            <a:scrgbClr r="0" g="0" b="0"/>
          </a:effectRef>
          <a:fontRef idx="none"/>
        </p:style>
        <p:txBody>
          <a:bodyPr wrap="square">
            <a:spAutoFit/>
          </a:bodyPr>
          <a:lstStyle/>
          <a:p>
            <a:pPr algn="l"/>
            <a:r>
              <a:rPr lang="en-US" altLang="zh-CN" b="0" i="0" dirty="0">
                <a:solidFill>
                  <a:srgbClr val="A626A4"/>
                </a:solidFill>
                <a:effectLst/>
                <a:latin typeface="Consolas" panose="020B0609020204030204" pitchFamily="49" charset="0"/>
              </a:rPr>
              <a:t>int</a:t>
            </a:r>
            <a:r>
              <a:rPr lang="en-US" altLang="zh-CN" b="0" i="0" dirty="0">
                <a:solidFill>
                  <a:srgbClr val="5C5C5C"/>
                </a:solidFill>
                <a:effectLst/>
                <a:latin typeface="Consolas" panose="020B0609020204030204" pitchFamily="49" charset="0"/>
              </a:rPr>
              <a:t> </a:t>
            </a:r>
            <a:r>
              <a:rPr lang="en-US" altLang="zh-CN" b="0" i="0" dirty="0" err="1">
                <a:solidFill>
                  <a:srgbClr val="4078F2"/>
                </a:solidFill>
                <a:effectLst/>
                <a:latin typeface="Consolas" panose="020B0609020204030204" pitchFamily="49" charset="0"/>
              </a:rPr>
              <a:t>pthread_cond_signal</a:t>
            </a:r>
            <a:r>
              <a:rPr lang="en-US" altLang="zh-CN" b="0" i="0" dirty="0">
                <a:solidFill>
                  <a:srgbClr val="5C5C5C"/>
                </a:solidFill>
                <a:effectLst/>
                <a:latin typeface="Consolas" panose="020B0609020204030204" pitchFamily="49" charset="0"/>
              </a:rPr>
              <a:t>(</a:t>
            </a:r>
            <a:r>
              <a:rPr lang="en-US" altLang="zh-CN" b="0" i="0" dirty="0" err="1">
                <a:solidFill>
                  <a:srgbClr val="A626A4"/>
                </a:solidFill>
                <a:effectLst/>
                <a:latin typeface="Consolas" panose="020B0609020204030204" pitchFamily="49" charset="0"/>
              </a:rPr>
              <a:t>pthread_cond_t</a:t>
            </a:r>
            <a:r>
              <a:rPr lang="en-US" altLang="zh-CN" b="0" i="0" dirty="0">
                <a:solidFill>
                  <a:srgbClr val="5C5C5C"/>
                </a:solidFill>
                <a:effectLst/>
                <a:latin typeface="Consolas" panose="020B0609020204030204" pitchFamily="49" charset="0"/>
              </a:rPr>
              <a:t> *</a:t>
            </a:r>
            <a:r>
              <a:rPr lang="en-US" altLang="zh-CN" b="0" i="0" dirty="0" err="1">
                <a:solidFill>
                  <a:srgbClr val="5C5C5C"/>
                </a:solidFill>
                <a:effectLst/>
                <a:latin typeface="Consolas" panose="020B0609020204030204" pitchFamily="49" charset="0"/>
              </a:rPr>
              <a:t>cond</a:t>
            </a:r>
            <a:r>
              <a:rPr lang="en-US" altLang="zh-CN" b="0" i="0" dirty="0">
                <a:solidFill>
                  <a:srgbClr val="5C5C5C"/>
                </a:solidFill>
                <a:effectLst/>
                <a:latin typeface="Consolas" panose="020B0609020204030204" pitchFamily="49" charset="0"/>
              </a:rPr>
              <a:t>);</a:t>
            </a:r>
          </a:p>
        </p:txBody>
      </p:sp>
      <p:sp>
        <p:nvSpPr>
          <p:cNvPr id="18" name="Rectangle 2">
            <a:extLst>
              <a:ext uri="{FF2B5EF4-FFF2-40B4-BE49-F238E27FC236}">
                <a16:creationId xmlns:a16="http://schemas.microsoft.com/office/drawing/2014/main" id="{A18B1B3D-31B5-29E2-CF84-EA37A5C3394F}"/>
              </a:ext>
            </a:extLst>
          </p:cNvPr>
          <p:cNvSpPr>
            <a:spLocks noChangeArrowheads="1"/>
          </p:cNvSpPr>
          <p:nvPr/>
        </p:nvSpPr>
        <p:spPr bwMode="auto">
          <a:xfrm>
            <a:off x="844550" y="2879903"/>
            <a:ext cx="10084709" cy="738664"/>
          </a:xfrm>
          <a:prstGeom prst="rect">
            <a:avLst/>
          </a:prstGeom>
          <a:noFill/>
          <a:ln>
            <a:noFill/>
          </a:ln>
          <a:effectLst/>
        </p:spPr>
        <p:txBody>
          <a:bodyPr vert="horz" wrap="square" lIns="91440" tIns="45720" rIns="91440" bIns="45720" numCol="1" anchor="ctr" anchorCtr="0" compatLnSpc="1">
            <a:prstTxWarp prst="textNoShape">
              <a:avLst/>
            </a:prstTxWarp>
            <a:spAutoFit/>
          </a:bodyPr>
          <a:lstStyle/>
          <a:p>
            <a:pPr marL="342900" marR="0" lvl="0" indent="-342900" algn="l" defTabSz="914400" rtl="0" eaLnBrk="0" fontAlgn="t" latinLnBrk="0" hangingPunct="0">
              <a:lnSpc>
                <a:spcPct val="100000"/>
              </a:lnSpc>
              <a:spcBef>
                <a:spcPct val="0"/>
              </a:spcBef>
              <a:spcAft>
                <a:spcPct val="0"/>
              </a:spcAft>
              <a:buClrTx/>
              <a:buSzTx/>
              <a:buFont typeface="Wingdings" panose="05000000000000000000" pitchFamily="2" charset="2"/>
              <a:buChar char="Ø"/>
              <a:tabLst/>
            </a:pPr>
            <a:r>
              <a:rPr lang="zh-CN" altLang="zh-CN" sz="2400" kern="0" dirty="0">
                <a:solidFill>
                  <a:srgbClr val="202020"/>
                </a:solidFill>
                <a:latin typeface="Gill Sans MT" panose="020B0502020104020203" pitchFamily="34" charset="0"/>
                <a:cs typeface="Helvetica"/>
              </a:rPr>
              <a:t>Parameters:</a:t>
            </a:r>
            <a:endParaRPr lang="zh-CN" altLang="zh-CN" kern="0" dirty="0">
              <a:solidFill>
                <a:srgbClr val="202020"/>
              </a:solidFill>
              <a:latin typeface="Gill Sans MT" panose="020B0502020104020203" pitchFamily="34" charset="0"/>
              <a:cs typeface="Helvetica"/>
            </a:endParaRPr>
          </a:p>
          <a:p>
            <a:pPr marL="457200" marR="0" lvl="1" indent="0" algn="l" defTabSz="914400" rtl="0" eaLnBrk="0" fontAlgn="base" latinLnBrk="0" hangingPunct="0">
              <a:lnSpc>
                <a:spcPct val="100000"/>
              </a:lnSpc>
              <a:spcBef>
                <a:spcPct val="0"/>
              </a:spcBef>
              <a:spcAft>
                <a:spcPct val="0"/>
              </a:spcAft>
              <a:buClrTx/>
              <a:buSzTx/>
              <a:buFontTx/>
              <a:buChar char="•"/>
              <a:tabLst/>
            </a:pPr>
            <a:r>
              <a:rPr lang="en-US" altLang="zh-CN" kern="0" dirty="0">
                <a:solidFill>
                  <a:srgbClr val="202020"/>
                </a:solidFill>
                <a:latin typeface="Gill Sans MT" panose="020B0502020104020203" pitchFamily="34" charset="0"/>
                <a:cs typeface="Helvetica"/>
              </a:rPr>
              <a:t> </a:t>
            </a:r>
            <a:r>
              <a:rPr lang="en-US" altLang="zh-CN" kern="0" dirty="0" err="1">
                <a:solidFill>
                  <a:srgbClr val="C00000"/>
                </a:solidFill>
                <a:latin typeface="Gill Sans MT" panose="020B0502020104020203" pitchFamily="34" charset="0"/>
                <a:cs typeface="Helvetica"/>
              </a:rPr>
              <a:t>cond</a:t>
            </a:r>
            <a:r>
              <a:rPr lang="en-US" altLang="zh-CN" kern="0" dirty="0">
                <a:solidFill>
                  <a:srgbClr val="C00000"/>
                </a:solidFill>
                <a:latin typeface="Gill Sans MT" panose="020B0502020104020203" pitchFamily="34" charset="0"/>
                <a:cs typeface="Helvetica"/>
              </a:rPr>
              <a:t>: </a:t>
            </a:r>
            <a:r>
              <a:rPr lang="en-US" altLang="zh-CN" kern="0" dirty="0">
                <a:solidFill>
                  <a:schemeClr val="tx1">
                    <a:lumMod val="50000"/>
                  </a:schemeClr>
                </a:solidFill>
                <a:latin typeface="Gill Sans MT" panose="020B0502020104020203" pitchFamily="34" charset="0"/>
                <a:cs typeface="Helvetica"/>
              </a:rPr>
              <a:t>pointer to the condition variable.</a:t>
            </a:r>
            <a:endParaRPr lang="zh-CN" altLang="en-US" kern="0" dirty="0">
              <a:solidFill>
                <a:schemeClr val="tx1">
                  <a:lumMod val="50000"/>
                </a:schemeClr>
              </a:solidFill>
              <a:latin typeface="Gill Sans MT" panose="020B0502020104020203" pitchFamily="34" charset="0"/>
              <a:cs typeface="Helvetica"/>
            </a:endParaRPr>
          </a:p>
        </p:txBody>
      </p:sp>
      <p:sp>
        <p:nvSpPr>
          <p:cNvPr id="19" name="文本框 18">
            <a:extLst>
              <a:ext uri="{FF2B5EF4-FFF2-40B4-BE49-F238E27FC236}">
                <a16:creationId xmlns:a16="http://schemas.microsoft.com/office/drawing/2014/main" id="{5CABB9FE-E2BB-4A06-2289-2E62E1541A6C}"/>
              </a:ext>
            </a:extLst>
          </p:cNvPr>
          <p:cNvSpPr txBox="1"/>
          <p:nvPr/>
        </p:nvSpPr>
        <p:spPr>
          <a:xfrm>
            <a:off x="844550" y="3757067"/>
            <a:ext cx="6096000" cy="461665"/>
          </a:xfrm>
          <a:prstGeom prst="rect">
            <a:avLst/>
          </a:prstGeom>
          <a:noFill/>
          <a:ln w="12700" cap="flat">
            <a:noFill/>
            <a:miter lim="400000"/>
          </a:ln>
          <a:effectLst/>
          <a:sp3d/>
        </p:spPr>
        <p:style>
          <a:lnRef idx="0">
            <a:scrgbClr r="0" g="0" b="0"/>
          </a:lnRef>
          <a:fillRef idx="0">
            <a:scrgbClr r="0" g="0" b="0"/>
          </a:fillRef>
          <a:effectRef idx="0">
            <a:scrgbClr r="0" g="0" b="0"/>
          </a:effectRef>
          <a:fontRef idx="none"/>
        </p:style>
        <p:txBody>
          <a:bodyPr wrap="square">
            <a:spAutoFit/>
          </a:bodyPr>
          <a:lstStyle/>
          <a:p>
            <a:pPr marL="289152" marR="0" lvl="0" indent="-289152" algn="l" defTabSz="412750" rtl="0" eaLnBrk="1" fontAlgn="auto" latinLnBrk="0" hangingPunct="1">
              <a:lnSpc>
                <a:spcPct val="100000"/>
              </a:lnSpc>
              <a:spcBef>
                <a:spcPts val="2950"/>
              </a:spcBef>
              <a:spcAft>
                <a:spcPts val="0"/>
              </a:spcAft>
              <a:buClrTx/>
              <a:buSzPct val="100000"/>
              <a:buFont typeface="Wingdings" panose="05000000000000000000" pitchFamily="2" charset="2"/>
              <a:buChar char="Ø"/>
              <a:tabLst/>
              <a:defRPr/>
            </a:pPr>
            <a:r>
              <a:rPr kumimoji="0" lang="en-US" altLang="zh-CN" sz="2400" b="0" i="0" u="none" strike="noStrike" kern="0" cap="none" spc="0" normalizeH="0" baseline="0" noProof="0" dirty="0">
                <a:ln>
                  <a:noFill/>
                </a:ln>
                <a:solidFill>
                  <a:srgbClr val="202020"/>
                </a:solidFill>
                <a:effectLst/>
                <a:uLnTx/>
                <a:uFillTx/>
                <a:latin typeface="Gill Sans MT" panose="020B0502020104020203" pitchFamily="34" charset="0"/>
                <a:cs typeface="Helvetica"/>
                <a:sym typeface="Helvetica"/>
              </a:rPr>
              <a:t>Example:</a:t>
            </a:r>
            <a:endParaRPr lang="en-US" altLang="zh-CN" sz="2400" kern="0" dirty="0">
              <a:solidFill>
                <a:srgbClr val="202020"/>
              </a:solidFill>
              <a:latin typeface="Gill Sans MT" panose="020B0502020104020203" pitchFamily="34" charset="0"/>
              <a:cs typeface="Helvetica"/>
              <a:sym typeface="Helvetica"/>
            </a:endParaRPr>
          </a:p>
        </p:txBody>
      </p:sp>
      <p:sp>
        <p:nvSpPr>
          <p:cNvPr id="20" name="文本框 19">
            <a:extLst>
              <a:ext uri="{FF2B5EF4-FFF2-40B4-BE49-F238E27FC236}">
                <a16:creationId xmlns:a16="http://schemas.microsoft.com/office/drawing/2014/main" id="{3169D8BD-A06F-D6F6-ABD3-B05ED15363F3}"/>
              </a:ext>
            </a:extLst>
          </p:cNvPr>
          <p:cNvSpPr txBox="1"/>
          <p:nvPr/>
        </p:nvSpPr>
        <p:spPr>
          <a:xfrm>
            <a:off x="1262740" y="4282153"/>
            <a:ext cx="10084709" cy="1200329"/>
          </a:xfrm>
          <a:prstGeom prst="rect">
            <a:avLst/>
          </a:prstGeom>
          <a:noFill/>
          <a:ln w="12700" cap="flat">
            <a:solidFill>
              <a:schemeClr val="tx1"/>
            </a:solidFill>
            <a:miter lim="400000"/>
          </a:ln>
          <a:effectLst/>
          <a:sp3d/>
        </p:spPr>
        <p:style>
          <a:lnRef idx="0">
            <a:scrgbClr r="0" g="0" b="0"/>
          </a:lnRef>
          <a:fillRef idx="0">
            <a:scrgbClr r="0" g="0" b="0"/>
          </a:fillRef>
          <a:effectRef idx="0">
            <a:scrgbClr r="0" g="0" b="0"/>
          </a:effectRef>
          <a:fontRef idx="none"/>
        </p:style>
        <p:txBody>
          <a:bodyPr wrap="square">
            <a:spAutoFit/>
          </a:bodyPr>
          <a:lstStyle/>
          <a:p>
            <a:pPr algn="l"/>
            <a:r>
              <a:rPr lang="en-US" altLang="zh-CN" b="0" i="0" dirty="0" err="1">
                <a:solidFill>
                  <a:srgbClr val="5C5C5C"/>
                </a:solidFill>
                <a:effectLst/>
                <a:latin typeface="Consolas" panose="020B0609020204030204" pitchFamily="49" charset="0"/>
              </a:rPr>
              <a:t>pthread_mutex_lock</a:t>
            </a:r>
            <a:r>
              <a:rPr lang="en-US" altLang="zh-CN" b="0" i="0" dirty="0">
                <a:solidFill>
                  <a:srgbClr val="5C5C5C"/>
                </a:solidFill>
                <a:effectLst/>
                <a:latin typeface="Consolas" panose="020B0609020204030204" pitchFamily="49" charset="0"/>
              </a:rPr>
              <a:t>(&amp;mutex);</a:t>
            </a:r>
          </a:p>
          <a:p>
            <a:pPr algn="l"/>
            <a:r>
              <a:rPr lang="en-US" altLang="zh-CN" b="0" i="1" dirty="0">
                <a:solidFill>
                  <a:srgbClr val="A0A1A7"/>
                </a:solidFill>
                <a:effectLst/>
                <a:latin typeface="Consolas" panose="020B0609020204030204" pitchFamily="49" charset="0"/>
              </a:rPr>
              <a:t>// Change the condition</a:t>
            </a:r>
            <a:endParaRPr lang="en-US" altLang="zh-CN" b="0" i="0" dirty="0">
              <a:solidFill>
                <a:srgbClr val="5C5C5C"/>
              </a:solidFill>
              <a:effectLst/>
              <a:latin typeface="Consolas" panose="020B0609020204030204" pitchFamily="49" charset="0"/>
            </a:endParaRPr>
          </a:p>
          <a:p>
            <a:pPr algn="l"/>
            <a:r>
              <a:rPr lang="en-US" altLang="zh-CN" b="0" i="0" dirty="0" err="1">
                <a:solidFill>
                  <a:srgbClr val="5C5C5C"/>
                </a:solidFill>
                <a:effectLst/>
                <a:latin typeface="Consolas" panose="020B0609020204030204" pitchFamily="49" charset="0"/>
              </a:rPr>
              <a:t>pthread_cond_signal</a:t>
            </a:r>
            <a:r>
              <a:rPr lang="en-US" altLang="zh-CN" b="0" i="0" dirty="0">
                <a:solidFill>
                  <a:srgbClr val="5C5C5C"/>
                </a:solidFill>
                <a:effectLst/>
                <a:latin typeface="Consolas" panose="020B0609020204030204" pitchFamily="49" charset="0"/>
              </a:rPr>
              <a:t>(&amp;</a:t>
            </a:r>
            <a:r>
              <a:rPr lang="en-US" altLang="zh-CN" b="0" i="0" dirty="0" err="1">
                <a:solidFill>
                  <a:srgbClr val="5C5C5C"/>
                </a:solidFill>
                <a:effectLst/>
                <a:latin typeface="Consolas" panose="020B0609020204030204" pitchFamily="49" charset="0"/>
              </a:rPr>
              <a:t>cond</a:t>
            </a:r>
            <a:r>
              <a:rPr lang="en-US" altLang="zh-CN" b="0" i="0" dirty="0">
                <a:solidFill>
                  <a:srgbClr val="5C5C5C"/>
                </a:solidFill>
                <a:effectLst/>
                <a:latin typeface="Consolas" panose="020B0609020204030204" pitchFamily="49" charset="0"/>
              </a:rPr>
              <a:t>);</a:t>
            </a:r>
          </a:p>
          <a:p>
            <a:pPr algn="l"/>
            <a:r>
              <a:rPr lang="en-US" altLang="zh-CN" b="0" i="0" dirty="0" err="1">
                <a:solidFill>
                  <a:srgbClr val="5C5C5C"/>
                </a:solidFill>
                <a:effectLst/>
                <a:latin typeface="Consolas" panose="020B0609020204030204" pitchFamily="49" charset="0"/>
              </a:rPr>
              <a:t>pthread_mutex_unlock</a:t>
            </a:r>
            <a:r>
              <a:rPr lang="en-US" altLang="zh-CN" b="0" i="0" dirty="0">
                <a:solidFill>
                  <a:srgbClr val="5C5C5C"/>
                </a:solidFill>
                <a:effectLst/>
                <a:latin typeface="Consolas" panose="020B0609020204030204" pitchFamily="49" charset="0"/>
              </a:rPr>
              <a:t>(&amp;mutex);</a:t>
            </a:r>
          </a:p>
        </p:txBody>
      </p:sp>
    </p:spTree>
    <p:extLst>
      <p:ext uri="{BB962C8B-B14F-4D97-AF65-F5344CB8AC3E}">
        <p14:creationId xmlns:p14="http://schemas.microsoft.com/office/powerpoint/2010/main" val="2520553328"/>
      </p:ext>
    </p:extLst>
  </p:cSld>
  <p:clrMapOvr>
    <a:masterClrMapping/>
  </p:clrMapOvr>
  <p:transition spd="med"/>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2715A2E-656D-EC5D-FDE7-230488526EFC}"/>
              </a:ext>
            </a:extLst>
          </p:cNvPr>
          <p:cNvSpPr>
            <a:spLocks noGrp="1"/>
          </p:cNvSpPr>
          <p:nvPr>
            <p:ph type="title"/>
          </p:nvPr>
        </p:nvSpPr>
        <p:spPr/>
        <p:txBody>
          <a:bodyPr/>
          <a:lstStyle/>
          <a:p>
            <a:r>
              <a:rPr lang="en-US" dirty="0"/>
              <a:t>4. </a:t>
            </a:r>
            <a:r>
              <a:rPr lang="en-US" dirty="0" err="1"/>
              <a:t>pthread_cond_broadcast</a:t>
            </a:r>
            <a:endParaRPr lang="en-US" dirty="0"/>
          </a:p>
        </p:txBody>
      </p:sp>
      <p:sp>
        <p:nvSpPr>
          <p:cNvPr id="4" name="Slide Number Placeholder 3">
            <a:extLst>
              <a:ext uri="{FF2B5EF4-FFF2-40B4-BE49-F238E27FC236}">
                <a16:creationId xmlns:a16="http://schemas.microsoft.com/office/drawing/2014/main" id="{C903FAE4-3A59-50C4-1BA6-A9AEC61D52CB}"/>
              </a:ext>
            </a:extLst>
          </p:cNvPr>
          <p:cNvSpPr>
            <a:spLocks noGrp="1"/>
          </p:cNvSpPr>
          <p:nvPr>
            <p:ph type="sldNum" sz="quarter" idx="2"/>
          </p:nvPr>
        </p:nvSpPr>
        <p:spPr>
          <a:xfrm>
            <a:off x="11686121" y="6400800"/>
            <a:ext cx="218008" cy="379591"/>
          </a:xfrm>
        </p:spPr>
        <p:txBody>
          <a:bodyPr/>
          <a:lstStyle/>
          <a:p>
            <a:pPr marL="0" marR="0" lvl="0" indent="0" algn="ctr" defTabSz="412750" rtl="0" eaLnBrk="1" fontAlgn="auto" latinLnBrk="0" hangingPunct="0">
              <a:lnSpc>
                <a:spcPct val="100000"/>
              </a:lnSpc>
              <a:spcBef>
                <a:spcPts val="0"/>
              </a:spcBef>
              <a:spcAft>
                <a:spcPts val="0"/>
              </a:spcAft>
              <a:buClrTx/>
              <a:buSzTx/>
              <a:buFontTx/>
              <a:buNone/>
              <a:tabLst/>
              <a:defRPr/>
            </a:pPr>
            <a:fld id="{86CB4B4D-7CA3-9044-876B-883B54F8677D}" type="slidenum">
              <a:rPr kumimoji="0" lang="en-US" sz="1800" b="0" i="0" u="none" strike="noStrike" kern="0" cap="none" spc="0" normalizeH="0" baseline="0" noProof="0">
                <a:ln>
                  <a:noFill/>
                </a:ln>
                <a:solidFill>
                  <a:srgbClr val="800080"/>
                </a:solidFill>
                <a:effectLst/>
                <a:uLnTx/>
                <a:uFillTx/>
                <a:latin typeface="Gill Sans MT" panose="020B0502020104020203" pitchFamily="34" charset="0"/>
                <a:cs typeface="Helvetica"/>
                <a:sym typeface="Helvetica"/>
              </a:rPr>
              <a:pPr marL="0" marR="0" lvl="0" indent="0" algn="ctr" defTabSz="412750" rtl="0" eaLnBrk="1" fontAlgn="auto" latinLnBrk="0" hangingPunct="0">
                <a:lnSpc>
                  <a:spcPct val="100000"/>
                </a:lnSpc>
                <a:spcBef>
                  <a:spcPts val="0"/>
                </a:spcBef>
                <a:spcAft>
                  <a:spcPts val="0"/>
                </a:spcAft>
                <a:buClrTx/>
                <a:buSzTx/>
                <a:buFontTx/>
                <a:buNone/>
                <a:tabLst/>
                <a:defRPr/>
              </a:pPr>
              <a:t>11</a:t>
            </a:fld>
            <a:endParaRPr kumimoji="0" lang="en-US" sz="1800" b="0" i="0" u="none" strike="noStrike" kern="0" cap="none" spc="0" normalizeH="0" baseline="0" noProof="0">
              <a:ln>
                <a:noFill/>
              </a:ln>
              <a:solidFill>
                <a:srgbClr val="800080"/>
              </a:solidFill>
              <a:effectLst/>
              <a:uLnTx/>
              <a:uFillTx/>
              <a:latin typeface="Gill Sans MT" panose="020B0502020104020203" pitchFamily="34" charset="0"/>
              <a:cs typeface="Helvetica"/>
              <a:sym typeface="Helvetica"/>
            </a:endParaRPr>
          </a:p>
        </p:txBody>
      </p:sp>
      <p:sp>
        <p:nvSpPr>
          <p:cNvPr id="8" name="文本占位符 7">
            <a:extLst>
              <a:ext uri="{FF2B5EF4-FFF2-40B4-BE49-F238E27FC236}">
                <a16:creationId xmlns:a16="http://schemas.microsoft.com/office/drawing/2014/main" id="{1D68554F-5AF8-7E1E-17A3-DE6F9E0E8871}"/>
              </a:ext>
            </a:extLst>
          </p:cNvPr>
          <p:cNvSpPr>
            <a:spLocks noGrp="1"/>
          </p:cNvSpPr>
          <p:nvPr>
            <p:ph type="body" idx="1"/>
          </p:nvPr>
        </p:nvSpPr>
        <p:spPr>
          <a:xfrm>
            <a:off x="844550" y="1229567"/>
            <a:ext cx="10502900" cy="693576"/>
          </a:xfrm>
        </p:spPr>
        <p:txBody>
          <a:bodyPr>
            <a:normAutofit/>
          </a:bodyPr>
          <a:lstStyle/>
          <a:p>
            <a:pPr>
              <a:buFont typeface="Wingdings" panose="05000000000000000000" pitchFamily="2" charset="2"/>
              <a:buChar char="Ø"/>
            </a:pPr>
            <a:r>
              <a:rPr lang="en-US" altLang="zh-CN" sz="2400" dirty="0"/>
              <a:t>Purpose: wake up all threads waiting on a condition variable.</a:t>
            </a:r>
          </a:p>
        </p:txBody>
      </p:sp>
      <p:sp>
        <p:nvSpPr>
          <p:cNvPr id="13" name="文本框 12">
            <a:extLst>
              <a:ext uri="{FF2B5EF4-FFF2-40B4-BE49-F238E27FC236}">
                <a16:creationId xmlns:a16="http://schemas.microsoft.com/office/drawing/2014/main" id="{ED25030F-4FDC-B91B-5C28-8CD4A7CDFC47}"/>
              </a:ext>
            </a:extLst>
          </p:cNvPr>
          <p:cNvSpPr txBox="1"/>
          <p:nvPr/>
        </p:nvSpPr>
        <p:spPr>
          <a:xfrm>
            <a:off x="844550" y="1754653"/>
            <a:ext cx="6096000" cy="461665"/>
          </a:xfrm>
          <a:prstGeom prst="rect">
            <a:avLst/>
          </a:prstGeom>
          <a:noFill/>
          <a:ln w="12700" cap="flat">
            <a:noFill/>
            <a:miter lim="400000"/>
          </a:ln>
          <a:effectLst/>
          <a:sp3d/>
        </p:spPr>
        <p:style>
          <a:lnRef idx="0">
            <a:scrgbClr r="0" g="0" b="0"/>
          </a:lnRef>
          <a:fillRef idx="0">
            <a:scrgbClr r="0" g="0" b="0"/>
          </a:fillRef>
          <a:effectRef idx="0">
            <a:scrgbClr r="0" g="0" b="0"/>
          </a:effectRef>
          <a:fontRef idx="none"/>
        </p:style>
        <p:txBody>
          <a:bodyPr wrap="square">
            <a:spAutoFit/>
          </a:bodyPr>
          <a:lstStyle/>
          <a:p>
            <a:pPr marL="289152" marR="0" lvl="0" indent="-289152" algn="l" defTabSz="412750" rtl="0" eaLnBrk="1" fontAlgn="auto" latinLnBrk="0" hangingPunct="1">
              <a:lnSpc>
                <a:spcPct val="100000"/>
              </a:lnSpc>
              <a:spcBef>
                <a:spcPts val="2950"/>
              </a:spcBef>
              <a:spcAft>
                <a:spcPts val="0"/>
              </a:spcAft>
              <a:buClrTx/>
              <a:buSzPct val="100000"/>
              <a:buFont typeface="Wingdings" panose="05000000000000000000" pitchFamily="2" charset="2"/>
              <a:buChar char="Ø"/>
              <a:tabLst/>
              <a:defRPr/>
            </a:pPr>
            <a:r>
              <a:rPr kumimoji="0" lang="en-US" altLang="zh-CN" sz="2400" b="0" i="0" u="none" strike="noStrike" kern="0" cap="none" spc="0" normalizeH="0" baseline="0" noProof="0" dirty="0">
                <a:ln>
                  <a:noFill/>
                </a:ln>
                <a:solidFill>
                  <a:srgbClr val="202020"/>
                </a:solidFill>
                <a:effectLst/>
                <a:uLnTx/>
                <a:uFillTx/>
                <a:latin typeface="Gill Sans MT" panose="020B0502020104020203" pitchFamily="34" charset="0"/>
                <a:cs typeface="Helvetica"/>
                <a:sym typeface="Helvetica"/>
              </a:rPr>
              <a:t>Syntax:</a:t>
            </a:r>
            <a:endParaRPr kumimoji="0" lang="zh-CN" altLang="en-US" sz="2400" b="0" i="0" u="none" strike="noStrike" kern="0" cap="none" spc="0" normalizeH="0" baseline="0" noProof="0" dirty="0">
              <a:ln>
                <a:noFill/>
              </a:ln>
              <a:solidFill>
                <a:srgbClr val="202020"/>
              </a:solidFill>
              <a:effectLst/>
              <a:uLnTx/>
              <a:uFillTx/>
              <a:latin typeface="Gill Sans MT" panose="020B0502020104020203" pitchFamily="34" charset="0"/>
              <a:cs typeface="Helvetica"/>
              <a:sym typeface="Helvetica"/>
            </a:endParaRPr>
          </a:p>
        </p:txBody>
      </p:sp>
      <p:sp>
        <p:nvSpPr>
          <p:cNvPr id="17" name="文本框 16">
            <a:extLst>
              <a:ext uri="{FF2B5EF4-FFF2-40B4-BE49-F238E27FC236}">
                <a16:creationId xmlns:a16="http://schemas.microsoft.com/office/drawing/2014/main" id="{6581B964-F4DA-382E-A5CC-2C7FCE505809}"/>
              </a:ext>
            </a:extLst>
          </p:cNvPr>
          <p:cNvSpPr txBox="1"/>
          <p:nvPr/>
        </p:nvSpPr>
        <p:spPr>
          <a:xfrm>
            <a:off x="1262740" y="2282953"/>
            <a:ext cx="10084709" cy="369332"/>
          </a:xfrm>
          <a:prstGeom prst="rect">
            <a:avLst/>
          </a:prstGeom>
          <a:noFill/>
          <a:ln w="12700" cap="flat">
            <a:solidFill>
              <a:schemeClr val="tx1"/>
            </a:solidFill>
            <a:miter lim="400000"/>
          </a:ln>
          <a:effectLst/>
          <a:sp3d/>
        </p:spPr>
        <p:style>
          <a:lnRef idx="0">
            <a:scrgbClr r="0" g="0" b="0"/>
          </a:lnRef>
          <a:fillRef idx="0">
            <a:scrgbClr r="0" g="0" b="0"/>
          </a:fillRef>
          <a:effectRef idx="0">
            <a:scrgbClr r="0" g="0" b="0"/>
          </a:effectRef>
          <a:fontRef idx="none"/>
        </p:style>
        <p:txBody>
          <a:bodyPr wrap="square">
            <a:spAutoFit/>
          </a:bodyPr>
          <a:lstStyle/>
          <a:p>
            <a:pPr algn="l"/>
            <a:r>
              <a:rPr lang="en-US" altLang="zh-CN" b="0" i="0" dirty="0">
                <a:solidFill>
                  <a:srgbClr val="A626A4"/>
                </a:solidFill>
                <a:effectLst/>
                <a:latin typeface="Consolas" panose="020B0609020204030204" pitchFamily="49" charset="0"/>
              </a:rPr>
              <a:t>int</a:t>
            </a:r>
            <a:r>
              <a:rPr lang="en-US" altLang="zh-CN" b="0" i="0" dirty="0">
                <a:solidFill>
                  <a:srgbClr val="5C5C5C"/>
                </a:solidFill>
                <a:effectLst/>
                <a:latin typeface="Consolas" panose="020B0609020204030204" pitchFamily="49" charset="0"/>
              </a:rPr>
              <a:t> </a:t>
            </a:r>
            <a:r>
              <a:rPr lang="en-US" altLang="zh-CN" b="0" i="0" dirty="0" err="1">
                <a:solidFill>
                  <a:srgbClr val="4078F2"/>
                </a:solidFill>
                <a:effectLst/>
                <a:latin typeface="Consolas" panose="020B0609020204030204" pitchFamily="49" charset="0"/>
              </a:rPr>
              <a:t>pthread_cond_</a:t>
            </a:r>
            <a:r>
              <a:rPr lang="en-US" altLang="zh-CN" dirty="0" err="1">
                <a:solidFill>
                  <a:srgbClr val="4078F2"/>
                </a:solidFill>
                <a:latin typeface="Consolas" panose="020B0609020204030204" pitchFamily="49" charset="0"/>
              </a:rPr>
              <a:t>broadcast</a:t>
            </a:r>
            <a:r>
              <a:rPr lang="en-US" altLang="zh-CN" b="0" i="0" dirty="0">
                <a:solidFill>
                  <a:srgbClr val="5C5C5C"/>
                </a:solidFill>
                <a:effectLst/>
                <a:latin typeface="Consolas" panose="020B0609020204030204" pitchFamily="49" charset="0"/>
              </a:rPr>
              <a:t>(</a:t>
            </a:r>
            <a:r>
              <a:rPr lang="en-US" altLang="zh-CN" b="0" i="0" dirty="0" err="1">
                <a:solidFill>
                  <a:srgbClr val="A626A4"/>
                </a:solidFill>
                <a:effectLst/>
                <a:latin typeface="Consolas" panose="020B0609020204030204" pitchFamily="49" charset="0"/>
              </a:rPr>
              <a:t>pthread_cond_t</a:t>
            </a:r>
            <a:r>
              <a:rPr lang="en-US" altLang="zh-CN" b="0" i="0" dirty="0">
                <a:solidFill>
                  <a:srgbClr val="5C5C5C"/>
                </a:solidFill>
                <a:effectLst/>
                <a:latin typeface="Consolas" panose="020B0609020204030204" pitchFamily="49" charset="0"/>
              </a:rPr>
              <a:t> *</a:t>
            </a:r>
            <a:r>
              <a:rPr lang="en-US" altLang="zh-CN" b="0" i="0" dirty="0" err="1">
                <a:solidFill>
                  <a:srgbClr val="5C5C5C"/>
                </a:solidFill>
                <a:effectLst/>
                <a:latin typeface="Consolas" panose="020B0609020204030204" pitchFamily="49" charset="0"/>
              </a:rPr>
              <a:t>cond</a:t>
            </a:r>
            <a:r>
              <a:rPr lang="en-US" altLang="zh-CN" b="0" i="0" dirty="0">
                <a:solidFill>
                  <a:srgbClr val="5C5C5C"/>
                </a:solidFill>
                <a:effectLst/>
                <a:latin typeface="Consolas" panose="020B0609020204030204" pitchFamily="49" charset="0"/>
              </a:rPr>
              <a:t>);</a:t>
            </a:r>
          </a:p>
        </p:txBody>
      </p:sp>
      <p:sp>
        <p:nvSpPr>
          <p:cNvPr id="18" name="Rectangle 2">
            <a:extLst>
              <a:ext uri="{FF2B5EF4-FFF2-40B4-BE49-F238E27FC236}">
                <a16:creationId xmlns:a16="http://schemas.microsoft.com/office/drawing/2014/main" id="{A18B1B3D-31B5-29E2-CF84-EA37A5C3394F}"/>
              </a:ext>
            </a:extLst>
          </p:cNvPr>
          <p:cNvSpPr>
            <a:spLocks noChangeArrowheads="1"/>
          </p:cNvSpPr>
          <p:nvPr/>
        </p:nvSpPr>
        <p:spPr bwMode="auto">
          <a:xfrm>
            <a:off x="844550" y="2879903"/>
            <a:ext cx="10084709" cy="738664"/>
          </a:xfrm>
          <a:prstGeom prst="rect">
            <a:avLst/>
          </a:prstGeom>
          <a:noFill/>
          <a:ln>
            <a:noFill/>
          </a:ln>
          <a:effectLst/>
        </p:spPr>
        <p:txBody>
          <a:bodyPr vert="horz" wrap="square" lIns="91440" tIns="45720" rIns="91440" bIns="45720" numCol="1" anchor="ctr" anchorCtr="0" compatLnSpc="1">
            <a:prstTxWarp prst="textNoShape">
              <a:avLst/>
            </a:prstTxWarp>
            <a:spAutoFit/>
          </a:bodyPr>
          <a:lstStyle/>
          <a:p>
            <a:pPr marL="342900" marR="0" lvl="0" indent="-342900" algn="l" defTabSz="914400" rtl="0" eaLnBrk="0" fontAlgn="t" latinLnBrk="0" hangingPunct="0">
              <a:lnSpc>
                <a:spcPct val="100000"/>
              </a:lnSpc>
              <a:spcBef>
                <a:spcPct val="0"/>
              </a:spcBef>
              <a:spcAft>
                <a:spcPct val="0"/>
              </a:spcAft>
              <a:buClrTx/>
              <a:buSzTx/>
              <a:buFont typeface="Wingdings" panose="05000000000000000000" pitchFamily="2" charset="2"/>
              <a:buChar char="Ø"/>
              <a:tabLst/>
            </a:pPr>
            <a:r>
              <a:rPr lang="zh-CN" altLang="zh-CN" sz="2400" kern="0" dirty="0">
                <a:solidFill>
                  <a:srgbClr val="202020"/>
                </a:solidFill>
                <a:latin typeface="Gill Sans MT" panose="020B0502020104020203" pitchFamily="34" charset="0"/>
                <a:cs typeface="Helvetica"/>
              </a:rPr>
              <a:t>Parameters:</a:t>
            </a:r>
            <a:endParaRPr lang="zh-CN" altLang="zh-CN" kern="0" dirty="0">
              <a:solidFill>
                <a:srgbClr val="202020"/>
              </a:solidFill>
              <a:latin typeface="Gill Sans MT" panose="020B0502020104020203" pitchFamily="34" charset="0"/>
              <a:cs typeface="Helvetica"/>
            </a:endParaRPr>
          </a:p>
          <a:p>
            <a:pPr marL="457200" marR="0" lvl="1" indent="0" algn="l" defTabSz="914400" rtl="0" eaLnBrk="0" fontAlgn="base" latinLnBrk="0" hangingPunct="0">
              <a:lnSpc>
                <a:spcPct val="100000"/>
              </a:lnSpc>
              <a:spcBef>
                <a:spcPct val="0"/>
              </a:spcBef>
              <a:spcAft>
                <a:spcPct val="0"/>
              </a:spcAft>
              <a:buClrTx/>
              <a:buSzTx/>
              <a:buFontTx/>
              <a:buChar char="•"/>
              <a:tabLst/>
            </a:pPr>
            <a:r>
              <a:rPr lang="en-US" altLang="zh-CN" kern="0" dirty="0">
                <a:solidFill>
                  <a:srgbClr val="202020"/>
                </a:solidFill>
                <a:latin typeface="Gill Sans MT" panose="020B0502020104020203" pitchFamily="34" charset="0"/>
                <a:cs typeface="Helvetica"/>
              </a:rPr>
              <a:t> </a:t>
            </a:r>
            <a:r>
              <a:rPr lang="en-US" altLang="zh-CN" kern="0" dirty="0" err="1">
                <a:solidFill>
                  <a:srgbClr val="C00000"/>
                </a:solidFill>
                <a:latin typeface="Gill Sans MT" panose="020B0502020104020203" pitchFamily="34" charset="0"/>
                <a:cs typeface="Helvetica"/>
              </a:rPr>
              <a:t>cond</a:t>
            </a:r>
            <a:r>
              <a:rPr lang="en-US" altLang="zh-CN" kern="0" dirty="0">
                <a:solidFill>
                  <a:srgbClr val="C00000"/>
                </a:solidFill>
                <a:latin typeface="Gill Sans MT" panose="020B0502020104020203" pitchFamily="34" charset="0"/>
                <a:cs typeface="Helvetica"/>
              </a:rPr>
              <a:t>: </a:t>
            </a:r>
            <a:r>
              <a:rPr lang="en-US" altLang="zh-CN" kern="0" dirty="0">
                <a:solidFill>
                  <a:schemeClr val="tx1">
                    <a:lumMod val="50000"/>
                  </a:schemeClr>
                </a:solidFill>
                <a:latin typeface="Gill Sans MT" panose="020B0502020104020203" pitchFamily="34" charset="0"/>
                <a:cs typeface="Helvetica"/>
              </a:rPr>
              <a:t>pointer to the condition variable.</a:t>
            </a:r>
            <a:endParaRPr lang="zh-CN" altLang="en-US" kern="0" dirty="0">
              <a:solidFill>
                <a:schemeClr val="tx1">
                  <a:lumMod val="50000"/>
                </a:schemeClr>
              </a:solidFill>
              <a:latin typeface="Gill Sans MT" panose="020B0502020104020203" pitchFamily="34" charset="0"/>
              <a:cs typeface="Helvetica"/>
            </a:endParaRPr>
          </a:p>
        </p:txBody>
      </p:sp>
      <p:sp>
        <p:nvSpPr>
          <p:cNvPr id="19" name="文本框 18">
            <a:extLst>
              <a:ext uri="{FF2B5EF4-FFF2-40B4-BE49-F238E27FC236}">
                <a16:creationId xmlns:a16="http://schemas.microsoft.com/office/drawing/2014/main" id="{5CABB9FE-E2BB-4A06-2289-2E62E1541A6C}"/>
              </a:ext>
            </a:extLst>
          </p:cNvPr>
          <p:cNvSpPr txBox="1"/>
          <p:nvPr/>
        </p:nvSpPr>
        <p:spPr>
          <a:xfrm>
            <a:off x="844550" y="3757067"/>
            <a:ext cx="6096000" cy="461665"/>
          </a:xfrm>
          <a:prstGeom prst="rect">
            <a:avLst/>
          </a:prstGeom>
          <a:noFill/>
          <a:ln w="12700" cap="flat">
            <a:noFill/>
            <a:miter lim="400000"/>
          </a:ln>
          <a:effectLst/>
          <a:sp3d/>
        </p:spPr>
        <p:style>
          <a:lnRef idx="0">
            <a:scrgbClr r="0" g="0" b="0"/>
          </a:lnRef>
          <a:fillRef idx="0">
            <a:scrgbClr r="0" g="0" b="0"/>
          </a:fillRef>
          <a:effectRef idx="0">
            <a:scrgbClr r="0" g="0" b="0"/>
          </a:effectRef>
          <a:fontRef idx="none"/>
        </p:style>
        <p:txBody>
          <a:bodyPr wrap="square">
            <a:spAutoFit/>
          </a:bodyPr>
          <a:lstStyle/>
          <a:p>
            <a:pPr marL="289152" marR="0" lvl="0" indent="-289152" algn="l" defTabSz="412750" rtl="0" eaLnBrk="1" fontAlgn="auto" latinLnBrk="0" hangingPunct="1">
              <a:lnSpc>
                <a:spcPct val="100000"/>
              </a:lnSpc>
              <a:spcBef>
                <a:spcPts val="2950"/>
              </a:spcBef>
              <a:spcAft>
                <a:spcPts val="0"/>
              </a:spcAft>
              <a:buClrTx/>
              <a:buSzPct val="100000"/>
              <a:buFont typeface="Wingdings" panose="05000000000000000000" pitchFamily="2" charset="2"/>
              <a:buChar char="Ø"/>
              <a:tabLst/>
              <a:defRPr/>
            </a:pPr>
            <a:r>
              <a:rPr kumimoji="0" lang="en-US" altLang="zh-CN" sz="2400" b="0" i="0" u="none" strike="noStrike" kern="0" cap="none" spc="0" normalizeH="0" baseline="0" noProof="0" dirty="0">
                <a:ln>
                  <a:noFill/>
                </a:ln>
                <a:solidFill>
                  <a:srgbClr val="202020"/>
                </a:solidFill>
                <a:effectLst/>
                <a:uLnTx/>
                <a:uFillTx/>
                <a:latin typeface="Gill Sans MT" panose="020B0502020104020203" pitchFamily="34" charset="0"/>
                <a:cs typeface="Helvetica"/>
                <a:sym typeface="Helvetica"/>
              </a:rPr>
              <a:t>Example:</a:t>
            </a:r>
            <a:endParaRPr lang="en-US" altLang="zh-CN" sz="2400" kern="0" dirty="0">
              <a:solidFill>
                <a:srgbClr val="202020"/>
              </a:solidFill>
              <a:latin typeface="Gill Sans MT" panose="020B0502020104020203" pitchFamily="34" charset="0"/>
              <a:cs typeface="Helvetica"/>
              <a:sym typeface="Helvetica"/>
            </a:endParaRPr>
          </a:p>
        </p:txBody>
      </p:sp>
      <p:sp>
        <p:nvSpPr>
          <p:cNvPr id="20" name="文本框 19">
            <a:extLst>
              <a:ext uri="{FF2B5EF4-FFF2-40B4-BE49-F238E27FC236}">
                <a16:creationId xmlns:a16="http://schemas.microsoft.com/office/drawing/2014/main" id="{3169D8BD-A06F-D6F6-ABD3-B05ED15363F3}"/>
              </a:ext>
            </a:extLst>
          </p:cNvPr>
          <p:cNvSpPr txBox="1"/>
          <p:nvPr/>
        </p:nvSpPr>
        <p:spPr>
          <a:xfrm>
            <a:off x="1262740" y="4282153"/>
            <a:ext cx="10084709" cy="1200329"/>
          </a:xfrm>
          <a:prstGeom prst="rect">
            <a:avLst/>
          </a:prstGeom>
          <a:noFill/>
          <a:ln w="12700" cap="flat">
            <a:solidFill>
              <a:schemeClr val="tx1"/>
            </a:solidFill>
            <a:miter lim="400000"/>
          </a:ln>
          <a:effectLst/>
          <a:sp3d/>
        </p:spPr>
        <p:style>
          <a:lnRef idx="0">
            <a:scrgbClr r="0" g="0" b="0"/>
          </a:lnRef>
          <a:fillRef idx="0">
            <a:scrgbClr r="0" g="0" b="0"/>
          </a:fillRef>
          <a:effectRef idx="0">
            <a:scrgbClr r="0" g="0" b="0"/>
          </a:effectRef>
          <a:fontRef idx="none"/>
        </p:style>
        <p:txBody>
          <a:bodyPr wrap="square">
            <a:spAutoFit/>
          </a:bodyPr>
          <a:lstStyle/>
          <a:p>
            <a:pPr algn="l"/>
            <a:r>
              <a:rPr lang="en-US" altLang="zh-CN" b="0" i="0" dirty="0" err="1">
                <a:solidFill>
                  <a:srgbClr val="5C5C5C"/>
                </a:solidFill>
                <a:effectLst/>
                <a:latin typeface="Consolas" panose="020B0609020204030204" pitchFamily="49" charset="0"/>
              </a:rPr>
              <a:t>pthread_mutex_lock</a:t>
            </a:r>
            <a:r>
              <a:rPr lang="en-US" altLang="zh-CN" b="0" i="0" dirty="0">
                <a:solidFill>
                  <a:srgbClr val="5C5C5C"/>
                </a:solidFill>
                <a:effectLst/>
                <a:latin typeface="Consolas" panose="020B0609020204030204" pitchFamily="49" charset="0"/>
              </a:rPr>
              <a:t>(&amp;mutex);</a:t>
            </a:r>
          </a:p>
          <a:p>
            <a:pPr algn="l"/>
            <a:r>
              <a:rPr lang="en-US" altLang="zh-CN" b="0" i="1" dirty="0">
                <a:solidFill>
                  <a:srgbClr val="A0A1A7"/>
                </a:solidFill>
                <a:effectLst/>
                <a:latin typeface="Consolas" panose="020B0609020204030204" pitchFamily="49" charset="0"/>
              </a:rPr>
              <a:t>// Change the condition</a:t>
            </a:r>
            <a:endParaRPr lang="en-US" altLang="zh-CN" b="0" i="0" dirty="0">
              <a:solidFill>
                <a:srgbClr val="5C5C5C"/>
              </a:solidFill>
              <a:effectLst/>
              <a:latin typeface="Consolas" panose="020B0609020204030204" pitchFamily="49" charset="0"/>
            </a:endParaRPr>
          </a:p>
          <a:p>
            <a:pPr algn="l"/>
            <a:r>
              <a:rPr lang="en-US" altLang="zh-CN" b="0" i="0" dirty="0" err="1">
                <a:solidFill>
                  <a:srgbClr val="5C5C5C"/>
                </a:solidFill>
                <a:effectLst/>
                <a:latin typeface="Consolas" panose="020B0609020204030204" pitchFamily="49" charset="0"/>
              </a:rPr>
              <a:t>pthread_cond_</a:t>
            </a:r>
            <a:r>
              <a:rPr lang="en-US" altLang="zh-CN" dirty="0" err="1">
                <a:solidFill>
                  <a:srgbClr val="5C5C5C"/>
                </a:solidFill>
                <a:latin typeface="Consolas" panose="020B0609020204030204" pitchFamily="49" charset="0"/>
              </a:rPr>
              <a:t>broadcast</a:t>
            </a:r>
            <a:r>
              <a:rPr lang="en-US" altLang="zh-CN" b="0" i="0" dirty="0">
                <a:solidFill>
                  <a:srgbClr val="5C5C5C"/>
                </a:solidFill>
                <a:effectLst/>
                <a:latin typeface="Consolas" panose="020B0609020204030204" pitchFamily="49" charset="0"/>
              </a:rPr>
              <a:t>(&amp;</a:t>
            </a:r>
            <a:r>
              <a:rPr lang="en-US" altLang="zh-CN" b="0" i="0" dirty="0" err="1">
                <a:solidFill>
                  <a:srgbClr val="5C5C5C"/>
                </a:solidFill>
                <a:effectLst/>
                <a:latin typeface="Consolas" panose="020B0609020204030204" pitchFamily="49" charset="0"/>
              </a:rPr>
              <a:t>cond</a:t>
            </a:r>
            <a:r>
              <a:rPr lang="en-US" altLang="zh-CN" b="0" i="0" dirty="0">
                <a:solidFill>
                  <a:srgbClr val="5C5C5C"/>
                </a:solidFill>
                <a:effectLst/>
                <a:latin typeface="Consolas" panose="020B0609020204030204" pitchFamily="49" charset="0"/>
              </a:rPr>
              <a:t>);</a:t>
            </a:r>
          </a:p>
          <a:p>
            <a:pPr algn="l"/>
            <a:r>
              <a:rPr lang="en-US" altLang="zh-CN" b="0" i="0" dirty="0" err="1">
                <a:solidFill>
                  <a:srgbClr val="5C5C5C"/>
                </a:solidFill>
                <a:effectLst/>
                <a:latin typeface="Consolas" panose="020B0609020204030204" pitchFamily="49" charset="0"/>
              </a:rPr>
              <a:t>pthread_mutex_unlock</a:t>
            </a:r>
            <a:r>
              <a:rPr lang="en-US" altLang="zh-CN" b="0" i="0" dirty="0">
                <a:solidFill>
                  <a:srgbClr val="5C5C5C"/>
                </a:solidFill>
                <a:effectLst/>
                <a:latin typeface="Consolas" panose="020B0609020204030204" pitchFamily="49" charset="0"/>
              </a:rPr>
              <a:t>(&amp;mutex);</a:t>
            </a:r>
          </a:p>
        </p:txBody>
      </p:sp>
    </p:spTree>
    <p:extLst>
      <p:ext uri="{BB962C8B-B14F-4D97-AF65-F5344CB8AC3E}">
        <p14:creationId xmlns:p14="http://schemas.microsoft.com/office/powerpoint/2010/main" val="1075628936"/>
      </p:ext>
    </p:extLst>
  </p:cSld>
  <p:clrMapOvr>
    <a:masterClrMapping/>
  </p:clrMapOvr>
  <p:transition spd="med"/>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2715A2E-656D-EC5D-FDE7-230488526EFC}"/>
              </a:ext>
            </a:extLst>
          </p:cNvPr>
          <p:cNvSpPr>
            <a:spLocks noGrp="1"/>
          </p:cNvSpPr>
          <p:nvPr>
            <p:ph type="title"/>
          </p:nvPr>
        </p:nvSpPr>
        <p:spPr/>
        <p:txBody>
          <a:bodyPr/>
          <a:lstStyle/>
          <a:p>
            <a:r>
              <a:rPr lang="en-US" dirty="0"/>
              <a:t>5. </a:t>
            </a:r>
            <a:r>
              <a:rPr lang="en-US" dirty="0" err="1"/>
              <a:t>pthread_cond_destroy</a:t>
            </a:r>
            <a:endParaRPr lang="en-US" dirty="0"/>
          </a:p>
        </p:txBody>
      </p:sp>
      <p:sp>
        <p:nvSpPr>
          <p:cNvPr id="4" name="Slide Number Placeholder 3">
            <a:extLst>
              <a:ext uri="{FF2B5EF4-FFF2-40B4-BE49-F238E27FC236}">
                <a16:creationId xmlns:a16="http://schemas.microsoft.com/office/drawing/2014/main" id="{C903FAE4-3A59-50C4-1BA6-A9AEC61D52CB}"/>
              </a:ext>
            </a:extLst>
          </p:cNvPr>
          <p:cNvSpPr>
            <a:spLocks noGrp="1"/>
          </p:cNvSpPr>
          <p:nvPr>
            <p:ph type="sldNum" sz="quarter" idx="2"/>
          </p:nvPr>
        </p:nvSpPr>
        <p:spPr>
          <a:xfrm>
            <a:off x="11686121" y="6400800"/>
            <a:ext cx="218008" cy="379591"/>
          </a:xfrm>
        </p:spPr>
        <p:txBody>
          <a:bodyPr/>
          <a:lstStyle/>
          <a:p>
            <a:pPr marL="0" marR="0" lvl="0" indent="0" algn="ctr" defTabSz="412750" rtl="0" eaLnBrk="1" fontAlgn="auto" latinLnBrk="0" hangingPunct="0">
              <a:lnSpc>
                <a:spcPct val="100000"/>
              </a:lnSpc>
              <a:spcBef>
                <a:spcPts val="0"/>
              </a:spcBef>
              <a:spcAft>
                <a:spcPts val="0"/>
              </a:spcAft>
              <a:buClrTx/>
              <a:buSzTx/>
              <a:buFontTx/>
              <a:buNone/>
              <a:tabLst/>
              <a:defRPr/>
            </a:pPr>
            <a:fld id="{86CB4B4D-7CA3-9044-876B-883B54F8677D}" type="slidenum">
              <a:rPr kumimoji="0" lang="en-US" sz="1800" b="0" i="0" u="none" strike="noStrike" kern="0" cap="none" spc="0" normalizeH="0" baseline="0" noProof="0">
                <a:ln>
                  <a:noFill/>
                </a:ln>
                <a:solidFill>
                  <a:srgbClr val="800080"/>
                </a:solidFill>
                <a:effectLst/>
                <a:uLnTx/>
                <a:uFillTx/>
                <a:latin typeface="Gill Sans MT" panose="020B0502020104020203" pitchFamily="34" charset="0"/>
                <a:cs typeface="Helvetica"/>
                <a:sym typeface="Helvetica"/>
              </a:rPr>
              <a:pPr marL="0" marR="0" lvl="0" indent="0" algn="ctr" defTabSz="412750" rtl="0" eaLnBrk="1" fontAlgn="auto" latinLnBrk="0" hangingPunct="0">
                <a:lnSpc>
                  <a:spcPct val="100000"/>
                </a:lnSpc>
                <a:spcBef>
                  <a:spcPts val="0"/>
                </a:spcBef>
                <a:spcAft>
                  <a:spcPts val="0"/>
                </a:spcAft>
                <a:buClrTx/>
                <a:buSzTx/>
                <a:buFontTx/>
                <a:buNone/>
                <a:tabLst/>
                <a:defRPr/>
              </a:pPr>
              <a:t>12</a:t>
            </a:fld>
            <a:endParaRPr kumimoji="0" lang="en-US" sz="1800" b="0" i="0" u="none" strike="noStrike" kern="0" cap="none" spc="0" normalizeH="0" baseline="0" noProof="0">
              <a:ln>
                <a:noFill/>
              </a:ln>
              <a:solidFill>
                <a:srgbClr val="800080"/>
              </a:solidFill>
              <a:effectLst/>
              <a:uLnTx/>
              <a:uFillTx/>
              <a:latin typeface="Gill Sans MT" panose="020B0502020104020203" pitchFamily="34" charset="0"/>
              <a:cs typeface="Helvetica"/>
              <a:sym typeface="Helvetica"/>
            </a:endParaRPr>
          </a:p>
        </p:txBody>
      </p:sp>
      <p:sp>
        <p:nvSpPr>
          <p:cNvPr id="8" name="文本占位符 7">
            <a:extLst>
              <a:ext uri="{FF2B5EF4-FFF2-40B4-BE49-F238E27FC236}">
                <a16:creationId xmlns:a16="http://schemas.microsoft.com/office/drawing/2014/main" id="{1D68554F-5AF8-7E1E-17A3-DE6F9E0E8871}"/>
              </a:ext>
            </a:extLst>
          </p:cNvPr>
          <p:cNvSpPr>
            <a:spLocks noGrp="1"/>
          </p:cNvSpPr>
          <p:nvPr>
            <p:ph type="body" idx="1"/>
          </p:nvPr>
        </p:nvSpPr>
        <p:spPr>
          <a:xfrm>
            <a:off x="844550" y="1229567"/>
            <a:ext cx="10502900" cy="693576"/>
          </a:xfrm>
        </p:spPr>
        <p:txBody>
          <a:bodyPr>
            <a:normAutofit/>
          </a:bodyPr>
          <a:lstStyle/>
          <a:p>
            <a:pPr>
              <a:buFont typeface="Wingdings" panose="05000000000000000000" pitchFamily="2" charset="2"/>
              <a:buChar char="Ø"/>
            </a:pPr>
            <a:r>
              <a:rPr lang="en-US" altLang="zh-CN" sz="2400" dirty="0"/>
              <a:t>Purpose: destroy a condition variable, releasing resources.</a:t>
            </a:r>
          </a:p>
        </p:txBody>
      </p:sp>
      <p:sp>
        <p:nvSpPr>
          <p:cNvPr id="13" name="文本框 12">
            <a:extLst>
              <a:ext uri="{FF2B5EF4-FFF2-40B4-BE49-F238E27FC236}">
                <a16:creationId xmlns:a16="http://schemas.microsoft.com/office/drawing/2014/main" id="{ED25030F-4FDC-B91B-5C28-8CD4A7CDFC47}"/>
              </a:ext>
            </a:extLst>
          </p:cNvPr>
          <p:cNvSpPr txBox="1"/>
          <p:nvPr/>
        </p:nvSpPr>
        <p:spPr>
          <a:xfrm>
            <a:off x="844550" y="1754653"/>
            <a:ext cx="6096000" cy="461665"/>
          </a:xfrm>
          <a:prstGeom prst="rect">
            <a:avLst/>
          </a:prstGeom>
          <a:noFill/>
          <a:ln w="12700" cap="flat">
            <a:noFill/>
            <a:miter lim="400000"/>
          </a:ln>
          <a:effectLst/>
          <a:sp3d/>
        </p:spPr>
        <p:style>
          <a:lnRef idx="0">
            <a:scrgbClr r="0" g="0" b="0"/>
          </a:lnRef>
          <a:fillRef idx="0">
            <a:scrgbClr r="0" g="0" b="0"/>
          </a:fillRef>
          <a:effectRef idx="0">
            <a:scrgbClr r="0" g="0" b="0"/>
          </a:effectRef>
          <a:fontRef idx="none"/>
        </p:style>
        <p:txBody>
          <a:bodyPr wrap="square">
            <a:spAutoFit/>
          </a:bodyPr>
          <a:lstStyle/>
          <a:p>
            <a:pPr marL="289152" marR="0" lvl="0" indent="-289152" algn="l" defTabSz="412750" rtl="0" eaLnBrk="1" fontAlgn="auto" latinLnBrk="0" hangingPunct="1">
              <a:lnSpc>
                <a:spcPct val="100000"/>
              </a:lnSpc>
              <a:spcBef>
                <a:spcPts val="2950"/>
              </a:spcBef>
              <a:spcAft>
                <a:spcPts val="0"/>
              </a:spcAft>
              <a:buClrTx/>
              <a:buSzPct val="100000"/>
              <a:buFont typeface="Wingdings" panose="05000000000000000000" pitchFamily="2" charset="2"/>
              <a:buChar char="Ø"/>
              <a:tabLst/>
              <a:defRPr/>
            </a:pPr>
            <a:r>
              <a:rPr kumimoji="0" lang="en-US" altLang="zh-CN" sz="2400" b="0" i="0" u="none" strike="noStrike" kern="0" cap="none" spc="0" normalizeH="0" baseline="0" noProof="0" dirty="0">
                <a:ln>
                  <a:noFill/>
                </a:ln>
                <a:solidFill>
                  <a:srgbClr val="202020"/>
                </a:solidFill>
                <a:effectLst/>
                <a:uLnTx/>
                <a:uFillTx/>
                <a:latin typeface="Gill Sans MT" panose="020B0502020104020203" pitchFamily="34" charset="0"/>
                <a:cs typeface="Helvetica"/>
                <a:sym typeface="Helvetica"/>
              </a:rPr>
              <a:t>Syntax:</a:t>
            </a:r>
            <a:endParaRPr kumimoji="0" lang="zh-CN" altLang="en-US" sz="2400" b="0" i="0" u="none" strike="noStrike" kern="0" cap="none" spc="0" normalizeH="0" baseline="0" noProof="0" dirty="0">
              <a:ln>
                <a:noFill/>
              </a:ln>
              <a:solidFill>
                <a:srgbClr val="202020"/>
              </a:solidFill>
              <a:effectLst/>
              <a:uLnTx/>
              <a:uFillTx/>
              <a:latin typeface="Gill Sans MT" panose="020B0502020104020203" pitchFamily="34" charset="0"/>
              <a:cs typeface="Helvetica"/>
              <a:sym typeface="Helvetica"/>
            </a:endParaRPr>
          </a:p>
        </p:txBody>
      </p:sp>
      <p:sp>
        <p:nvSpPr>
          <p:cNvPr id="17" name="文本框 16">
            <a:extLst>
              <a:ext uri="{FF2B5EF4-FFF2-40B4-BE49-F238E27FC236}">
                <a16:creationId xmlns:a16="http://schemas.microsoft.com/office/drawing/2014/main" id="{6581B964-F4DA-382E-A5CC-2C7FCE505809}"/>
              </a:ext>
            </a:extLst>
          </p:cNvPr>
          <p:cNvSpPr txBox="1"/>
          <p:nvPr/>
        </p:nvSpPr>
        <p:spPr>
          <a:xfrm>
            <a:off x="1262740" y="2282953"/>
            <a:ext cx="10084709" cy="369332"/>
          </a:xfrm>
          <a:prstGeom prst="rect">
            <a:avLst/>
          </a:prstGeom>
          <a:noFill/>
          <a:ln w="12700" cap="flat">
            <a:solidFill>
              <a:schemeClr val="tx1"/>
            </a:solidFill>
            <a:miter lim="400000"/>
          </a:ln>
          <a:effectLst/>
          <a:sp3d/>
        </p:spPr>
        <p:style>
          <a:lnRef idx="0">
            <a:scrgbClr r="0" g="0" b="0"/>
          </a:lnRef>
          <a:fillRef idx="0">
            <a:scrgbClr r="0" g="0" b="0"/>
          </a:fillRef>
          <a:effectRef idx="0">
            <a:scrgbClr r="0" g="0" b="0"/>
          </a:effectRef>
          <a:fontRef idx="none"/>
        </p:style>
        <p:txBody>
          <a:bodyPr wrap="square">
            <a:spAutoFit/>
          </a:bodyPr>
          <a:lstStyle/>
          <a:p>
            <a:pPr algn="l"/>
            <a:r>
              <a:rPr lang="en-US" altLang="zh-CN" b="0" i="0" dirty="0">
                <a:solidFill>
                  <a:srgbClr val="A626A4"/>
                </a:solidFill>
                <a:effectLst/>
                <a:latin typeface="Consolas" panose="020B0609020204030204" pitchFamily="49" charset="0"/>
              </a:rPr>
              <a:t>int</a:t>
            </a:r>
            <a:r>
              <a:rPr lang="en-US" altLang="zh-CN" b="0" i="0" dirty="0">
                <a:solidFill>
                  <a:srgbClr val="5C5C5C"/>
                </a:solidFill>
                <a:effectLst/>
                <a:latin typeface="Consolas" panose="020B0609020204030204" pitchFamily="49" charset="0"/>
              </a:rPr>
              <a:t> </a:t>
            </a:r>
            <a:r>
              <a:rPr lang="en-US" altLang="zh-CN" b="0" i="0" dirty="0" err="1">
                <a:solidFill>
                  <a:srgbClr val="4078F2"/>
                </a:solidFill>
                <a:effectLst/>
                <a:latin typeface="Consolas" panose="020B0609020204030204" pitchFamily="49" charset="0"/>
              </a:rPr>
              <a:t>pthread_cond_destroy</a:t>
            </a:r>
            <a:r>
              <a:rPr lang="en-US" altLang="zh-CN" b="0" i="0" dirty="0">
                <a:solidFill>
                  <a:srgbClr val="5C5C5C"/>
                </a:solidFill>
                <a:effectLst/>
                <a:latin typeface="Consolas" panose="020B0609020204030204" pitchFamily="49" charset="0"/>
              </a:rPr>
              <a:t>(</a:t>
            </a:r>
            <a:r>
              <a:rPr lang="en-US" altLang="zh-CN" b="0" i="0" dirty="0" err="1">
                <a:solidFill>
                  <a:srgbClr val="A626A4"/>
                </a:solidFill>
                <a:effectLst/>
                <a:latin typeface="Consolas" panose="020B0609020204030204" pitchFamily="49" charset="0"/>
              </a:rPr>
              <a:t>pthread_cond_t</a:t>
            </a:r>
            <a:r>
              <a:rPr lang="en-US" altLang="zh-CN" b="0" i="0" dirty="0">
                <a:solidFill>
                  <a:srgbClr val="5C5C5C"/>
                </a:solidFill>
                <a:effectLst/>
                <a:latin typeface="Consolas" panose="020B0609020204030204" pitchFamily="49" charset="0"/>
              </a:rPr>
              <a:t> *</a:t>
            </a:r>
            <a:r>
              <a:rPr lang="en-US" altLang="zh-CN" b="0" i="0" dirty="0" err="1">
                <a:solidFill>
                  <a:srgbClr val="5C5C5C"/>
                </a:solidFill>
                <a:effectLst/>
                <a:latin typeface="Consolas" panose="020B0609020204030204" pitchFamily="49" charset="0"/>
              </a:rPr>
              <a:t>cond</a:t>
            </a:r>
            <a:r>
              <a:rPr lang="en-US" altLang="zh-CN" b="0" i="0" dirty="0">
                <a:solidFill>
                  <a:srgbClr val="5C5C5C"/>
                </a:solidFill>
                <a:effectLst/>
                <a:latin typeface="Consolas" panose="020B0609020204030204" pitchFamily="49" charset="0"/>
              </a:rPr>
              <a:t>);</a:t>
            </a:r>
          </a:p>
        </p:txBody>
      </p:sp>
      <p:sp>
        <p:nvSpPr>
          <p:cNvPr id="18" name="Rectangle 2">
            <a:extLst>
              <a:ext uri="{FF2B5EF4-FFF2-40B4-BE49-F238E27FC236}">
                <a16:creationId xmlns:a16="http://schemas.microsoft.com/office/drawing/2014/main" id="{A18B1B3D-31B5-29E2-CF84-EA37A5C3394F}"/>
              </a:ext>
            </a:extLst>
          </p:cNvPr>
          <p:cNvSpPr>
            <a:spLocks noChangeArrowheads="1"/>
          </p:cNvSpPr>
          <p:nvPr/>
        </p:nvSpPr>
        <p:spPr bwMode="auto">
          <a:xfrm>
            <a:off x="844550" y="2879903"/>
            <a:ext cx="10084709" cy="738664"/>
          </a:xfrm>
          <a:prstGeom prst="rect">
            <a:avLst/>
          </a:prstGeom>
          <a:noFill/>
          <a:ln>
            <a:noFill/>
          </a:ln>
          <a:effectLst/>
        </p:spPr>
        <p:txBody>
          <a:bodyPr vert="horz" wrap="square" lIns="91440" tIns="45720" rIns="91440" bIns="45720" numCol="1" anchor="ctr" anchorCtr="0" compatLnSpc="1">
            <a:prstTxWarp prst="textNoShape">
              <a:avLst/>
            </a:prstTxWarp>
            <a:spAutoFit/>
          </a:bodyPr>
          <a:lstStyle/>
          <a:p>
            <a:pPr marL="342900" marR="0" lvl="0" indent="-342900" algn="l" defTabSz="914400" rtl="0" eaLnBrk="0" fontAlgn="t" latinLnBrk="0" hangingPunct="0">
              <a:lnSpc>
                <a:spcPct val="100000"/>
              </a:lnSpc>
              <a:spcBef>
                <a:spcPct val="0"/>
              </a:spcBef>
              <a:spcAft>
                <a:spcPct val="0"/>
              </a:spcAft>
              <a:buClrTx/>
              <a:buSzTx/>
              <a:buFont typeface="Wingdings" panose="05000000000000000000" pitchFamily="2" charset="2"/>
              <a:buChar char="Ø"/>
              <a:tabLst/>
            </a:pPr>
            <a:r>
              <a:rPr lang="zh-CN" altLang="zh-CN" sz="2400" kern="0" dirty="0">
                <a:solidFill>
                  <a:srgbClr val="202020"/>
                </a:solidFill>
                <a:latin typeface="Gill Sans MT" panose="020B0502020104020203" pitchFamily="34" charset="0"/>
                <a:cs typeface="Helvetica"/>
              </a:rPr>
              <a:t>Parameters:</a:t>
            </a:r>
            <a:endParaRPr lang="zh-CN" altLang="zh-CN" kern="0" dirty="0">
              <a:solidFill>
                <a:srgbClr val="202020"/>
              </a:solidFill>
              <a:latin typeface="Gill Sans MT" panose="020B0502020104020203" pitchFamily="34" charset="0"/>
              <a:cs typeface="Helvetica"/>
            </a:endParaRPr>
          </a:p>
          <a:p>
            <a:pPr marL="457200" marR="0" lvl="1" indent="0" algn="l" defTabSz="914400" rtl="0" eaLnBrk="0" fontAlgn="base" latinLnBrk="0" hangingPunct="0">
              <a:lnSpc>
                <a:spcPct val="100000"/>
              </a:lnSpc>
              <a:spcBef>
                <a:spcPct val="0"/>
              </a:spcBef>
              <a:spcAft>
                <a:spcPct val="0"/>
              </a:spcAft>
              <a:buClrTx/>
              <a:buSzTx/>
              <a:buFontTx/>
              <a:buChar char="•"/>
              <a:tabLst/>
            </a:pPr>
            <a:r>
              <a:rPr lang="en-US" altLang="zh-CN" kern="0" dirty="0">
                <a:solidFill>
                  <a:srgbClr val="202020"/>
                </a:solidFill>
                <a:latin typeface="Gill Sans MT" panose="020B0502020104020203" pitchFamily="34" charset="0"/>
                <a:cs typeface="Helvetica"/>
              </a:rPr>
              <a:t> </a:t>
            </a:r>
            <a:r>
              <a:rPr lang="en-US" altLang="zh-CN" kern="0" dirty="0" err="1">
                <a:solidFill>
                  <a:srgbClr val="C00000"/>
                </a:solidFill>
                <a:latin typeface="Gill Sans MT" panose="020B0502020104020203" pitchFamily="34" charset="0"/>
                <a:cs typeface="Helvetica"/>
              </a:rPr>
              <a:t>cond</a:t>
            </a:r>
            <a:r>
              <a:rPr lang="en-US" altLang="zh-CN" kern="0" dirty="0">
                <a:solidFill>
                  <a:srgbClr val="C00000"/>
                </a:solidFill>
                <a:latin typeface="Gill Sans MT" panose="020B0502020104020203" pitchFamily="34" charset="0"/>
                <a:cs typeface="Helvetica"/>
              </a:rPr>
              <a:t>: </a:t>
            </a:r>
            <a:r>
              <a:rPr lang="en-US" altLang="zh-CN" kern="0" dirty="0">
                <a:solidFill>
                  <a:schemeClr val="tx1">
                    <a:lumMod val="50000"/>
                  </a:schemeClr>
                </a:solidFill>
                <a:latin typeface="Gill Sans MT" panose="020B0502020104020203" pitchFamily="34" charset="0"/>
                <a:cs typeface="Helvetica"/>
              </a:rPr>
              <a:t>pointer to the condition variable.</a:t>
            </a:r>
            <a:endParaRPr lang="zh-CN" altLang="en-US" kern="0" dirty="0">
              <a:solidFill>
                <a:schemeClr val="tx1">
                  <a:lumMod val="50000"/>
                </a:schemeClr>
              </a:solidFill>
              <a:latin typeface="Gill Sans MT" panose="020B0502020104020203" pitchFamily="34" charset="0"/>
              <a:cs typeface="Helvetica"/>
            </a:endParaRPr>
          </a:p>
        </p:txBody>
      </p:sp>
      <p:sp>
        <p:nvSpPr>
          <p:cNvPr id="19" name="文本框 18">
            <a:extLst>
              <a:ext uri="{FF2B5EF4-FFF2-40B4-BE49-F238E27FC236}">
                <a16:creationId xmlns:a16="http://schemas.microsoft.com/office/drawing/2014/main" id="{5CABB9FE-E2BB-4A06-2289-2E62E1541A6C}"/>
              </a:ext>
            </a:extLst>
          </p:cNvPr>
          <p:cNvSpPr txBox="1"/>
          <p:nvPr/>
        </p:nvSpPr>
        <p:spPr>
          <a:xfrm>
            <a:off x="844550" y="3757067"/>
            <a:ext cx="6096000" cy="461665"/>
          </a:xfrm>
          <a:prstGeom prst="rect">
            <a:avLst/>
          </a:prstGeom>
          <a:noFill/>
          <a:ln w="12700" cap="flat">
            <a:noFill/>
            <a:miter lim="400000"/>
          </a:ln>
          <a:effectLst/>
          <a:sp3d/>
        </p:spPr>
        <p:style>
          <a:lnRef idx="0">
            <a:scrgbClr r="0" g="0" b="0"/>
          </a:lnRef>
          <a:fillRef idx="0">
            <a:scrgbClr r="0" g="0" b="0"/>
          </a:fillRef>
          <a:effectRef idx="0">
            <a:scrgbClr r="0" g="0" b="0"/>
          </a:effectRef>
          <a:fontRef idx="none"/>
        </p:style>
        <p:txBody>
          <a:bodyPr wrap="square">
            <a:spAutoFit/>
          </a:bodyPr>
          <a:lstStyle/>
          <a:p>
            <a:pPr marL="289152" marR="0" lvl="0" indent="-289152" algn="l" defTabSz="412750" rtl="0" eaLnBrk="1" fontAlgn="auto" latinLnBrk="0" hangingPunct="1">
              <a:lnSpc>
                <a:spcPct val="100000"/>
              </a:lnSpc>
              <a:spcBef>
                <a:spcPts val="2950"/>
              </a:spcBef>
              <a:spcAft>
                <a:spcPts val="0"/>
              </a:spcAft>
              <a:buClrTx/>
              <a:buSzPct val="100000"/>
              <a:buFont typeface="Wingdings" panose="05000000000000000000" pitchFamily="2" charset="2"/>
              <a:buChar char="Ø"/>
              <a:tabLst/>
              <a:defRPr/>
            </a:pPr>
            <a:r>
              <a:rPr kumimoji="0" lang="en-US" altLang="zh-CN" sz="2400" b="0" i="0" u="none" strike="noStrike" kern="0" cap="none" spc="0" normalizeH="0" baseline="0" noProof="0" dirty="0">
                <a:ln>
                  <a:noFill/>
                </a:ln>
                <a:solidFill>
                  <a:srgbClr val="202020"/>
                </a:solidFill>
                <a:effectLst/>
                <a:uLnTx/>
                <a:uFillTx/>
                <a:latin typeface="Gill Sans MT" panose="020B0502020104020203" pitchFamily="34" charset="0"/>
                <a:cs typeface="Helvetica"/>
                <a:sym typeface="Helvetica"/>
              </a:rPr>
              <a:t>Example:</a:t>
            </a:r>
            <a:endParaRPr lang="en-US" altLang="zh-CN" sz="2400" kern="0" dirty="0">
              <a:solidFill>
                <a:srgbClr val="202020"/>
              </a:solidFill>
              <a:latin typeface="Gill Sans MT" panose="020B0502020104020203" pitchFamily="34" charset="0"/>
              <a:cs typeface="Helvetica"/>
              <a:sym typeface="Helvetica"/>
            </a:endParaRPr>
          </a:p>
        </p:txBody>
      </p:sp>
      <p:sp>
        <p:nvSpPr>
          <p:cNvPr id="20" name="文本框 19">
            <a:extLst>
              <a:ext uri="{FF2B5EF4-FFF2-40B4-BE49-F238E27FC236}">
                <a16:creationId xmlns:a16="http://schemas.microsoft.com/office/drawing/2014/main" id="{3169D8BD-A06F-D6F6-ABD3-B05ED15363F3}"/>
              </a:ext>
            </a:extLst>
          </p:cNvPr>
          <p:cNvSpPr txBox="1"/>
          <p:nvPr/>
        </p:nvSpPr>
        <p:spPr>
          <a:xfrm>
            <a:off x="1262740" y="4282153"/>
            <a:ext cx="10084709" cy="369332"/>
          </a:xfrm>
          <a:prstGeom prst="rect">
            <a:avLst/>
          </a:prstGeom>
          <a:noFill/>
          <a:ln w="12700" cap="flat">
            <a:solidFill>
              <a:schemeClr val="tx1"/>
            </a:solidFill>
            <a:miter lim="400000"/>
          </a:ln>
          <a:effectLst/>
          <a:sp3d/>
        </p:spPr>
        <p:style>
          <a:lnRef idx="0">
            <a:scrgbClr r="0" g="0" b="0"/>
          </a:lnRef>
          <a:fillRef idx="0">
            <a:scrgbClr r="0" g="0" b="0"/>
          </a:fillRef>
          <a:effectRef idx="0">
            <a:scrgbClr r="0" g="0" b="0"/>
          </a:effectRef>
          <a:fontRef idx="none"/>
        </p:style>
        <p:txBody>
          <a:bodyPr wrap="square">
            <a:spAutoFit/>
          </a:bodyPr>
          <a:lstStyle/>
          <a:p>
            <a:pPr algn="l"/>
            <a:r>
              <a:rPr lang="en-US" altLang="zh-CN" b="0" i="0" dirty="0" err="1">
                <a:solidFill>
                  <a:srgbClr val="5C5C5C"/>
                </a:solidFill>
                <a:effectLst/>
                <a:latin typeface="Consolas" panose="020B0609020204030204" pitchFamily="49" charset="0"/>
              </a:rPr>
              <a:t>pthread_cond_destroy</a:t>
            </a:r>
            <a:r>
              <a:rPr lang="en-US" altLang="zh-CN" b="0" i="0" dirty="0">
                <a:solidFill>
                  <a:srgbClr val="5C5C5C"/>
                </a:solidFill>
                <a:effectLst/>
                <a:latin typeface="Consolas" panose="020B0609020204030204" pitchFamily="49" charset="0"/>
              </a:rPr>
              <a:t>(&amp;</a:t>
            </a:r>
            <a:r>
              <a:rPr lang="en-US" altLang="zh-CN" b="0" i="0" dirty="0" err="1">
                <a:solidFill>
                  <a:srgbClr val="5C5C5C"/>
                </a:solidFill>
                <a:effectLst/>
                <a:latin typeface="Consolas" panose="020B0609020204030204" pitchFamily="49" charset="0"/>
              </a:rPr>
              <a:t>cond</a:t>
            </a:r>
            <a:r>
              <a:rPr lang="en-US" altLang="zh-CN" b="0" i="0" dirty="0">
                <a:solidFill>
                  <a:srgbClr val="5C5C5C"/>
                </a:solidFill>
                <a:effectLst/>
                <a:latin typeface="Consolas" panose="020B0609020204030204" pitchFamily="49" charset="0"/>
              </a:rPr>
              <a:t>);</a:t>
            </a:r>
          </a:p>
        </p:txBody>
      </p:sp>
    </p:spTree>
    <p:extLst>
      <p:ext uri="{BB962C8B-B14F-4D97-AF65-F5344CB8AC3E}">
        <p14:creationId xmlns:p14="http://schemas.microsoft.com/office/powerpoint/2010/main" val="2151756269"/>
      </p:ext>
    </p:extLst>
  </p:cSld>
  <p:clrMapOvr>
    <a:masterClrMapping/>
  </p:clrMapOvr>
  <p:transition spd="med"/>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2715A2E-656D-EC5D-FDE7-230488526EFC}"/>
              </a:ext>
            </a:extLst>
          </p:cNvPr>
          <p:cNvSpPr>
            <a:spLocks noGrp="1"/>
          </p:cNvSpPr>
          <p:nvPr>
            <p:ph type="title"/>
          </p:nvPr>
        </p:nvSpPr>
        <p:spPr/>
        <p:txBody>
          <a:bodyPr/>
          <a:lstStyle/>
          <a:p>
            <a:r>
              <a:rPr lang="en-US" dirty="0"/>
              <a:t>Example 1: Multiple Producers and Consumers</a:t>
            </a:r>
          </a:p>
        </p:txBody>
      </p:sp>
      <p:sp>
        <p:nvSpPr>
          <p:cNvPr id="4" name="Slide Number Placeholder 3">
            <a:extLst>
              <a:ext uri="{FF2B5EF4-FFF2-40B4-BE49-F238E27FC236}">
                <a16:creationId xmlns:a16="http://schemas.microsoft.com/office/drawing/2014/main" id="{C903FAE4-3A59-50C4-1BA6-A9AEC61D52CB}"/>
              </a:ext>
            </a:extLst>
          </p:cNvPr>
          <p:cNvSpPr>
            <a:spLocks noGrp="1"/>
          </p:cNvSpPr>
          <p:nvPr>
            <p:ph type="sldNum" sz="quarter" idx="2"/>
          </p:nvPr>
        </p:nvSpPr>
        <p:spPr>
          <a:xfrm>
            <a:off x="11686121" y="6400800"/>
            <a:ext cx="218008" cy="379591"/>
          </a:xfrm>
        </p:spPr>
        <p:txBody>
          <a:bodyPr/>
          <a:lstStyle/>
          <a:p>
            <a:pPr marL="0" marR="0" lvl="0" indent="0" algn="ctr" defTabSz="412750" rtl="0" eaLnBrk="1" fontAlgn="auto" latinLnBrk="0" hangingPunct="0">
              <a:lnSpc>
                <a:spcPct val="100000"/>
              </a:lnSpc>
              <a:spcBef>
                <a:spcPts val="0"/>
              </a:spcBef>
              <a:spcAft>
                <a:spcPts val="0"/>
              </a:spcAft>
              <a:buClrTx/>
              <a:buSzTx/>
              <a:buFontTx/>
              <a:buNone/>
              <a:tabLst/>
              <a:defRPr/>
            </a:pPr>
            <a:fld id="{86CB4B4D-7CA3-9044-876B-883B54F8677D}" type="slidenum">
              <a:rPr kumimoji="0" lang="en-US" sz="1800" b="0" i="0" u="none" strike="noStrike" kern="0" cap="none" spc="0" normalizeH="0" baseline="0" noProof="0">
                <a:ln>
                  <a:noFill/>
                </a:ln>
                <a:solidFill>
                  <a:srgbClr val="800080"/>
                </a:solidFill>
                <a:effectLst/>
                <a:uLnTx/>
                <a:uFillTx/>
                <a:latin typeface="Gill Sans MT" panose="020B0502020104020203" pitchFamily="34" charset="0"/>
                <a:cs typeface="Helvetica"/>
                <a:sym typeface="Helvetica"/>
              </a:rPr>
              <a:pPr marL="0" marR="0" lvl="0" indent="0" algn="ctr" defTabSz="412750" rtl="0" eaLnBrk="1" fontAlgn="auto" latinLnBrk="0" hangingPunct="0">
                <a:lnSpc>
                  <a:spcPct val="100000"/>
                </a:lnSpc>
                <a:spcBef>
                  <a:spcPts val="0"/>
                </a:spcBef>
                <a:spcAft>
                  <a:spcPts val="0"/>
                </a:spcAft>
                <a:buClrTx/>
                <a:buSzTx/>
                <a:buFontTx/>
                <a:buNone/>
                <a:tabLst/>
                <a:defRPr/>
              </a:pPr>
              <a:t>13</a:t>
            </a:fld>
            <a:endParaRPr kumimoji="0" lang="en-US" sz="1800" b="0" i="0" u="none" strike="noStrike" kern="0" cap="none" spc="0" normalizeH="0" baseline="0" noProof="0">
              <a:ln>
                <a:noFill/>
              </a:ln>
              <a:solidFill>
                <a:srgbClr val="800080"/>
              </a:solidFill>
              <a:effectLst/>
              <a:uLnTx/>
              <a:uFillTx/>
              <a:latin typeface="Gill Sans MT" panose="020B0502020104020203" pitchFamily="34" charset="0"/>
              <a:cs typeface="Helvetica"/>
              <a:sym typeface="Helvetica"/>
            </a:endParaRPr>
          </a:p>
        </p:txBody>
      </p:sp>
      <p:sp>
        <p:nvSpPr>
          <p:cNvPr id="5" name="文本占位符 7">
            <a:extLst>
              <a:ext uri="{FF2B5EF4-FFF2-40B4-BE49-F238E27FC236}">
                <a16:creationId xmlns:a16="http://schemas.microsoft.com/office/drawing/2014/main" id="{14771B40-21CF-5E90-3A74-392C5D51EA85}"/>
              </a:ext>
            </a:extLst>
          </p:cNvPr>
          <p:cNvSpPr>
            <a:spLocks noGrp="1"/>
          </p:cNvSpPr>
          <p:nvPr>
            <p:ph type="body" idx="1"/>
          </p:nvPr>
        </p:nvSpPr>
        <p:spPr>
          <a:xfrm>
            <a:off x="844550" y="1229566"/>
            <a:ext cx="10502900" cy="3408535"/>
          </a:xfrm>
        </p:spPr>
        <p:txBody>
          <a:bodyPr>
            <a:normAutofit/>
          </a:bodyPr>
          <a:lstStyle/>
          <a:p>
            <a:pPr algn="l">
              <a:buFont typeface="Wingdings" panose="05000000000000000000" pitchFamily="2" charset="2"/>
              <a:buChar char="Ø"/>
            </a:pPr>
            <a:r>
              <a:rPr lang="en-US" altLang="zh-CN" sz="2400" b="1" i="0" dirty="0">
                <a:solidFill>
                  <a:srgbClr val="000000"/>
                </a:solidFill>
                <a:effectLst/>
                <a:latin typeface="-apple-system"/>
              </a:rPr>
              <a:t>Problem</a:t>
            </a:r>
            <a:r>
              <a:rPr lang="en-US" altLang="zh-CN" sz="2400" b="0" i="0" dirty="0">
                <a:solidFill>
                  <a:srgbClr val="000000"/>
                </a:solidFill>
                <a:effectLst/>
                <a:latin typeface="-apple-system"/>
              </a:rPr>
              <a:t>: Manage multiple producer and consumer threads accessing a shared buffer. Producers add items to the buffer, while consumers remove them. The challenge is to synchronize access and avoid race conditions.</a:t>
            </a:r>
          </a:p>
          <a:p>
            <a:pPr algn="l">
              <a:buFont typeface="Wingdings" panose="05000000000000000000" pitchFamily="2" charset="2"/>
              <a:buChar char="Ø"/>
            </a:pPr>
            <a:r>
              <a:rPr lang="en-US" altLang="zh-CN" sz="2400" b="1" i="0" dirty="0">
                <a:solidFill>
                  <a:srgbClr val="000000"/>
                </a:solidFill>
                <a:effectLst/>
                <a:latin typeface="-apple-system"/>
              </a:rPr>
              <a:t>Solution</a:t>
            </a:r>
            <a:r>
              <a:rPr lang="en-US" altLang="zh-CN" sz="2400" b="0" i="0" dirty="0">
                <a:solidFill>
                  <a:srgbClr val="000000"/>
                </a:solidFill>
                <a:effectLst/>
                <a:latin typeface="-apple-system"/>
              </a:rPr>
              <a:t>: Use a mutex to protect the buffer and condition variables to signal when the buffer is not full (for producers) and not empty (for consumers). Producers wait if the buffer is full, and consumers wait if it's empty, ensuring safe and efficient access.</a:t>
            </a:r>
          </a:p>
        </p:txBody>
      </p:sp>
    </p:spTree>
    <p:extLst>
      <p:ext uri="{BB962C8B-B14F-4D97-AF65-F5344CB8AC3E}">
        <p14:creationId xmlns:p14="http://schemas.microsoft.com/office/powerpoint/2010/main" val="2060659652"/>
      </p:ext>
    </p:extLst>
  </p:cSld>
  <p:clrMapOvr>
    <a:masterClrMapping/>
  </p:clrMapOvr>
  <p:transition spd="med"/>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2715A2E-656D-EC5D-FDE7-230488526EFC}"/>
              </a:ext>
            </a:extLst>
          </p:cNvPr>
          <p:cNvSpPr>
            <a:spLocks noGrp="1"/>
          </p:cNvSpPr>
          <p:nvPr>
            <p:ph type="title"/>
          </p:nvPr>
        </p:nvSpPr>
        <p:spPr/>
        <p:txBody>
          <a:bodyPr/>
          <a:lstStyle/>
          <a:p>
            <a:r>
              <a:rPr lang="en-US" dirty="0"/>
              <a:t>Example 1: Multiple Producers and Consumers</a:t>
            </a:r>
          </a:p>
        </p:txBody>
      </p:sp>
      <p:sp>
        <p:nvSpPr>
          <p:cNvPr id="4" name="Slide Number Placeholder 3">
            <a:extLst>
              <a:ext uri="{FF2B5EF4-FFF2-40B4-BE49-F238E27FC236}">
                <a16:creationId xmlns:a16="http://schemas.microsoft.com/office/drawing/2014/main" id="{C903FAE4-3A59-50C4-1BA6-A9AEC61D52CB}"/>
              </a:ext>
            </a:extLst>
          </p:cNvPr>
          <p:cNvSpPr>
            <a:spLocks noGrp="1"/>
          </p:cNvSpPr>
          <p:nvPr>
            <p:ph type="sldNum" sz="quarter" idx="2"/>
          </p:nvPr>
        </p:nvSpPr>
        <p:spPr>
          <a:xfrm>
            <a:off x="11686121" y="6400800"/>
            <a:ext cx="218008" cy="379591"/>
          </a:xfrm>
        </p:spPr>
        <p:txBody>
          <a:bodyPr/>
          <a:lstStyle/>
          <a:p>
            <a:pPr marL="0" marR="0" lvl="0" indent="0" algn="ctr" defTabSz="412750" rtl="0" eaLnBrk="1" fontAlgn="auto" latinLnBrk="0" hangingPunct="0">
              <a:lnSpc>
                <a:spcPct val="100000"/>
              </a:lnSpc>
              <a:spcBef>
                <a:spcPts val="0"/>
              </a:spcBef>
              <a:spcAft>
                <a:spcPts val="0"/>
              </a:spcAft>
              <a:buClrTx/>
              <a:buSzTx/>
              <a:buFontTx/>
              <a:buNone/>
              <a:tabLst/>
              <a:defRPr/>
            </a:pPr>
            <a:fld id="{86CB4B4D-7CA3-9044-876B-883B54F8677D}" type="slidenum">
              <a:rPr kumimoji="0" lang="en-US" sz="1800" b="0" i="0" u="none" strike="noStrike" kern="0" cap="none" spc="0" normalizeH="0" baseline="0" noProof="0">
                <a:ln>
                  <a:noFill/>
                </a:ln>
                <a:solidFill>
                  <a:srgbClr val="800080"/>
                </a:solidFill>
                <a:effectLst/>
                <a:uLnTx/>
                <a:uFillTx/>
                <a:latin typeface="Gill Sans MT" panose="020B0502020104020203" pitchFamily="34" charset="0"/>
                <a:cs typeface="Helvetica"/>
                <a:sym typeface="Helvetica"/>
              </a:rPr>
              <a:pPr marL="0" marR="0" lvl="0" indent="0" algn="ctr" defTabSz="412750" rtl="0" eaLnBrk="1" fontAlgn="auto" latinLnBrk="0" hangingPunct="0">
                <a:lnSpc>
                  <a:spcPct val="100000"/>
                </a:lnSpc>
                <a:spcBef>
                  <a:spcPts val="0"/>
                </a:spcBef>
                <a:spcAft>
                  <a:spcPts val="0"/>
                </a:spcAft>
                <a:buClrTx/>
                <a:buSzTx/>
                <a:buFontTx/>
                <a:buNone/>
                <a:tabLst/>
                <a:defRPr/>
              </a:pPr>
              <a:t>14</a:t>
            </a:fld>
            <a:endParaRPr kumimoji="0" lang="en-US" sz="1800" b="0" i="0" u="none" strike="noStrike" kern="0" cap="none" spc="0" normalizeH="0" baseline="0" noProof="0">
              <a:ln>
                <a:noFill/>
              </a:ln>
              <a:solidFill>
                <a:srgbClr val="800080"/>
              </a:solidFill>
              <a:effectLst/>
              <a:uLnTx/>
              <a:uFillTx/>
              <a:latin typeface="Gill Sans MT" panose="020B0502020104020203" pitchFamily="34" charset="0"/>
              <a:cs typeface="Helvetica"/>
              <a:sym typeface="Helvetica"/>
            </a:endParaRPr>
          </a:p>
        </p:txBody>
      </p:sp>
      <p:sp>
        <p:nvSpPr>
          <p:cNvPr id="5" name="文本框 8">
            <a:extLst>
              <a:ext uri="{FF2B5EF4-FFF2-40B4-BE49-F238E27FC236}">
                <a16:creationId xmlns:a16="http://schemas.microsoft.com/office/drawing/2014/main" id="{8F36E625-385C-74EA-5F44-3F24878C63BE}"/>
              </a:ext>
            </a:extLst>
          </p:cNvPr>
          <p:cNvSpPr txBox="1"/>
          <p:nvPr/>
        </p:nvSpPr>
        <p:spPr>
          <a:xfrm>
            <a:off x="135471" y="1910903"/>
            <a:ext cx="5820354" cy="4832092"/>
          </a:xfrm>
          <a:prstGeom prst="rect">
            <a:avLst/>
          </a:prstGeom>
          <a:noFill/>
          <a:ln>
            <a:solidFill>
              <a:schemeClr val="tx1"/>
            </a:solidFill>
          </a:ln>
        </p:spPr>
        <p:txBody>
          <a:bodyPr wrap="square" numCol="1">
            <a:spAutoFit/>
          </a:bodyPr>
          <a:lstStyle/>
          <a:p>
            <a:pPr algn="l"/>
            <a:r>
              <a:rPr lang="en-HK" altLang="zh-CN" sz="1400" b="0" i="0" dirty="0">
                <a:solidFill>
                  <a:srgbClr val="4078F2"/>
                </a:solidFill>
                <a:effectLst/>
                <a:latin typeface="Consolas" panose="020B0609020204030204" pitchFamily="49" charset="0"/>
              </a:rPr>
              <a:t>#include </a:t>
            </a:r>
            <a:r>
              <a:rPr lang="en-HK" altLang="zh-CN" sz="1400" b="0" i="0" dirty="0">
                <a:solidFill>
                  <a:srgbClr val="50A14F"/>
                </a:solidFill>
                <a:effectLst/>
                <a:latin typeface="Consolas" panose="020B0609020204030204" pitchFamily="49" charset="0"/>
              </a:rPr>
              <a:t>&lt;</a:t>
            </a:r>
            <a:r>
              <a:rPr lang="en-HK" altLang="zh-CN" sz="1400" b="0" i="0" dirty="0" err="1">
                <a:solidFill>
                  <a:srgbClr val="50A14F"/>
                </a:solidFill>
                <a:effectLst/>
                <a:latin typeface="Consolas" panose="020B0609020204030204" pitchFamily="49" charset="0"/>
              </a:rPr>
              <a:t>pthread.h</a:t>
            </a:r>
            <a:r>
              <a:rPr lang="en-HK" altLang="zh-CN" sz="1400" b="0" i="0" dirty="0">
                <a:solidFill>
                  <a:srgbClr val="50A14F"/>
                </a:solidFill>
                <a:effectLst/>
                <a:latin typeface="Consolas" panose="020B0609020204030204" pitchFamily="49" charset="0"/>
              </a:rPr>
              <a:t>&gt;</a:t>
            </a:r>
            <a:endParaRPr lang="en-HK" altLang="zh-CN" sz="1400" b="0" i="0" dirty="0">
              <a:solidFill>
                <a:srgbClr val="5C5C5C"/>
              </a:solidFill>
              <a:effectLst/>
              <a:latin typeface="Consolas" panose="020B0609020204030204" pitchFamily="49" charset="0"/>
            </a:endParaRPr>
          </a:p>
          <a:p>
            <a:pPr algn="l"/>
            <a:r>
              <a:rPr lang="en-HK" altLang="zh-CN" sz="1400" b="0" i="0" dirty="0">
                <a:solidFill>
                  <a:srgbClr val="4078F2"/>
                </a:solidFill>
                <a:effectLst/>
                <a:latin typeface="Consolas" panose="020B0609020204030204" pitchFamily="49" charset="0"/>
              </a:rPr>
              <a:t>#include </a:t>
            </a:r>
            <a:r>
              <a:rPr lang="en-HK" altLang="zh-CN" sz="1400" b="0" i="0" dirty="0">
                <a:solidFill>
                  <a:srgbClr val="50A14F"/>
                </a:solidFill>
                <a:effectLst/>
                <a:latin typeface="Consolas" panose="020B0609020204030204" pitchFamily="49" charset="0"/>
              </a:rPr>
              <a:t>&lt;</a:t>
            </a:r>
            <a:r>
              <a:rPr lang="en-HK" altLang="zh-CN" sz="1400" b="0" i="0" dirty="0" err="1">
                <a:solidFill>
                  <a:srgbClr val="50A14F"/>
                </a:solidFill>
                <a:effectLst/>
                <a:latin typeface="Consolas" panose="020B0609020204030204" pitchFamily="49" charset="0"/>
              </a:rPr>
              <a:t>stdio.h</a:t>
            </a:r>
            <a:r>
              <a:rPr lang="en-HK" altLang="zh-CN" sz="1400" b="0" i="0" dirty="0">
                <a:solidFill>
                  <a:srgbClr val="50A14F"/>
                </a:solidFill>
                <a:effectLst/>
                <a:latin typeface="Consolas" panose="020B0609020204030204" pitchFamily="49" charset="0"/>
              </a:rPr>
              <a:t>&gt;</a:t>
            </a:r>
            <a:endParaRPr lang="en-HK" altLang="zh-CN" sz="1400" b="0" i="0" dirty="0">
              <a:solidFill>
                <a:srgbClr val="5C5C5C"/>
              </a:solidFill>
              <a:effectLst/>
              <a:latin typeface="Consolas" panose="020B0609020204030204" pitchFamily="49" charset="0"/>
            </a:endParaRPr>
          </a:p>
          <a:p>
            <a:pPr algn="l"/>
            <a:r>
              <a:rPr lang="en-HK" altLang="zh-CN" sz="1400" b="0" i="0" dirty="0">
                <a:solidFill>
                  <a:srgbClr val="4078F2"/>
                </a:solidFill>
                <a:effectLst/>
                <a:latin typeface="Consolas" panose="020B0609020204030204" pitchFamily="49" charset="0"/>
              </a:rPr>
              <a:t>#include </a:t>
            </a:r>
            <a:r>
              <a:rPr lang="en-HK" altLang="zh-CN" sz="1400" b="0" i="0" dirty="0">
                <a:solidFill>
                  <a:srgbClr val="50A14F"/>
                </a:solidFill>
                <a:effectLst/>
                <a:latin typeface="Consolas" panose="020B0609020204030204" pitchFamily="49" charset="0"/>
              </a:rPr>
              <a:t>&lt;</a:t>
            </a:r>
            <a:r>
              <a:rPr lang="en-HK" altLang="zh-CN" sz="1400" b="0" i="0" dirty="0" err="1">
                <a:solidFill>
                  <a:srgbClr val="50A14F"/>
                </a:solidFill>
                <a:effectLst/>
                <a:latin typeface="Consolas" panose="020B0609020204030204" pitchFamily="49" charset="0"/>
              </a:rPr>
              <a:t>stdlib.h</a:t>
            </a:r>
            <a:r>
              <a:rPr lang="en-HK" altLang="zh-CN" sz="1400" b="0" i="0" dirty="0">
                <a:solidFill>
                  <a:srgbClr val="50A14F"/>
                </a:solidFill>
                <a:effectLst/>
                <a:latin typeface="Consolas" panose="020B0609020204030204" pitchFamily="49" charset="0"/>
              </a:rPr>
              <a:t>&gt;</a:t>
            </a:r>
            <a:endParaRPr lang="en-HK" altLang="zh-CN" sz="1400" b="0" i="0" dirty="0">
              <a:solidFill>
                <a:srgbClr val="5C5C5C"/>
              </a:solidFill>
              <a:effectLst/>
              <a:latin typeface="Consolas" panose="020B0609020204030204" pitchFamily="49" charset="0"/>
            </a:endParaRPr>
          </a:p>
          <a:p>
            <a:pPr algn="l"/>
            <a:r>
              <a:rPr lang="en-HK" altLang="zh-CN" sz="1400" b="0" i="0" dirty="0">
                <a:solidFill>
                  <a:srgbClr val="4078F2"/>
                </a:solidFill>
                <a:effectLst/>
                <a:latin typeface="Consolas" panose="020B0609020204030204" pitchFamily="49" charset="0"/>
              </a:rPr>
              <a:t>#define BUFFER_SIZE 10</a:t>
            </a:r>
            <a:endParaRPr lang="en-HK" altLang="zh-CN" sz="1400" b="0" i="0" dirty="0">
              <a:solidFill>
                <a:srgbClr val="5C5C5C"/>
              </a:solidFill>
              <a:effectLst/>
              <a:latin typeface="Consolas" panose="020B0609020204030204" pitchFamily="49" charset="0"/>
            </a:endParaRPr>
          </a:p>
          <a:p>
            <a:pPr algn="l"/>
            <a:r>
              <a:rPr lang="en-HK" altLang="zh-CN" sz="1400" b="0" i="0" dirty="0" err="1">
                <a:solidFill>
                  <a:srgbClr val="A626A4"/>
                </a:solidFill>
                <a:effectLst/>
                <a:latin typeface="Consolas" panose="020B0609020204030204" pitchFamily="49" charset="0"/>
              </a:rPr>
              <a:t>pthread_mutex_t</a:t>
            </a:r>
            <a:r>
              <a:rPr lang="en-HK" altLang="zh-CN" sz="1400" b="0" i="0" dirty="0">
                <a:solidFill>
                  <a:srgbClr val="5C5C5C"/>
                </a:solidFill>
                <a:effectLst/>
                <a:latin typeface="Consolas" panose="020B0609020204030204" pitchFamily="49" charset="0"/>
              </a:rPr>
              <a:t> mutex = PTHREAD_MUTEX_INITIALIZER;</a:t>
            </a:r>
          </a:p>
          <a:p>
            <a:pPr algn="l"/>
            <a:r>
              <a:rPr lang="en-HK" altLang="zh-CN" sz="1400" b="0" i="0" dirty="0" err="1">
                <a:solidFill>
                  <a:srgbClr val="A626A4"/>
                </a:solidFill>
                <a:effectLst/>
                <a:latin typeface="Consolas" panose="020B0609020204030204" pitchFamily="49" charset="0"/>
              </a:rPr>
              <a:t>pthread_cond_t</a:t>
            </a:r>
            <a:r>
              <a:rPr lang="en-HK" altLang="zh-CN" sz="1400" b="0" i="0" dirty="0">
                <a:solidFill>
                  <a:srgbClr val="5C5C5C"/>
                </a:solidFill>
                <a:effectLst/>
                <a:latin typeface="Consolas" panose="020B0609020204030204" pitchFamily="49" charset="0"/>
              </a:rPr>
              <a:t> </a:t>
            </a:r>
            <a:r>
              <a:rPr lang="en-HK" altLang="zh-CN" sz="1400" b="0" i="0" dirty="0" err="1">
                <a:solidFill>
                  <a:srgbClr val="5C5C5C"/>
                </a:solidFill>
                <a:effectLst/>
                <a:latin typeface="Consolas" panose="020B0609020204030204" pitchFamily="49" charset="0"/>
              </a:rPr>
              <a:t>cond_produce</a:t>
            </a:r>
            <a:r>
              <a:rPr lang="en-HK" altLang="zh-CN" sz="1400" b="0" i="0" dirty="0">
                <a:solidFill>
                  <a:srgbClr val="5C5C5C"/>
                </a:solidFill>
                <a:effectLst/>
                <a:latin typeface="Consolas" panose="020B0609020204030204" pitchFamily="49" charset="0"/>
              </a:rPr>
              <a:t> = PTHREAD_COND_INITIALIZER;</a:t>
            </a:r>
          </a:p>
          <a:p>
            <a:pPr algn="l"/>
            <a:r>
              <a:rPr lang="en-HK" altLang="zh-CN" sz="1400" b="0" i="0" dirty="0" err="1">
                <a:solidFill>
                  <a:srgbClr val="A626A4"/>
                </a:solidFill>
                <a:effectLst/>
                <a:latin typeface="Consolas" panose="020B0609020204030204" pitchFamily="49" charset="0"/>
              </a:rPr>
              <a:t>pthread_cond_t</a:t>
            </a:r>
            <a:r>
              <a:rPr lang="en-HK" altLang="zh-CN" sz="1400" b="0" i="0" dirty="0">
                <a:solidFill>
                  <a:srgbClr val="5C5C5C"/>
                </a:solidFill>
                <a:effectLst/>
                <a:latin typeface="Consolas" panose="020B0609020204030204" pitchFamily="49" charset="0"/>
              </a:rPr>
              <a:t> </a:t>
            </a:r>
            <a:r>
              <a:rPr lang="en-HK" altLang="zh-CN" sz="1400" b="0" i="0" dirty="0" err="1">
                <a:solidFill>
                  <a:srgbClr val="5C5C5C"/>
                </a:solidFill>
                <a:effectLst/>
                <a:latin typeface="Consolas" panose="020B0609020204030204" pitchFamily="49" charset="0"/>
              </a:rPr>
              <a:t>cond_consume</a:t>
            </a:r>
            <a:r>
              <a:rPr lang="en-HK" altLang="zh-CN" sz="1400" b="0" i="0" dirty="0">
                <a:solidFill>
                  <a:srgbClr val="5C5C5C"/>
                </a:solidFill>
                <a:effectLst/>
                <a:latin typeface="Consolas" panose="020B0609020204030204" pitchFamily="49" charset="0"/>
              </a:rPr>
              <a:t> = PTHREAD_COND_INITIALIZER;</a:t>
            </a:r>
          </a:p>
          <a:p>
            <a:pPr algn="l"/>
            <a:r>
              <a:rPr lang="en-HK" altLang="zh-CN" sz="1400" b="0" i="0" dirty="0">
                <a:solidFill>
                  <a:srgbClr val="A626A4"/>
                </a:solidFill>
                <a:effectLst/>
                <a:latin typeface="Consolas" panose="020B0609020204030204" pitchFamily="49" charset="0"/>
              </a:rPr>
              <a:t>int</a:t>
            </a:r>
            <a:r>
              <a:rPr lang="en-HK" altLang="zh-CN" sz="1400" b="0" i="0" dirty="0">
                <a:solidFill>
                  <a:srgbClr val="5C5C5C"/>
                </a:solidFill>
                <a:effectLst/>
                <a:latin typeface="Consolas" panose="020B0609020204030204" pitchFamily="49" charset="0"/>
              </a:rPr>
              <a:t> buffer[BUFFER_SIZE];</a:t>
            </a:r>
          </a:p>
          <a:p>
            <a:pPr algn="l"/>
            <a:r>
              <a:rPr lang="en-HK" altLang="zh-CN" sz="1400" b="0" i="0" dirty="0">
                <a:solidFill>
                  <a:srgbClr val="A626A4"/>
                </a:solidFill>
                <a:effectLst/>
                <a:latin typeface="Consolas" panose="020B0609020204030204" pitchFamily="49" charset="0"/>
              </a:rPr>
              <a:t>int</a:t>
            </a:r>
            <a:r>
              <a:rPr lang="en-HK" altLang="zh-CN" sz="1400" b="0" i="0" dirty="0">
                <a:solidFill>
                  <a:srgbClr val="5C5C5C"/>
                </a:solidFill>
                <a:effectLst/>
                <a:latin typeface="Consolas" panose="020B0609020204030204" pitchFamily="49" charset="0"/>
              </a:rPr>
              <a:t> count = </a:t>
            </a:r>
            <a:r>
              <a:rPr lang="en-HK" altLang="zh-CN" sz="1400" b="0" i="0" dirty="0">
                <a:solidFill>
                  <a:srgbClr val="986801"/>
                </a:solidFill>
                <a:effectLst/>
                <a:latin typeface="Consolas" panose="020B0609020204030204" pitchFamily="49" charset="0"/>
              </a:rPr>
              <a:t>0</a:t>
            </a:r>
            <a:r>
              <a:rPr lang="en-HK" altLang="zh-CN" sz="1400" b="0" i="0" dirty="0">
                <a:solidFill>
                  <a:srgbClr val="5C5C5C"/>
                </a:solidFill>
                <a:effectLst/>
                <a:latin typeface="Consolas" panose="020B0609020204030204" pitchFamily="49" charset="0"/>
              </a:rPr>
              <a:t>;</a:t>
            </a:r>
          </a:p>
          <a:p>
            <a:pPr algn="l"/>
            <a:r>
              <a:rPr lang="en-HK" altLang="zh-CN" sz="1400" b="0" i="0" dirty="0">
                <a:solidFill>
                  <a:srgbClr val="A626A4"/>
                </a:solidFill>
                <a:effectLst/>
                <a:latin typeface="Consolas" panose="020B0609020204030204" pitchFamily="49" charset="0"/>
              </a:rPr>
              <a:t>void</a:t>
            </a:r>
            <a:r>
              <a:rPr lang="en-HK" altLang="zh-CN" sz="1400" b="0" i="0" dirty="0">
                <a:solidFill>
                  <a:srgbClr val="5C5C5C"/>
                </a:solidFill>
                <a:effectLst/>
                <a:latin typeface="Consolas" panose="020B0609020204030204" pitchFamily="49" charset="0"/>
              </a:rPr>
              <a:t>* </a:t>
            </a:r>
            <a:r>
              <a:rPr lang="en-HK" altLang="zh-CN" sz="1400" b="0" i="0" dirty="0">
                <a:solidFill>
                  <a:srgbClr val="4078F2"/>
                </a:solidFill>
                <a:effectLst/>
                <a:latin typeface="Consolas" panose="020B0609020204030204" pitchFamily="49" charset="0"/>
              </a:rPr>
              <a:t>producer</a:t>
            </a:r>
            <a:r>
              <a:rPr lang="en-HK" altLang="zh-CN" sz="1400" b="0" i="0" dirty="0">
                <a:solidFill>
                  <a:srgbClr val="5C5C5C"/>
                </a:solidFill>
                <a:effectLst/>
                <a:latin typeface="Consolas" panose="020B0609020204030204" pitchFamily="49" charset="0"/>
              </a:rPr>
              <a:t>(</a:t>
            </a:r>
            <a:r>
              <a:rPr lang="en-HK" altLang="zh-CN" sz="1400" b="0" i="0" dirty="0">
                <a:solidFill>
                  <a:srgbClr val="A626A4"/>
                </a:solidFill>
                <a:effectLst/>
                <a:latin typeface="Consolas" panose="020B0609020204030204" pitchFamily="49" charset="0"/>
              </a:rPr>
              <a:t>void</a:t>
            </a:r>
            <a:r>
              <a:rPr lang="en-HK" altLang="zh-CN" sz="1400" b="0" i="0" dirty="0">
                <a:solidFill>
                  <a:srgbClr val="5C5C5C"/>
                </a:solidFill>
                <a:effectLst/>
                <a:latin typeface="Consolas" panose="020B0609020204030204" pitchFamily="49" charset="0"/>
              </a:rPr>
              <a:t>* </a:t>
            </a:r>
            <a:r>
              <a:rPr lang="en-HK" altLang="zh-CN" sz="1400" b="0" i="0" dirty="0" err="1">
                <a:solidFill>
                  <a:srgbClr val="5C5C5C"/>
                </a:solidFill>
                <a:effectLst/>
                <a:latin typeface="Consolas" panose="020B0609020204030204" pitchFamily="49" charset="0"/>
              </a:rPr>
              <a:t>arg</a:t>
            </a:r>
            <a:r>
              <a:rPr lang="en-HK" altLang="zh-CN" sz="1400" b="0" i="0" dirty="0">
                <a:solidFill>
                  <a:srgbClr val="5C5C5C"/>
                </a:solidFill>
                <a:effectLst/>
                <a:latin typeface="Consolas" panose="020B0609020204030204" pitchFamily="49" charset="0"/>
              </a:rPr>
              <a:t>) {</a:t>
            </a:r>
          </a:p>
          <a:p>
            <a:pPr algn="l"/>
            <a:r>
              <a:rPr lang="en-HK" altLang="zh-CN" sz="1400" b="0" i="0" dirty="0">
                <a:solidFill>
                  <a:srgbClr val="5C5C5C"/>
                </a:solidFill>
                <a:effectLst/>
                <a:latin typeface="Consolas" panose="020B0609020204030204" pitchFamily="49" charset="0"/>
              </a:rPr>
              <a:t>    </a:t>
            </a:r>
            <a:r>
              <a:rPr lang="en-HK" altLang="zh-CN" sz="1400" b="0" i="0" dirty="0">
                <a:solidFill>
                  <a:srgbClr val="A626A4"/>
                </a:solidFill>
                <a:effectLst/>
                <a:latin typeface="Consolas" panose="020B0609020204030204" pitchFamily="49" charset="0"/>
              </a:rPr>
              <a:t>while</a:t>
            </a:r>
            <a:r>
              <a:rPr lang="en-HK" altLang="zh-CN" sz="1400" b="0" i="0" dirty="0">
                <a:solidFill>
                  <a:srgbClr val="5C5C5C"/>
                </a:solidFill>
                <a:effectLst/>
                <a:latin typeface="Consolas" panose="020B0609020204030204" pitchFamily="49" charset="0"/>
              </a:rPr>
              <a:t> (</a:t>
            </a:r>
            <a:r>
              <a:rPr lang="en-HK" altLang="zh-CN" sz="1400" b="0" i="0" dirty="0">
                <a:solidFill>
                  <a:srgbClr val="986801"/>
                </a:solidFill>
                <a:effectLst/>
                <a:latin typeface="Consolas" panose="020B0609020204030204" pitchFamily="49" charset="0"/>
              </a:rPr>
              <a:t>1</a:t>
            </a:r>
            <a:r>
              <a:rPr lang="en-HK" altLang="zh-CN" sz="1400" b="0" i="0" dirty="0">
                <a:solidFill>
                  <a:srgbClr val="5C5C5C"/>
                </a:solidFill>
                <a:effectLst/>
                <a:latin typeface="Consolas" panose="020B0609020204030204" pitchFamily="49" charset="0"/>
              </a:rPr>
              <a:t>) {</a:t>
            </a:r>
          </a:p>
          <a:p>
            <a:pPr algn="l"/>
            <a:r>
              <a:rPr lang="en-HK" altLang="zh-CN" sz="1400" b="0" i="0" dirty="0">
                <a:solidFill>
                  <a:srgbClr val="5C5C5C"/>
                </a:solidFill>
                <a:effectLst/>
                <a:latin typeface="Consolas" panose="020B0609020204030204" pitchFamily="49" charset="0"/>
              </a:rPr>
              <a:t>        </a:t>
            </a:r>
            <a:r>
              <a:rPr lang="en-HK" altLang="zh-CN" sz="1400" b="0" i="0" dirty="0" err="1">
                <a:solidFill>
                  <a:srgbClr val="5C5C5C"/>
                </a:solidFill>
                <a:effectLst/>
                <a:latin typeface="Consolas" panose="020B0609020204030204" pitchFamily="49" charset="0"/>
              </a:rPr>
              <a:t>pthread_mutex_lock</a:t>
            </a:r>
            <a:r>
              <a:rPr lang="en-HK" altLang="zh-CN" sz="1400" b="0" i="0" dirty="0">
                <a:solidFill>
                  <a:srgbClr val="5C5C5C"/>
                </a:solidFill>
                <a:effectLst/>
                <a:latin typeface="Consolas" panose="020B0609020204030204" pitchFamily="49" charset="0"/>
              </a:rPr>
              <a:t>(&amp;mutex);</a:t>
            </a:r>
          </a:p>
          <a:p>
            <a:pPr algn="l"/>
            <a:r>
              <a:rPr lang="en-HK" altLang="zh-CN" sz="1400" b="0" i="0" dirty="0">
                <a:solidFill>
                  <a:srgbClr val="5C5C5C"/>
                </a:solidFill>
                <a:effectLst/>
                <a:latin typeface="Consolas" panose="020B0609020204030204" pitchFamily="49" charset="0"/>
              </a:rPr>
              <a:t>        </a:t>
            </a:r>
            <a:r>
              <a:rPr lang="en-HK" altLang="zh-CN" sz="1400" b="0" i="0" dirty="0">
                <a:solidFill>
                  <a:srgbClr val="A626A4"/>
                </a:solidFill>
                <a:effectLst/>
                <a:latin typeface="Consolas" panose="020B0609020204030204" pitchFamily="49" charset="0"/>
              </a:rPr>
              <a:t>while</a:t>
            </a:r>
            <a:r>
              <a:rPr lang="en-HK" altLang="zh-CN" sz="1400" b="0" i="0" dirty="0">
                <a:solidFill>
                  <a:srgbClr val="5C5C5C"/>
                </a:solidFill>
                <a:effectLst/>
                <a:latin typeface="Consolas" panose="020B0609020204030204" pitchFamily="49" charset="0"/>
              </a:rPr>
              <a:t> (count == BUFFER_SIZE) {</a:t>
            </a:r>
          </a:p>
          <a:p>
            <a:pPr algn="l"/>
            <a:r>
              <a:rPr lang="en-HK" altLang="zh-CN" sz="1400" b="0" i="0" dirty="0">
                <a:solidFill>
                  <a:srgbClr val="5C5C5C"/>
                </a:solidFill>
                <a:effectLst/>
                <a:latin typeface="Consolas" panose="020B0609020204030204" pitchFamily="49" charset="0"/>
              </a:rPr>
              <a:t>            </a:t>
            </a:r>
            <a:r>
              <a:rPr lang="en-HK" altLang="zh-CN" sz="1400" b="0" i="0" dirty="0" err="1">
                <a:solidFill>
                  <a:srgbClr val="5C5C5C"/>
                </a:solidFill>
                <a:effectLst/>
                <a:latin typeface="Consolas" panose="020B0609020204030204" pitchFamily="49" charset="0"/>
              </a:rPr>
              <a:t>pthread_cond_wait</a:t>
            </a:r>
            <a:r>
              <a:rPr lang="en-HK" altLang="zh-CN" sz="1400" b="0" i="0" dirty="0">
                <a:solidFill>
                  <a:srgbClr val="5C5C5C"/>
                </a:solidFill>
                <a:effectLst/>
                <a:latin typeface="Consolas" panose="020B0609020204030204" pitchFamily="49" charset="0"/>
              </a:rPr>
              <a:t>(&amp;</a:t>
            </a:r>
            <a:r>
              <a:rPr lang="en-HK" altLang="zh-CN" sz="1400" b="0" i="0" dirty="0" err="1">
                <a:solidFill>
                  <a:srgbClr val="5C5C5C"/>
                </a:solidFill>
                <a:effectLst/>
                <a:latin typeface="Consolas" panose="020B0609020204030204" pitchFamily="49" charset="0"/>
              </a:rPr>
              <a:t>cond_produce</a:t>
            </a:r>
            <a:r>
              <a:rPr lang="en-HK" altLang="zh-CN" sz="1400" b="0" i="0" dirty="0">
                <a:solidFill>
                  <a:srgbClr val="5C5C5C"/>
                </a:solidFill>
                <a:effectLst/>
                <a:latin typeface="Consolas" panose="020B0609020204030204" pitchFamily="49" charset="0"/>
              </a:rPr>
              <a:t>, &amp;mutex);</a:t>
            </a:r>
          </a:p>
          <a:p>
            <a:pPr algn="l"/>
            <a:r>
              <a:rPr lang="en-HK" altLang="zh-CN" sz="1400" b="0" i="0" dirty="0">
                <a:solidFill>
                  <a:srgbClr val="5C5C5C"/>
                </a:solidFill>
                <a:effectLst/>
                <a:latin typeface="Consolas" panose="020B0609020204030204" pitchFamily="49" charset="0"/>
              </a:rPr>
              <a:t>        }</a:t>
            </a:r>
          </a:p>
          <a:p>
            <a:pPr algn="l"/>
            <a:r>
              <a:rPr lang="en-HK" altLang="zh-CN" sz="1400" b="0" i="0" dirty="0">
                <a:solidFill>
                  <a:srgbClr val="5C5C5C"/>
                </a:solidFill>
                <a:effectLst/>
                <a:latin typeface="Consolas" panose="020B0609020204030204" pitchFamily="49" charset="0"/>
              </a:rPr>
              <a:t>        buffer[count++] = rand() % </a:t>
            </a:r>
            <a:r>
              <a:rPr lang="en-HK" altLang="zh-CN" sz="1400" b="0" i="0" dirty="0">
                <a:solidFill>
                  <a:srgbClr val="986801"/>
                </a:solidFill>
                <a:effectLst/>
                <a:latin typeface="Consolas" panose="020B0609020204030204" pitchFamily="49" charset="0"/>
              </a:rPr>
              <a:t>100</a:t>
            </a:r>
            <a:r>
              <a:rPr lang="en-HK" altLang="zh-CN" sz="1400" b="0" i="0" dirty="0">
                <a:solidFill>
                  <a:srgbClr val="5C5C5C"/>
                </a:solidFill>
                <a:effectLst/>
                <a:latin typeface="Consolas" panose="020B0609020204030204" pitchFamily="49" charset="0"/>
              </a:rPr>
              <a:t>; </a:t>
            </a:r>
            <a:r>
              <a:rPr lang="en-HK" altLang="zh-CN" sz="1400" b="0" i="1" dirty="0">
                <a:solidFill>
                  <a:srgbClr val="A0A1A7"/>
                </a:solidFill>
                <a:effectLst/>
                <a:latin typeface="Consolas" panose="020B0609020204030204" pitchFamily="49" charset="0"/>
              </a:rPr>
              <a:t>// Produce item</a:t>
            </a:r>
            <a:endParaRPr lang="en-HK" altLang="zh-CN" sz="1400" b="0" i="0" dirty="0">
              <a:solidFill>
                <a:srgbClr val="5C5C5C"/>
              </a:solidFill>
              <a:effectLst/>
              <a:latin typeface="Consolas" panose="020B0609020204030204" pitchFamily="49" charset="0"/>
            </a:endParaRPr>
          </a:p>
          <a:p>
            <a:pPr algn="l"/>
            <a:r>
              <a:rPr lang="en-HK" altLang="zh-CN" sz="1400" b="0" i="0" dirty="0">
                <a:solidFill>
                  <a:srgbClr val="5C5C5C"/>
                </a:solidFill>
                <a:effectLst/>
                <a:latin typeface="Consolas" panose="020B0609020204030204" pitchFamily="49" charset="0"/>
              </a:rPr>
              <a:t>        </a:t>
            </a:r>
            <a:r>
              <a:rPr lang="en-HK" altLang="zh-CN" sz="1400" b="0" i="0" dirty="0" err="1">
                <a:solidFill>
                  <a:srgbClr val="C18401"/>
                </a:solidFill>
                <a:effectLst/>
                <a:latin typeface="Consolas" panose="020B0609020204030204" pitchFamily="49" charset="0"/>
              </a:rPr>
              <a:t>printf</a:t>
            </a:r>
            <a:r>
              <a:rPr lang="en-HK" altLang="zh-CN" sz="1400" b="0" i="0" dirty="0">
                <a:solidFill>
                  <a:srgbClr val="5C5C5C"/>
                </a:solidFill>
                <a:effectLst/>
                <a:latin typeface="Consolas" panose="020B0609020204030204" pitchFamily="49" charset="0"/>
              </a:rPr>
              <a:t>(</a:t>
            </a:r>
            <a:r>
              <a:rPr lang="en-HK" altLang="zh-CN" sz="1400" b="0" i="0" dirty="0">
                <a:solidFill>
                  <a:srgbClr val="50A14F"/>
                </a:solidFill>
                <a:effectLst/>
                <a:latin typeface="Consolas" panose="020B0609020204030204" pitchFamily="49" charset="0"/>
              </a:rPr>
              <a:t>"Produced, count: %d\n"</a:t>
            </a:r>
            <a:r>
              <a:rPr lang="en-HK" altLang="zh-CN" sz="1400" b="0" i="0" dirty="0">
                <a:solidFill>
                  <a:srgbClr val="5C5C5C"/>
                </a:solidFill>
                <a:effectLst/>
                <a:latin typeface="Consolas" panose="020B0609020204030204" pitchFamily="49" charset="0"/>
              </a:rPr>
              <a:t>, count);</a:t>
            </a:r>
          </a:p>
          <a:p>
            <a:pPr algn="l"/>
            <a:r>
              <a:rPr lang="en-HK" altLang="zh-CN" sz="1400" b="0" i="0" dirty="0">
                <a:solidFill>
                  <a:srgbClr val="5C5C5C"/>
                </a:solidFill>
                <a:effectLst/>
                <a:latin typeface="Consolas" panose="020B0609020204030204" pitchFamily="49" charset="0"/>
              </a:rPr>
              <a:t>        </a:t>
            </a:r>
            <a:r>
              <a:rPr lang="en-HK" altLang="zh-CN" sz="1400" b="0" i="0" dirty="0" err="1">
                <a:solidFill>
                  <a:srgbClr val="5C5C5C"/>
                </a:solidFill>
                <a:effectLst/>
                <a:latin typeface="Consolas" panose="020B0609020204030204" pitchFamily="49" charset="0"/>
              </a:rPr>
              <a:t>pthread_cond_signal</a:t>
            </a:r>
            <a:r>
              <a:rPr lang="en-HK" altLang="zh-CN" sz="1400" b="0" i="0" dirty="0">
                <a:solidFill>
                  <a:srgbClr val="5C5C5C"/>
                </a:solidFill>
                <a:effectLst/>
                <a:latin typeface="Consolas" panose="020B0609020204030204" pitchFamily="49" charset="0"/>
              </a:rPr>
              <a:t>(&amp;</a:t>
            </a:r>
            <a:r>
              <a:rPr lang="en-HK" altLang="zh-CN" sz="1400" b="0" i="0" dirty="0" err="1">
                <a:solidFill>
                  <a:srgbClr val="5C5C5C"/>
                </a:solidFill>
                <a:effectLst/>
                <a:latin typeface="Consolas" panose="020B0609020204030204" pitchFamily="49" charset="0"/>
              </a:rPr>
              <a:t>cond_consume</a:t>
            </a:r>
            <a:r>
              <a:rPr lang="en-HK" altLang="zh-CN" sz="1400" b="0" i="0" dirty="0">
                <a:solidFill>
                  <a:srgbClr val="5C5C5C"/>
                </a:solidFill>
                <a:effectLst/>
                <a:latin typeface="Consolas" panose="020B0609020204030204" pitchFamily="49" charset="0"/>
              </a:rPr>
              <a:t>);</a:t>
            </a:r>
          </a:p>
          <a:p>
            <a:pPr algn="l"/>
            <a:r>
              <a:rPr lang="en-HK" altLang="zh-CN" sz="1400" b="0" i="0" dirty="0">
                <a:solidFill>
                  <a:srgbClr val="5C5C5C"/>
                </a:solidFill>
                <a:effectLst/>
                <a:latin typeface="Consolas" panose="020B0609020204030204" pitchFamily="49" charset="0"/>
              </a:rPr>
              <a:t>        </a:t>
            </a:r>
            <a:r>
              <a:rPr lang="en-HK" altLang="zh-CN" sz="1400" b="0" i="0" dirty="0" err="1">
                <a:solidFill>
                  <a:srgbClr val="5C5C5C"/>
                </a:solidFill>
                <a:effectLst/>
                <a:latin typeface="Consolas" panose="020B0609020204030204" pitchFamily="49" charset="0"/>
              </a:rPr>
              <a:t>pthread_mutex_unlock</a:t>
            </a:r>
            <a:r>
              <a:rPr lang="en-HK" altLang="zh-CN" sz="1400" b="0" i="0" dirty="0">
                <a:solidFill>
                  <a:srgbClr val="5C5C5C"/>
                </a:solidFill>
                <a:effectLst/>
                <a:latin typeface="Consolas" panose="020B0609020204030204" pitchFamily="49" charset="0"/>
              </a:rPr>
              <a:t>(&amp;mutex);</a:t>
            </a:r>
          </a:p>
          <a:p>
            <a:pPr algn="l"/>
            <a:r>
              <a:rPr lang="en-HK" altLang="zh-CN" sz="1400" b="0" i="0" dirty="0">
                <a:solidFill>
                  <a:srgbClr val="5C5C5C"/>
                </a:solidFill>
                <a:effectLst/>
                <a:latin typeface="Consolas" panose="020B0609020204030204" pitchFamily="49" charset="0"/>
              </a:rPr>
              <a:t>    }</a:t>
            </a:r>
          </a:p>
          <a:p>
            <a:pPr algn="l"/>
            <a:r>
              <a:rPr lang="en-HK" altLang="zh-CN" sz="1400" b="0" i="0" dirty="0">
                <a:solidFill>
                  <a:srgbClr val="5C5C5C"/>
                </a:solidFill>
                <a:effectLst/>
                <a:latin typeface="Consolas" panose="020B0609020204030204" pitchFamily="49" charset="0"/>
              </a:rPr>
              <a:t>    </a:t>
            </a:r>
            <a:r>
              <a:rPr lang="en-HK" altLang="zh-CN" sz="1400" b="0" i="0" dirty="0">
                <a:solidFill>
                  <a:srgbClr val="A626A4"/>
                </a:solidFill>
                <a:effectLst/>
                <a:latin typeface="Consolas" panose="020B0609020204030204" pitchFamily="49" charset="0"/>
              </a:rPr>
              <a:t>return</a:t>
            </a:r>
            <a:r>
              <a:rPr lang="en-HK" altLang="zh-CN" sz="1400" b="0" i="0" dirty="0">
                <a:solidFill>
                  <a:srgbClr val="5C5C5C"/>
                </a:solidFill>
                <a:effectLst/>
                <a:latin typeface="Consolas" panose="020B0609020204030204" pitchFamily="49" charset="0"/>
              </a:rPr>
              <a:t> </a:t>
            </a:r>
            <a:r>
              <a:rPr lang="en-HK" altLang="zh-CN" sz="1400" b="0" i="0" dirty="0">
                <a:solidFill>
                  <a:srgbClr val="0184BB"/>
                </a:solidFill>
                <a:effectLst/>
                <a:latin typeface="Consolas" panose="020B0609020204030204" pitchFamily="49" charset="0"/>
              </a:rPr>
              <a:t>NULL</a:t>
            </a:r>
            <a:r>
              <a:rPr lang="en-HK" altLang="zh-CN" sz="1400" b="0" i="0" dirty="0">
                <a:solidFill>
                  <a:srgbClr val="5C5C5C"/>
                </a:solidFill>
                <a:effectLst/>
                <a:latin typeface="Consolas" panose="020B0609020204030204" pitchFamily="49" charset="0"/>
              </a:rPr>
              <a:t>;</a:t>
            </a:r>
          </a:p>
          <a:p>
            <a:pPr algn="l"/>
            <a:r>
              <a:rPr lang="en-HK" altLang="zh-CN" sz="1400" b="0" i="0" dirty="0">
                <a:solidFill>
                  <a:srgbClr val="5C5C5C"/>
                </a:solidFill>
                <a:effectLst/>
                <a:latin typeface="Consolas" panose="020B0609020204030204" pitchFamily="49" charset="0"/>
              </a:rPr>
              <a:t>}</a:t>
            </a:r>
          </a:p>
        </p:txBody>
      </p:sp>
      <p:sp>
        <p:nvSpPr>
          <p:cNvPr id="7" name="TextBox 8">
            <a:extLst>
              <a:ext uri="{FF2B5EF4-FFF2-40B4-BE49-F238E27FC236}">
                <a16:creationId xmlns:a16="http://schemas.microsoft.com/office/drawing/2014/main" id="{0E3DD26D-BBB8-B2A2-69C6-6646F31F2824}"/>
              </a:ext>
            </a:extLst>
          </p:cNvPr>
          <p:cNvSpPr txBox="1"/>
          <p:nvPr/>
        </p:nvSpPr>
        <p:spPr>
          <a:xfrm>
            <a:off x="4720723" y="1910903"/>
            <a:ext cx="1235102" cy="369332"/>
          </a:xfrm>
          <a:prstGeom prst="rect">
            <a:avLst/>
          </a:prstGeom>
          <a:solidFill>
            <a:schemeClr val="accent4"/>
          </a:solidFill>
          <a:ln w="12700" cap="flat">
            <a:noFill/>
            <a:miter lim="400000"/>
          </a:ln>
          <a:effectLst/>
          <a:sp3d/>
        </p:spPr>
        <p:style>
          <a:lnRef idx="0">
            <a:scrgbClr r="0" g="0" b="0"/>
          </a:lnRef>
          <a:fillRef idx="0">
            <a:scrgbClr r="0" g="0" b="0"/>
          </a:fillRef>
          <a:effectRef idx="0">
            <a:scrgbClr r="0" g="0" b="0"/>
          </a:effectRef>
          <a:fontRef idx="none"/>
        </p:style>
        <p:txBody>
          <a:bodyPr wrap="square">
            <a:spAutoFit/>
          </a:bodyPr>
          <a:lstStyle/>
          <a:p>
            <a:pPr algn="ctr"/>
            <a:r>
              <a:rPr kumimoji="0" lang="en-US" sz="1800" b="0" i="0" u="none" strike="noStrike" kern="0" cap="none" spc="0" normalizeH="0" baseline="0" noProof="0" dirty="0">
                <a:ln>
                  <a:noFill/>
                </a:ln>
                <a:solidFill>
                  <a:srgbClr val="202020"/>
                </a:solidFill>
                <a:effectLst/>
                <a:uLnTx/>
                <a:uFillTx/>
                <a:latin typeface="Gill Sans MT" panose="020B0502020104020203" pitchFamily="34" charset="0"/>
                <a:cs typeface="Helvetica"/>
                <a:sym typeface="Helvetica"/>
              </a:rPr>
              <a:t>example1.c</a:t>
            </a:r>
            <a:endParaRPr lang="en-US" dirty="0"/>
          </a:p>
        </p:txBody>
      </p:sp>
      <p:sp>
        <p:nvSpPr>
          <p:cNvPr id="11" name="文本框 8">
            <a:extLst>
              <a:ext uri="{FF2B5EF4-FFF2-40B4-BE49-F238E27FC236}">
                <a16:creationId xmlns:a16="http://schemas.microsoft.com/office/drawing/2014/main" id="{3EEA725B-360D-DDD8-AA35-9EB51F024E08}"/>
              </a:ext>
            </a:extLst>
          </p:cNvPr>
          <p:cNvSpPr txBox="1"/>
          <p:nvPr/>
        </p:nvSpPr>
        <p:spPr>
          <a:xfrm>
            <a:off x="5955825" y="1264941"/>
            <a:ext cx="6100704" cy="5478423"/>
          </a:xfrm>
          <a:prstGeom prst="rect">
            <a:avLst/>
          </a:prstGeom>
          <a:noFill/>
          <a:ln>
            <a:solidFill>
              <a:schemeClr val="tx1"/>
            </a:solidFill>
          </a:ln>
        </p:spPr>
        <p:txBody>
          <a:bodyPr wrap="square" numCol="1">
            <a:spAutoFit/>
          </a:bodyPr>
          <a:lstStyle/>
          <a:p>
            <a:pPr algn="l"/>
            <a:r>
              <a:rPr lang="en-HK" altLang="zh-CN" sz="1400" b="0" i="0" dirty="0">
                <a:solidFill>
                  <a:srgbClr val="A626A4"/>
                </a:solidFill>
                <a:effectLst/>
                <a:latin typeface="Consolas" panose="020B0609020204030204" pitchFamily="49" charset="0"/>
              </a:rPr>
              <a:t>void</a:t>
            </a:r>
            <a:r>
              <a:rPr lang="en-HK" altLang="zh-CN" sz="1400" b="0" i="0" dirty="0">
                <a:solidFill>
                  <a:srgbClr val="5C5C5C"/>
                </a:solidFill>
                <a:effectLst/>
                <a:latin typeface="Consolas" panose="020B0609020204030204" pitchFamily="49" charset="0"/>
              </a:rPr>
              <a:t>* </a:t>
            </a:r>
            <a:r>
              <a:rPr lang="en-HK" altLang="zh-CN" sz="1400" b="0" i="0" dirty="0">
                <a:solidFill>
                  <a:srgbClr val="4078F2"/>
                </a:solidFill>
                <a:effectLst/>
                <a:latin typeface="Consolas" panose="020B0609020204030204" pitchFamily="49" charset="0"/>
              </a:rPr>
              <a:t>consumer</a:t>
            </a:r>
            <a:r>
              <a:rPr lang="en-HK" altLang="zh-CN" sz="1400" b="0" i="0" dirty="0">
                <a:solidFill>
                  <a:srgbClr val="5C5C5C"/>
                </a:solidFill>
                <a:effectLst/>
                <a:latin typeface="Consolas" panose="020B0609020204030204" pitchFamily="49" charset="0"/>
              </a:rPr>
              <a:t>(</a:t>
            </a:r>
            <a:r>
              <a:rPr lang="en-HK" altLang="zh-CN" sz="1400" b="0" i="0" dirty="0">
                <a:solidFill>
                  <a:srgbClr val="A626A4"/>
                </a:solidFill>
                <a:effectLst/>
                <a:latin typeface="Consolas" panose="020B0609020204030204" pitchFamily="49" charset="0"/>
              </a:rPr>
              <a:t>void</a:t>
            </a:r>
            <a:r>
              <a:rPr lang="en-HK" altLang="zh-CN" sz="1400" b="0" i="0" dirty="0">
                <a:solidFill>
                  <a:srgbClr val="5C5C5C"/>
                </a:solidFill>
                <a:effectLst/>
                <a:latin typeface="Consolas" panose="020B0609020204030204" pitchFamily="49" charset="0"/>
              </a:rPr>
              <a:t>* </a:t>
            </a:r>
            <a:r>
              <a:rPr lang="en-HK" altLang="zh-CN" sz="1400" b="0" i="0" dirty="0" err="1">
                <a:solidFill>
                  <a:srgbClr val="5C5C5C"/>
                </a:solidFill>
                <a:effectLst/>
                <a:latin typeface="Consolas" panose="020B0609020204030204" pitchFamily="49" charset="0"/>
              </a:rPr>
              <a:t>arg</a:t>
            </a:r>
            <a:r>
              <a:rPr lang="en-HK" altLang="zh-CN" sz="1400" b="0" i="0" dirty="0">
                <a:solidFill>
                  <a:srgbClr val="5C5C5C"/>
                </a:solidFill>
                <a:effectLst/>
                <a:latin typeface="Consolas" panose="020B0609020204030204" pitchFamily="49" charset="0"/>
              </a:rPr>
              <a:t>) {</a:t>
            </a:r>
          </a:p>
          <a:p>
            <a:pPr algn="l"/>
            <a:r>
              <a:rPr lang="en-HK" altLang="zh-CN" sz="1400" b="0" i="0" dirty="0">
                <a:solidFill>
                  <a:srgbClr val="5C5C5C"/>
                </a:solidFill>
                <a:effectLst/>
                <a:latin typeface="Consolas" panose="020B0609020204030204" pitchFamily="49" charset="0"/>
              </a:rPr>
              <a:t>    </a:t>
            </a:r>
            <a:r>
              <a:rPr lang="en-HK" altLang="zh-CN" sz="1400" b="0" i="0" dirty="0">
                <a:solidFill>
                  <a:srgbClr val="A626A4"/>
                </a:solidFill>
                <a:effectLst/>
                <a:latin typeface="Consolas" panose="020B0609020204030204" pitchFamily="49" charset="0"/>
              </a:rPr>
              <a:t>while</a:t>
            </a:r>
            <a:r>
              <a:rPr lang="en-HK" altLang="zh-CN" sz="1400" b="0" i="0" dirty="0">
                <a:solidFill>
                  <a:srgbClr val="5C5C5C"/>
                </a:solidFill>
                <a:effectLst/>
                <a:latin typeface="Consolas" panose="020B0609020204030204" pitchFamily="49" charset="0"/>
              </a:rPr>
              <a:t> (</a:t>
            </a:r>
            <a:r>
              <a:rPr lang="en-HK" altLang="zh-CN" sz="1400" b="0" i="0" dirty="0">
                <a:solidFill>
                  <a:srgbClr val="986801"/>
                </a:solidFill>
                <a:effectLst/>
                <a:latin typeface="Consolas" panose="020B0609020204030204" pitchFamily="49" charset="0"/>
              </a:rPr>
              <a:t>1</a:t>
            </a:r>
            <a:r>
              <a:rPr lang="en-HK" altLang="zh-CN" sz="1400" b="0" i="0" dirty="0">
                <a:solidFill>
                  <a:srgbClr val="5C5C5C"/>
                </a:solidFill>
                <a:effectLst/>
                <a:latin typeface="Consolas" panose="020B0609020204030204" pitchFamily="49" charset="0"/>
              </a:rPr>
              <a:t>) {</a:t>
            </a:r>
          </a:p>
          <a:p>
            <a:pPr algn="l"/>
            <a:r>
              <a:rPr lang="en-HK" altLang="zh-CN" sz="1400" b="0" i="0" dirty="0">
                <a:solidFill>
                  <a:srgbClr val="5C5C5C"/>
                </a:solidFill>
                <a:effectLst/>
                <a:latin typeface="Consolas" panose="020B0609020204030204" pitchFamily="49" charset="0"/>
              </a:rPr>
              <a:t>        </a:t>
            </a:r>
            <a:r>
              <a:rPr lang="en-HK" altLang="zh-CN" sz="1400" b="0" i="0" dirty="0" err="1">
                <a:solidFill>
                  <a:srgbClr val="5C5C5C"/>
                </a:solidFill>
                <a:effectLst/>
                <a:latin typeface="Consolas" panose="020B0609020204030204" pitchFamily="49" charset="0"/>
              </a:rPr>
              <a:t>pthread_mutex_lock</a:t>
            </a:r>
            <a:r>
              <a:rPr lang="en-HK" altLang="zh-CN" sz="1400" b="0" i="0" dirty="0">
                <a:solidFill>
                  <a:srgbClr val="5C5C5C"/>
                </a:solidFill>
                <a:effectLst/>
                <a:latin typeface="Consolas" panose="020B0609020204030204" pitchFamily="49" charset="0"/>
              </a:rPr>
              <a:t>(&amp;mutex);</a:t>
            </a:r>
          </a:p>
          <a:p>
            <a:pPr algn="l"/>
            <a:r>
              <a:rPr lang="en-HK" altLang="zh-CN" sz="1400" b="0" i="0" dirty="0">
                <a:solidFill>
                  <a:srgbClr val="5C5C5C"/>
                </a:solidFill>
                <a:effectLst/>
                <a:latin typeface="Consolas" panose="020B0609020204030204" pitchFamily="49" charset="0"/>
              </a:rPr>
              <a:t>        </a:t>
            </a:r>
            <a:r>
              <a:rPr lang="en-HK" altLang="zh-CN" sz="1400" b="0" i="0" dirty="0">
                <a:solidFill>
                  <a:srgbClr val="A626A4"/>
                </a:solidFill>
                <a:effectLst/>
                <a:latin typeface="Consolas" panose="020B0609020204030204" pitchFamily="49" charset="0"/>
              </a:rPr>
              <a:t>while</a:t>
            </a:r>
            <a:r>
              <a:rPr lang="en-HK" altLang="zh-CN" sz="1400" b="0" i="0" dirty="0">
                <a:solidFill>
                  <a:srgbClr val="5C5C5C"/>
                </a:solidFill>
                <a:effectLst/>
                <a:latin typeface="Consolas" panose="020B0609020204030204" pitchFamily="49" charset="0"/>
              </a:rPr>
              <a:t> (count == </a:t>
            </a:r>
            <a:r>
              <a:rPr lang="en-HK" altLang="zh-CN" sz="1400" b="0" i="0" dirty="0">
                <a:solidFill>
                  <a:srgbClr val="986801"/>
                </a:solidFill>
                <a:effectLst/>
                <a:latin typeface="Consolas" panose="020B0609020204030204" pitchFamily="49" charset="0"/>
              </a:rPr>
              <a:t>0</a:t>
            </a:r>
            <a:r>
              <a:rPr lang="en-HK" altLang="zh-CN" sz="1400" b="0" i="0" dirty="0">
                <a:solidFill>
                  <a:srgbClr val="5C5C5C"/>
                </a:solidFill>
                <a:effectLst/>
                <a:latin typeface="Consolas" panose="020B0609020204030204" pitchFamily="49" charset="0"/>
              </a:rPr>
              <a:t>) {</a:t>
            </a:r>
          </a:p>
          <a:p>
            <a:pPr algn="l"/>
            <a:r>
              <a:rPr lang="en-HK" altLang="zh-CN" sz="1400" b="0" i="0" dirty="0">
                <a:solidFill>
                  <a:srgbClr val="5C5C5C"/>
                </a:solidFill>
                <a:effectLst/>
                <a:latin typeface="Consolas" panose="020B0609020204030204" pitchFamily="49" charset="0"/>
              </a:rPr>
              <a:t>            </a:t>
            </a:r>
            <a:r>
              <a:rPr lang="en-HK" altLang="zh-CN" sz="1400" b="0" i="0" dirty="0" err="1">
                <a:solidFill>
                  <a:srgbClr val="5C5C5C"/>
                </a:solidFill>
                <a:effectLst/>
                <a:latin typeface="Consolas" panose="020B0609020204030204" pitchFamily="49" charset="0"/>
              </a:rPr>
              <a:t>pthread_cond_wait</a:t>
            </a:r>
            <a:r>
              <a:rPr lang="en-HK" altLang="zh-CN" sz="1400" b="0" i="0" dirty="0">
                <a:solidFill>
                  <a:srgbClr val="5C5C5C"/>
                </a:solidFill>
                <a:effectLst/>
                <a:latin typeface="Consolas" panose="020B0609020204030204" pitchFamily="49" charset="0"/>
              </a:rPr>
              <a:t>(&amp;</a:t>
            </a:r>
            <a:r>
              <a:rPr lang="en-HK" altLang="zh-CN" sz="1400" b="0" i="0" dirty="0" err="1">
                <a:solidFill>
                  <a:srgbClr val="5C5C5C"/>
                </a:solidFill>
                <a:effectLst/>
                <a:latin typeface="Consolas" panose="020B0609020204030204" pitchFamily="49" charset="0"/>
              </a:rPr>
              <a:t>cond_consume</a:t>
            </a:r>
            <a:r>
              <a:rPr lang="en-HK" altLang="zh-CN" sz="1400" b="0" i="0" dirty="0">
                <a:solidFill>
                  <a:srgbClr val="5C5C5C"/>
                </a:solidFill>
                <a:effectLst/>
                <a:latin typeface="Consolas" panose="020B0609020204030204" pitchFamily="49" charset="0"/>
              </a:rPr>
              <a:t>, &amp;mutex);</a:t>
            </a:r>
          </a:p>
          <a:p>
            <a:pPr algn="l"/>
            <a:r>
              <a:rPr lang="en-HK" altLang="zh-CN" sz="1400" b="0" i="0" dirty="0">
                <a:solidFill>
                  <a:srgbClr val="5C5C5C"/>
                </a:solidFill>
                <a:effectLst/>
                <a:latin typeface="Consolas" panose="020B0609020204030204" pitchFamily="49" charset="0"/>
              </a:rPr>
              <a:t>        }</a:t>
            </a:r>
          </a:p>
          <a:p>
            <a:pPr algn="l"/>
            <a:r>
              <a:rPr lang="en-HK" altLang="zh-CN" sz="1400" b="0" i="0" dirty="0">
                <a:solidFill>
                  <a:srgbClr val="5C5C5C"/>
                </a:solidFill>
                <a:effectLst/>
                <a:latin typeface="Consolas" panose="020B0609020204030204" pitchFamily="49" charset="0"/>
              </a:rPr>
              <a:t>        </a:t>
            </a:r>
            <a:r>
              <a:rPr lang="en-HK" altLang="zh-CN" sz="1400" b="0" i="0" dirty="0">
                <a:solidFill>
                  <a:srgbClr val="A626A4"/>
                </a:solidFill>
                <a:effectLst/>
                <a:latin typeface="Consolas" panose="020B0609020204030204" pitchFamily="49" charset="0"/>
              </a:rPr>
              <a:t>int</a:t>
            </a:r>
            <a:r>
              <a:rPr lang="en-HK" altLang="zh-CN" sz="1400" b="0" i="0" dirty="0">
                <a:solidFill>
                  <a:srgbClr val="5C5C5C"/>
                </a:solidFill>
                <a:effectLst/>
                <a:latin typeface="Consolas" panose="020B0609020204030204" pitchFamily="49" charset="0"/>
              </a:rPr>
              <a:t> item = buffer[--count]; </a:t>
            </a:r>
            <a:r>
              <a:rPr lang="en-HK" altLang="zh-CN" sz="1400" b="0" i="1" dirty="0">
                <a:solidFill>
                  <a:srgbClr val="A0A1A7"/>
                </a:solidFill>
                <a:effectLst/>
                <a:latin typeface="Consolas" panose="020B0609020204030204" pitchFamily="49" charset="0"/>
              </a:rPr>
              <a:t>// Consume item</a:t>
            </a:r>
            <a:endParaRPr lang="en-HK" altLang="zh-CN" sz="1400" b="0" i="0" dirty="0">
              <a:solidFill>
                <a:srgbClr val="5C5C5C"/>
              </a:solidFill>
              <a:effectLst/>
              <a:latin typeface="Consolas" panose="020B0609020204030204" pitchFamily="49" charset="0"/>
            </a:endParaRPr>
          </a:p>
          <a:p>
            <a:pPr algn="l"/>
            <a:r>
              <a:rPr lang="en-HK" altLang="zh-CN" sz="1400" b="0" i="0" dirty="0">
                <a:solidFill>
                  <a:srgbClr val="5C5C5C"/>
                </a:solidFill>
                <a:effectLst/>
                <a:latin typeface="Consolas" panose="020B0609020204030204" pitchFamily="49" charset="0"/>
              </a:rPr>
              <a:t>        </a:t>
            </a:r>
            <a:r>
              <a:rPr lang="en-HK" altLang="zh-CN" sz="1400" b="0" i="0" dirty="0" err="1">
                <a:solidFill>
                  <a:srgbClr val="C18401"/>
                </a:solidFill>
                <a:effectLst/>
                <a:latin typeface="Consolas" panose="020B0609020204030204" pitchFamily="49" charset="0"/>
              </a:rPr>
              <a:t>printf</a:t>
            </a:r>
            <a:r>
              <a:rPr lang="en-HK" altLang="zh-CN" sz="1400" b="0" i="0" dirty="0">
                <a:solidFill>
                  <a:srgbClr val="5C5C5C"/>
                </a:solidFill>
                <a:effectLst/>
                <a:latin typeface="Consolas" panose="020B0609020204030204" pitchFamily="49" charset="0"/>
              </a:rPr>
              <a:t>(</a:t>
            </a:r>
            <a:r>
              <a:rPr lang="en-HK" altLang="zh-CN" sz="1400" b="0" i="0" dirty="0">
                <a:solidFill>
                  <a:srgbClr val="50A14F"/>
                </a:solidFill>
                <a:effectLst/>
                <a:latin typeface="Consolas" panose="020B0609020204030204" pitchFamily="49" charset="0"/>
              </a:rPr>
              <a:t>"Consumed, count: %d\n"</a:t>
            </a:r>
            <a:r>
              <a:rPr lang="en-HK" altLang="zh-CN" sz="1400" b="0" i="0" dirty="0">
                <a:solidFill>
                  <a:srgbClr val="5C5C5C"/>
                </a:solidFill>
                <a:effectLst/>
                <a:latin typeface="Consolas" panose="020B0609020204030204" pitchFamily="49" charset="0"/>
              </a:rPr>
              <a:t>, count);</a:t>
            </a:r>
          </a:p>
          <a:p>
            <a:pPr algn="l"/>
            <a:r>
              <a:rPr lang="en-HK" altLang="zh-CN" sz="1400" b="0" i="0" dirty="0">
                <a:solidFill>
                  <a:srgbClr val="5C5C5C"/>
                </a:solidFill>
                <a:effectLst/>
                <a:latin typeface="Consolas" panose="020B0609020204030204" pitchFamily="49" charset="0"/>
              </a:rPr>
              <a:t>        </a:t>
            </a:r>
            <a:r>
              <a:rPr lang="en-HK" altLang="zh-CN" sz="1400" b="0" i="0" dirty="0" err="1">
                <a:solidFill>
                  <a:srgbClr val="5C5C5C"/>
                </a:solidFill>
                <a:effectLst/>
                <a:latin typeface="Consolas" panose="020B0609020204030204" pitchFamily="49" charset="0"/>
              </a:rPr>
              <a:t>pthread_cond_signal</a:t>
            </a:r>
            <a:r>
              <a:rPr lang="en-HK" altLang="zh-CN" sz="1400" b="0" i="0" dirty="0">
                <a:solidFill>
                  <a:srgbClr val="5C5C5C"/>
                </a:solidFill>
                <a:effectLst/>
                <a:latin typeface="Consolas" panose="020B0609020204030204" pitchFamily="49" charset="0"/>
              </a:rPr>
              <a:t>(&amp;</a:t>
            </a:r>
            <a:r>
              <a:rPr lang="en-HK" altLang="zh-CN" sz="1400" b="0" i="0" dirty="0" err="1">
                <a:solidFill>
                  <a:srgbClr val="5C5C5C"/>
                </a:solidFill>
                <a:effectLst/>
                <a:latin typeface="Consolas" panose="020B0609020204030204" pitchFamily="49" charset="0"/>
              </a:rPr>
              <a:t>cond_produce</a:t>
            </a:r>
            <a:r>
              <a:rPr lang="en-HK" altLang="zh-CN" sz="1400" b="0" i="0" dirty="0">
                <a:solidFill>
                  <a:srgbClr val="5C5C5C"/>
                </a:solidFill>
                <a:effectLst/>
                <a:latin typeface="Consolas" panose="020B0609020204030204" pitchFamily="49" charset="0"/>
              </a:rPr>
              <a:t>);</a:t>
            </a:r>
          </a:p>
          <a:p>
            <a:pPr algn="l"/>
            <a:r>
              <a:rPr lang="en-HK" altLang="zh-CN" sz="1400" b="0" i="0" dirty="0">
                <a:solidFill>
                  <a:srgbClr val="5C5C5C"/>
                </a:solidFill>
                <a:effectLst/>
                <a:latin typeface="Consolas" panose="020B0609020204030204" pitchFamily="49" charset="0"/>
              </a:rPr>
              <a:t>        </a:t>
            </a:r>
            <a:r>
              <a:rPr lang="en-HK" altLang="zh-CN" sz="1400" b="0" i="0" dirty="0" err="1">
                <a:solidFill>
                  <a:srgbClr val="5C5C5C"/>
                </a:solidFill>
                <a:effectLst/>
                <a:latin typeface="Consolas" panose="020B0609020204030204" pitchFamily="49" charset="0"/>
              </a:rPr>
              <a:t>pthread_mutex_unlock</a:t>
            </a:r>
            <a:r>
              <a:rPr lang="en-HK" altLang="zh-CN" sz="1400" b="0" i="0" dirty="0">
                <a:solidFill>
                  <a:srgbClr val="5C5C5C"/>
                </a:solidFill>
                <a:effectLst/>
                <a:latin typeface="Consolas" panose="020B0609020204030204" pitchFamily="49" charset="0"/>
              </a:rPr>
              <a:t>(&amp;mutex);</a:t>
            </a:r>
          </a:p>
          <a:p>
            <a:pPr algn="l"/>
            <a:r>
              <a:rPr lang="en-HK" altLang="zh-CN" sz="1400" b="0" i="0" dirty="0">
                <a:solidFill>
                  <a:srgbClr val="5C5C5C"/>
                </a:solidFill>
                <a:effectLst/>
                <a:latin typeface="Consolas" panose="020B0609020204030204" pitchFamily="49" charset="0"/>
              </a:rPr>
              <a:t>    }</a:t>
            </a:r>
          </a:p>
          <a:p>
            <a:pPr algn="l"/>
            <a:r>
              <a:rPr lang="en-HK" altLang="zh-CN" sz="1400" b="0" i="0" dirty="0">
                <a:solidFill>
                  <a:srgbClr val="5C5C5C"/>
                </a:solidFill>
                <a:effectLst/>
                <a:latin typeface="Consolas" panose="020B0609020204030204" pitchFamily="49" charset="0"/>
              </a:rPr>
              <a:t>    </a:t>
            </a:r>
            <a:r>
              <a:rPr lang="en-HK" altLang="zh-CN" sz="1400" b="0" i="0" dirty="0">
                <a:solidFill>
                  <a:srgbClr val="A626A4"/>
                </a:solidFill>
                <a:effectLst/>
                <a:latin typeface="Consolas" panose="020B0609020204030204" pitchFamily="49" charset="0"/>
              </a:rPr>
              <a:t>return</a:t>
            </a:r>
            <a:r>
              <a:rPr lang="en-HK" altLang="zh-CN" sz="1400" b="0" i="0" dirty="0">
                <a:solidFill>
                  <a:srgbClr val="5C5C5C"/>
                </a:solidFill>
                <a:effectLst/>
                <a:latin typeface="Consolas" panose="020B0609020204030204" pitchFamily="49" charset="0"/>
              </a:rPr>
              <a:t> </a:t>
            </a:r>
            <a:r>
              <a:rPr lang="en-HK" altLang="zh-CN" sz="1400" b="0" i="0" dirty="0">
                <a:solidFill>
                  <a:srgbClr val="0184BB"/>
                </a:solidFill>
                <a:effectLst/>
                <a:latin typeface="Consolas" panose="020B0609020204030204" pitchFamily="49" charset="0"/>
              </a:rPr>
              <a:t>NULL</a:t>
            </a:r>
            <a:r>
              <a:rPr lang="en-HK" altLang="zh-CN" sz="1400" b="0" i="0" dirty="0">
                <a:solidFill>
                  <a:srgbClr val="5C5C5C"/>
                </a:solidFill>
                <a:effectLst/>
                <a:latin typeface="Consolas" panose="020B0609020204030204" pitchFamily="49" charset="0"/>
              </a:rPr>
              <a:t>;</a:t>
            </a:r>
          </a:p>
          <a:p>
            <a:pPr algn="l"/>
            <a:r>
              <a:rPr lang="en-HK" altLang="zh-CN" sz="1400" b="0" i="0" dirty="0">
                <a:solidFill>
                  <a:srgbClr val="5C5C5C"/>
                </a:solidFill>
                <a:effectLst/>
                <a:latin typeface="Consolas" panose="020B0609020204030204" pitchFamily="49" charset="0"/>
              </a:rPr>
              <a:t>}</a:t>
            </a:r>
          </a:p>
          <a:p>
            <a:pPr algn="l"/>
            <a:r>
              <a:rPr lang="en-HK" altLang="zh-CN" sz="1400" b="0" i="0" dirty="0">
                <a:solidFill>
                  <a:srgbClr val="A626A4"/>
                </a:solidFill>
                <a:effectLst/>
                <a:latin typeface="Consolas" panose="020B0609020204030204" pitchFamily="49" charset="0"/>
              </a:rPr>
              <a:t>int</a:t>
            </a:r>
            <a:r>
              <a:rPr lang="en-HK" altLang="zh-CN" sz="1400" b="0" i="0" dirty="0">
                <a:solidFill>
                  <a:srgbClr val="5C5C5C"/>
                </a:solidFill>
                <a:effectLst/>
                <a:latin typeface="Consolas" panose="020B0609020204030204" pitchFamily="49" charset="0"/>
              </a:rPr>
              <a:t> </a:t>
            </a:r>
            <a:r>
              <a:rPr lang="en-HK" altLang="zh-CN" sz="1400" b="0" i="0" dirty="0">
                <a:solidFill>
                  <a:srgbClr val="4078F2"/>
                </a:solidFill>
                <a:effectLst/>
                <a:latin typeface="Consolas" panose="020B0609020204030204" pitchFamily="49" charset="0"/>
              </a:rPr>
              <a:t>main</a:t>
            </a:r>
            <a:r>
              <a:rPr lang="en-HK" altLang="zh-CN" sz="1400" b="0" i="0" dirty="0">
                <a:solidFill>
                  <a:srgbClr val="5C5C5C"/>
                </a:solidFill>
                <a:effectLst/>
                <a:latin typeface="Consolas" panose="020B0609020204030204" pitchFamily="49" charset="0"/>
              </a:rPr>
              <a:t>() {</a:t>
            </a:r>
          </a:p>
          <a:p>
            <a:pPr algn="l"/>
            <a:r>
              <a:rPr lang="en-HK" altLang="zh-CN" sz="1400" b="0" i="0" dirty="0">
                <a:solidFill>
                  <a:srgbClr val="5C5C5C"/>
                </a:solidFill>
                <a:effectLst/>
                <a:latin typeface="Consolas" panose="020B0609020204030204" pitchFamily="49" charset="0"/>
              </a:rPr>
              <a:t>    </a:t>
            </a:r>
            <a:r>
              <a:rPr lang="en-HK" altLang="zh-CN" sz="1400" b="0" i="0" dirty="0" err="1">
                <a:solidFill>
                  <a:srgbClr val="A626A4"/>
                </a:solidFill>
                <a:effectLst/>
                <a:latin typeface="Consolas" panose="020B0609020204030204" pitchFamily="49" charset="0"/>
              </a:rPr>
              <a:t>pthread_t</a:t>
            </a:r>
            <a:r>
              <a:rPr lang="en-HK" altLang="zh-CN" sz="1400" b="0" i="0" dirty="0">
                <a:solidFill>
                  <a:srgbClr val="5C5C5C"/>
                </a:solidFill>
                <a:effectLst/>
                <a:latin typeface="Consolas" panose="020B0609020204030204" pitchFamily="49" charset="0"/>
              </a:rPr>
              <a:t> producers[</a:t>
            </a:r>
            <a:r>
              <a:rPr lang="en-HK" altLang="zh-CN" sz="1400" b="0" i="0" dirty="0">
                <a:solidFill>
                  <a:srgbClr val="986801"/>
                </a:solidFill>
                <a:effectLst/>
                <a:latin typeface="Consolas" panose="020B0609020204030204" pitchFamily="49" charset="0"/>
              </a:rPr>
              <a:t>2</a:t>
            </a:r>
            <a:r>
              <a:rPr lang="en-HK" altLang="zh-CN" sz="1400" b="0" i="0" dirty="0">
                <a:solidFill>
                  <a:srgbClr val="5C5C5C"/>
                </a:solidFill>
                <a:effectLst/>
                <a:latin typeface="Consolas" panose="020B0609020204030204" pitchFamily="49" charset="0"/>
              </a:rPr>
              <a:t>], consumers[</a:t>
            </a:r>
            <a:r>
              <a:rPr lang="en-HK" altLang="zh-CN" sz="1400" b="0" i="0" dirty="0">
                <a:solidFill>
                  <a:srgbClr val="986801"/>
                </a:solidFill>
                <a:effectLst/>
                <a:latin typeface="Consolas" panose="020B0609020204030204" pitchFamily="49" charset="0"/>
              </a:rPr>
              <a:t>2</a:t>
            </a:r>
            <a:r>
              <a:rPr lang="en-HK" altLang="zh-CN" sz="1400" b="0" i="0" dirty="0">
                <a:solidFill>
                  <a:srgbClr val="5C5C5C"/>
                </a:solidFill>
                <a:effectLst/>
                <a:latin typeface="Consolas" panose="020B0609020204030204" pitchFamily="49" charset="0"/>
              </a:rPr>
              <a:t>];</a:t>
            </a:r>
          </a:p>
          <a:p>
            <a:pPr algn="l"/>
            <a:r>
              <a:rPr lang="en-HK" altLang="zh-CN" sz="1400" b="0" i="0" dirty="0">
                <a:solidFill>
                  <a:srgbClr val="5C5C5C"/>
                </a:solidFill>
                <a:effectLst/>
                <a:latin typeface="Consolas" panose="020B0609020204030204" pitchFamily="49" charset="0"/>
              </a:rPr>
              <a:t>    </a:t>
            </a:r>
            <a:r>
              <a:rPr lang="en-HK" altLang="zh-CN" sz="1400" b="0" i="0" dirty="0">
                <a:solidFill>
                  <a:srgbClr val="A626A4"/>
                </a:solidFill>
                <a:effectLst/>
                <a:latin typeface="Consolas" panose="020B0609020204030204" pitchFamily="49" charset="0"/>
              </a:rPr>
              <a:t>for</a:t>
            </a:r>
            <a:r>
              <a:rPr lang="en-HK" altLang="zh-CN" sz="1400" b="0" i="0" dirty="0">
                <a:solidFill>
                  <a:srgbClr val="5C5C5C"/>
                </a:solidFill>
                <a:effectLst/>
                <a:latin typeface="Consolas" panose="020B0609020204030204" pitchFamily="49" charset="0"/>
              </a:rPr>
              <a:t> (</a:t>
            </a:r>
            <a:r>
              <a:rPr lang="en-HK" altLang="zh-CN" sz="1400" b="0" i="0" dirty="0">
                <a:solidFill>
                  <a:srgbClr val="A626A4"/>
                </a:solidFill>
                <a:effectLst/>
                <a:latin typeface="Consolas" panose="020B0609020204030204" pitchFamily="49" charset="0"/>
              </a:rPr>
              <a:t>int</a:t>
            </a:r>
            <a:r>
              <a:rPr lang="en-HK" altLang="zh-CN" sz="1400" b="0" i="0" dirty="0">
                <a:solidFill>
                  <a:srgbClr val="5C5C5C"/>
                </a:solidFill>
                <a:effectLst/>
                <a:latin typeface="Consolas" panose="020B0609020204030204" pitchFamily="49" charset="0"/>
              </a:rPr>
              <a:t> </a:t>
            </a:r>
            <a:r>
              <a:rPr lang="en-HK" altLang="zh-CN" sz="1400" b="0" i="0" dirty="0" err="1">
                <a:solidFill>
                  <a:srgbClr val="5C5C5C"/>
                </a:solidFill>
                <a:effectLst/>
                <a:latin typeface="Consolas" panose="020B0609020204030204" pitchFamily="49" charset="0"/>
              </a:rPr>
              <a:t>i</a:t>
            </a:r>
            <a:r>
              <a:rPr lang="en-HK" altLang="zh-CN" sz="1400" b="0" i="0" dirty="0">
                <a:solidFill>
                  <a:srgbClr val="5C5C5C"/>
                </a:solidFill>
                <a:effectLst/>
                <a:latin typeface="Consolas" panose="020B0609020204030204" pitchFamily="49" charset="0"/>
              </a:rPr>
              <a:t> = </a:t>
            </a:r>
            <a:r>
              <a:rPr lang="en-HK" altLang="zh-CN" sz="1400" b="0" i="0" dirty="0">
                <a:solidFill>
                  <a:srgbClr val="986801"/>
                </a:solidFill>
                <a:effectLst/>
                <a:latin typeface="Consolas" panose="020B0609020204030204" pitchFamily="49" charset="0"/>
              </a:rPr>
              <a:t>0</a:t>
            </a:r>
            <a:r>
              <a:rPr lang="en-HK" altLang="zh-CN" sz="1400" b="0" i="0" dirty="0">
                <a:solidFill>
                  <a:srgbClr val="5C5C5C"/>
                </a:solidFill>
                <a:effectLst/>
                <a:latin typeface="Consolas" panose="020B0609020204030204" pitchFamily="49" charset="0"/>
              </a:rPr>
              <a:t>; </a:t>
            </a:r>
            <a:r>
              <a:rPr lang="en-HK" altLang="zh-CN" sz="1400" b="0" i="0" dirty="0" err="1">
                <a:solidFill>
                  <a:srgbClr val="5C5C5C"/>
                </a:solidFill>
                <a:effectLst/>
                <a:latin typeface="Consolas" panose="020B0609020204030204" pitchFamily="49" charset="0"/>
              </a:rPr>
              <a:t>i</a:t>
            </a:r>
            <a:r>
              <a:rPr lang="en-HK" altLang="zh-CN" sz="1400" b="0" i="0" dirty="0">
                <a:solidFill>
                  <a:srgbClr val="5C5C5C"/>
                </a:solidFill>
                <a:effectLst/>
                <a:latin typeface="Consolas" panose="020B0609020204030204" pitchFamily="49" charset="0"/>
              </a:rPr>
              <a:t> &lt; </a:t>
            </a:r>
            <a:r>
              <a:rPr lang="en-HK" altLang="zh-CN" sz="1400" b="0" i="0" dirty="0">
                <a:solidFill>
                  <a:srgbClr val="986801"/>
                </a:solidFill>
                <a:effectLst/>
                <a:latin typeface="Consolas" panose="020B0609020204030204" pitchFamily="49" charset="0"/>
              </a:rPr>
              <a:t>2</a:t>
            </a:r>
            <a:r>
              <a:rPr lang="en-HK" altLang="zh-CN" sz="1400" b="0" i="0" dirty="0">
                <a:solidFill>
                  <a:srgbClr val="5C5C5C"/>
                </a:solidFill>
                <a:effectLst/>
                <a:latin typeface="Consolas" panose="020B0609020204030204" pitchFamily="49" charset="0"/>
              </a:rPr>
              <a:t>; </a:t>
            </a:r>
            <a:r>
              <a:rPr lang="en-HK" altLang="zh-CN" sz="1400" b="0" i="0" dirty="0" err="1">
                <a:solidFill>
                  <a:srgbClr val="5C5C5C"/>
                </a:solidFill>
                <a:effectLst/>
                <a:latin typeface="Consolas" panose="020B0609020204030204" pitchFamily="49" charset="0"/>
              </a:rPr>
              <a:t>i</a:t>
            </a:r>
            <a:r>
              <a:rPr lang="en-HK" altLang="zh-CN" sz="1400" b="0" i="0" dirty="0">
                <a:solidFill>
                  <a:srgbClr val="5C5C5C"/>
                </a:solidFill>
                <a:effectLst/>
                <a:latin typeface="Consolas" panose="020B0609020204030204" pitchFamily="49" charset="0"/>
              </a:rPr>
              <a:t>++) {</a:t>
            </a:r>
          </a:p>
          <a:p>
            <a:pPr algn="l"/>
            <a:r>
              <a:rPr lang="en-HK" altLang="zh-CN" sz="1400" b="0" i="0" dirty="0">
                <a:solidFill>
                  <a:srgbClr val="5C5C5C"/>
                </a:solidFill>
                <a:effectLst/>
                <a:latin typeface="Consolas" panose="020B0609020204030204" pitchFamily="49" charset="0"/>
              </a:rPr>
              <a:t>        </a:t>
            </a:r>
            <a:r>
              <a:rPr lang="en-HK" altLang="zh-CN" sz="1400" b="0" i="0" dirty="0" err="1">
                <a:solidFill>
                  <a:srgbClr val="5C5C5C"/>
                </a:solidFill>
                <a:effectLst/>
                <a:latin typeface="Consolas" panose="020B0609020204030204" pitchFamily="49" charset="0"/>
              </a:rPr>
              <a:t>pthread_create</a:t>
            </a:r>
            <a:r>
              <a:rPr lang="en-HK" altLang="zh-CN" sz="1400" b="0" i="0" dirty="0">
                <a:solidFill>
                  <a:srgbClr val="5C5C5C"/>
                </a:solidFill>
                <a:effectLst/>
                <a:latin typeface="Consolas" panose="020B0609020204030204" pitchFamily="49" charset="0"/>
              </a:rPr>
              <a:t>(&amp;producers[</a:t>
            </a:r>
            <a:r>
              <a:rPr lang="en-HK" altLang="zh-CN" sz="1400" b="0" i="0" dirty="0" err="1">
                <a:solidFill>
                  <a:srgbClr val="5C5C5C"/>
                </a:solidFill>
                <a:effectLst/>
                <a:latin typeface="Consolas" panose="020B0609020204030204" pitchFamily="49" charset="0"/>
              </a:rPr>
              <a:t>i</a:t>
            </a:r>
            <a:r>
              <a:rPr lang="en-HK" altLang="zh-CN" sz="1400" b="0" i="0" dirty="0">
                <a:solidFill>
                  <a:srgbClr val="5C5C5C"/>
                </a:solidFill>
                <a:effectLst/>
                <a:latin typeface="Consolas" panose="020B0609020204030204" pitchFamily="49" charset="0"/>
              </a:rPr>
              <a:t>], </a:t>
            </a:r>
            <a:r>
              <a:rPr lang="en-HK" altLang="zh-CN" sz="1400" b="0" i="0" dirty="0">
                <a:solidFill>
                  <a:srgbClr val="0184BB"/>
                </a:solidFill>
                <a:effectLst/>
                <a:latin typeface="Consolas" panose="020B0609020204030204" pitchFamily="49" charset="0"/>
              </a:rPr>
              <a:t>NULL</a:t>
            </a:r>
            <a:r>
              <a:rPr lang="en-HK" altLang="zh-CN" sz="1400" b="0" i="0" dirty="0">
                <a:solidFill>
                  <a:srgbClr val="5C5C5C"/>
                </a:solidFill>
                <a:effectLst/>
                <a:latin typeface="Consolas" panose="020B0609020204030204" pitchFamily="49" charset="0"/>
              </a:rPr>
              <a:t>, producer, </a:t>
            </a:r>
            <a:r>
              <a:rPr lang="en-HK" altLang="zh-CN" sz="1400" b="0" i="0" dirty="0">
                <a:solidFill>
                  <a:srgbClr val="0184BB"/>
                </a:solidFill>
                <a:effectLst/>
                <a:latin typeface="Consolas" panose="020B0609020204030204" pitchFamily="49" charset="0"/>
              </a:rPr>
              <a:t>NULL</a:t>
            </a:r>
            <a:r>
              <a:rPr lang="en-HK" altLang="zh-CN" sz="1400" b="0" i="0" dirty="0">
                <a:solidFill>
                  <a:srgbClr val="5C5C5C"/>
                </a:solidFill>
                <a:effectLst/>
                <a:latin typeface="Consolas" panose="020B0609020204030204" pitchFamily="49" charset="0"/>
              </a:rPr>
              <a:t>);</a:t>
            </a:r>
          </a:p>
          <a:p>
            <a:pPr algn="l"/>
            <a:r>
              <a:rPr lang="en-HK" altLang="zh-CN" sz="1400" b="0" i="0" dirty="0">
                <a:solidFill>
                  <a:srgbClr val="5C5C5C"/>
                </a:solidFill>
                <a:effectLst/>
                <a:latin typeface="Consolas" panose="020B0609020204030204" pitchFamily="49" charset="0"/>
              </a:rPr>
              <a:t>        </a:t>
            </a:r>
            <a:r>
              <a:rPr lang="en-HK" altLang="zh-CN" sz="1400" b="0" i="0" dirty="0" err="1">
                <a:solidFill>
                  <a:srgbClr val="5C5C5C"/>
                </a:solidFill>
                <a:effectLst/>
                <a:latin typeface="Consolas" panose="020B0609020204030204" pitchFamily="49" charset="0"/>
              </a:rPr>
              <a:t>pthread_create</a:t>
            </a:r>
            <a:r>
              <a:rPr lang="en-HK" altLang="zh-CN" sz="1400" b="0" i="0" dirty="0">
                <a:solidFill>
                  <a:srgbClr val="5C5C5C"/>
                </a:solidFill>
                <a:effectLst/>
                <a:latin typeface="Consolas" panose="020B0609020204030204" pitchFamily="49" charset="0"/>
              </a:rPr>
              <a:t>(&amp;consumers[</a:t>
            </a:r>
            <a:r>
              <a:rPr lang="en-HK" altLang="zh-CN" sz="1400" b="0" i="0" dirty="0" err="1">
                <a:solidFill>
                  <a:srgbClr val="5C5C5C"/>
                </a:solidFill>
                <a:effectLst/>
                <a:latin typeface="Consolas" panose="020B0609020204030204" pitchFamily="49" charset="0"/>
              </a:rPr>
              <a:t>i</a:t>
            </a:r>
            <a:r>
              <a:rPr lang="en-HK" altLang="zh-CN" sz="1400" b="0" i="0" dirty="0">
                <a:solidFill>
                  <a:srgbClr val="5C5C5C"/>
                </a:solidFill>
                <a:effectLst/>
                <a:latin typeface="Consolas" panose="020B0609020204030204" pitchFamily="49" charset="0"/>
              </a:rPr>
              <a:t>], </a:t>
            </a:r>
            <a:r>
              <a:rPr lang="en-HK" altLang="zh-CN" sz="1400" b="0" i="0" dirty="0">
                <a:solidFill>
                  <a:srgbClr val="0184BB"/>
                </a:solidFill>
                <a:effectLst/>
                <a:latin typeface="Consolas" panose="020B0609020204030204" pitchFamily="49" charset="0"/>
              </a:rPr>
              <a:t>NULL</a:t>
            </a:r>
            <a:r>
              <a:rPr lang="en-HK" altLang="zh-CN" sz="1400" b="0" i="0" dirty="0">
                <a:solidFill>
                  <a:srgbClr val="5C5C5C"/>
                </a:solidFill>
                <a:effectLst/>
                <a:latin typeface="Consolas" panose="020B0609020204030204" pitchFamily="49" charset="0"/>
              </a:rPr>
              <a:t>, consumer, </a:t>
            </a:r>
            <a:r>
              <a:rPr lang="en-HK" altLang="zh-CN" sz="1400" b="0" i="0" dirty="0">
                <a:solidFill>
                  <a:srgbClr val="0184BB"/>
                </a:solidFill>
                <a:effectLst/>
                <a:latin typeface="Consolas" panose="020B0609020204030204" pitchFamily="49" charset="0"/>
              </a:rPr>
              <a:t>NULL</a:t>
            </a:r>
            <a:r>
              <a:rPr lang="en-HK" altLang="zh-CN" sz="1400" b="0" i="0" dirty="0">
                <a:solidFill>
                  <a:srgbClr val="5C5C5C"/>
                </a:solidFill>
                <a:effectLst/>
                <a:latin typeface="Consolas" panose="020B0609020204030204" pitchFamily="49" charset="0"/>
              </a:rPr>
              <a:t>);</a:t>
            </a:r>
          </a:p>
          <a:p>
            <a:pPr algn="l"/>
            <a:r>
              <a:rPr lang="en-HK" altLang="zh-CN" sz="1400" b="0" i="0" dirty="0">
                <a:solidFill>
                  <a:srgbClr val="5C5C5C"/>
                </a:solidFill>
                <a:effectLst/>
                <a:latin typeface="Consolas" panose="020B0609020204030204" pitchFamily="49" charset="0"/>
              </a:rPr>
              <a:t>    }</a:t>
            </a:r>
          </a:p>
          <a:p>
            <a:pPr algn="l"/>
            <a:r>
              <a:rPr lang="en-HK" altLang="zh-CN" sz="1400" b="0" i="0" dirty="0">
                <a:solidFill>
                  <a:srgbClr val="5C5C5C"/>
                </a:solidFill>
                <a:effectLst/>
                <a:latin typeface="Consolas" panose="020B0609020204030204" pitchFamily="49" charset="0"/>
              </a:rPr>
              <a:t>    </a:t>
            </a:r>
            <a:r>
              <a:rPr lang="en-HK" altLang="zh-CN" sz="1400" b="0" i="0" dirty="0">
                <a:solidFill>
                  <a:srgbClr val="A626A4"/>
                </a:solidFill>
                <a:effectLst/>
                <a:latin typeface="Consolas" panose="020B0609020204030204" pitchFamily="49" charset="0"/>
              </a:rPr>
              <a:t>for</a:t>
            </a:r>
            <a:r>
              <a:rPr lang="en-HK" altLang="zh-CN" sz="1400" b="0" i="0" dirty="0">
                <a:solidFill>
                  <a:srgbClr val="5C5C5C"/>
                </a:solidFill>
                <a:effectLst/>
                <a:latin typeface="Consolas" panose="020B0609020204030204" pitchFamily="49" charset="0"/>
              </a:rPr>
              <a:t> (</a:t>
            </a:r>
            <a:r>
              <a:rPr lang="en-HK" altLang="zh-CN" sz="1400" b="0" i="0" dirty="0">
                <a:solidFill>
                  <a:srgbClr val="A626A4"/>
                </a:solidFill>
                <a:effectLst/>
                <a:latin typeface="Consolas" panose="020B0609020204030204" pitchFamily="49" charset="0"/>
              </a:rPr>
              <a:t>int</a:t>
            </a:r>
            <a:r>
              <a:rPr lang="en-HK" altLang="zh-CN" sz="1400" b="0" i="0" dirty="0">
                <a:solidFill>
                  <a:srgbClr val="5C5C5C"/>
                </a:solidFill>
                <a:effectLst/>
                <a:latin typeface="Consolas" panose="020B0609020204030204" pitchFamily="49" charset="0"/>
              </a:rPr>
              <a:t> </a:t>
            </a:r>
            <a:r>
              <a:rPr lang="en-HK" altLang="zh-CN" sz="1400" b="0" i="0" dirty="0" err="1">
                <a:solidFill>
                  <a:srgbClr val="5C5C5C"/>
                </a:solidFill>
                <a:effectLst/>
                <a:latin typeface="Consolas" panose="020B0609020204030204" pitchFamily="49" charset="0"/>
              </a:rPr>
              <a:t>i</a:t>
            </a:r>
            <a:r>
              <a:rPr lang="en-HK" altLang="zh-CN" sz="1400" b="0" i="0" dirty="0">
                <a:solidFill>
                  <a:srgbClr val="5C5C5C"/>
                </a:solidFill>
                <a:effectLst/>
                <a:latin typeface="Consolas" panose="020B0609020204030204" pitchFamily="49" charset="0"/>
              </a:rPr>
              <a:t> = </a:t>
            </a:r>
            <a:r>
              <a:rPr lang="en-HK" altLang="zh-CN" sz="1400" b="0" i="0" dirty="0">
                <a:solidFill>
                  <a:srgbClr val="986801"/>
                </a:solidFill>
                <a:effectLst/>
                <a:latin typeface="Consolas" panose="020B0609020204030204" pitchFamily="49" charset="0"/>
              </a:rPr>
              <a:t>0</a:t>
            </a:r>
            <a:r>
              <a:rPr lang="en-HK" altLang="zh-CN" sz="1400" b="0" i="0" dirty="0">
                <a:solidFill>
                  <a:srgbClr val="5C5C5C"/>
                </a:solidFill>
                <a:effectLst/>
                <a:latin typeface="Consolas" panose="020B0609020204030204" pitchFamily="49" charset="0"/>
              </a:rPr>
              <a:t>; </a:t>
            </a:r>
            <a:r>
              <a:rPr lang="en-HK" altLang="zh-CN" sz="1400" b="0" i="0" dirty="0" err="1">
                <a:solidFill>
                  <a:srgbClr val="5C5C5C"/>
                </a:solidFill>
                <a:effectLst/>
                <a:latin typeface="Consolas" panose="020B0609020204030204" pitchFamily="49" charset="0"/>
              </a:rPr>
              <a:t>i</a:t>
            </a:r>
            <a:r>
              <a:rPr lang="en-HK" altLang="zh-CN" sz="1400" b="0" i="0" dirty="0">
                <a:solidFill>
                  <a:srgbClr val="5C5C5C"/>
                </a:solidFill>
                <a:effectLst/>
                <a:latin typeface="Consolas" panose="020B0609020204030204" pitchFamily="49" charset="0"/>
              </a:rPr>
              <a:t> &lt; </a:t>
            </a:r>
            <a:r>
              <a:rPr lang="en-HK" altLang="zh-CN" sz="1400" b="0" i="0" dirty="0">
                <a:solidFill>
                  <a:srgbClr val="986801"/>
                </a:solidFill>
                <a:effectLst/>
                <a:latin typeface="Consolas" panose="020B0609020204030204" pitchFamily="49" charset="0"/>
              </a:rPr>
              <a:t>2</a:t>
            </a:r>
            <a:r>
              <a:rPr lang="en-HK" altLang="zh-CN" sz="1400" b="0" i="0" dirty="0">
                <a:solidFill>
                  <a:srgbClr val="5C5C5C"/>
                </a:solidFill>
                <a:effectLst/>
                <a:latin typeface="Consolas" panose="020B0609020204030204" pitchFamily="49" charset="0"/>
              </a:rPr>
              <a:t>; </a:t>
            </a:r>
            <a:r>
              <a:rPr lang="en-HK" altLang="zh-CN" sz="1400" b="0" i="0" dirty="0" err="1">
                <a:solidFill>
                  <a:srgbClr val="5C5C5C"/>
                </a:solidFill>
                <a:effectLst/>
                <a:latin typeface="Consolas" panose="020B0609020204030204" pitchFamily="49" charset="0"/>
              </a:rPr>
              <a:t>i</a:t>
            </a:r>
            <a:r>
              <a:rPr lang="en-HK" altLang="zh-CN" sz="1400" b="0" i="0" dirty="0">
                <a:solidFill>
                  <a:srgbClr val="5C5C5C"/>
                </a:solidFill>
                <a:effectLst/>
                <a:latin typeface="Consolas" panose="020B0609020204030204" pitchFamily="49" charset="0"/>
              </a:rPr>
              <a:t>++) {</a:t>
            </a:r>
          </a:p>
          <a:p>
            <a:pPr algn="l"/>
            <a:r>
              <a:rPr lang="en-HK" altLang="zh-CN" sz="1400" b="0" i="0" dirty="0">
                <a:solidFill>
                  <a:srgbClr val="5C5C5C"/>
                </a:solidFill>
                <a:effectLst/>
                <a:latin typeface="Consolas" panose="020B0609020204030204" pitchFamily="49" charset="0"/>
              </a:rPr>
              <a:t>        </a:t>
            </a:r>
            <a:r>
              <a:rPr lang="en-HK" altLang="zh-CN" sz="1400" b="0" i="0" dirty="0" err="1">
                <a:solidFill>
                  <a:srgbClr val="5C5C5C"/>
                </a:solidFill>
                <a:effectLst/>
                <a:latin typeface="Consolas" panose="020B0609020204030204" pitchFamily="49" charset="0"/>
              </a:rPr>
              <a:t>pthread_join</a:t>
            </a:r>
            <a:r>
              <a:rPr lang="en-HK" altLang="zh-CN" sz="1400" b="0" i="0" dirty="0">
                <a:solidFill>
                  <a:srgbClr val="5C5C5C"/>
                </a:solidFill>
                <a:effectLst/>
                <a:latin typeface="Consolas" panose="020B0609020204030204" pitchFamily="49" charset="0"/>
              </a:rPr>
              <a:t>(producers[</a:t>
            </a:r>
            <a:r>
              <a:rPr lang="en-HK" altLang="zh-CN" sz="1400" b="0" i="0" dirty="0" err="1">
                <a:solidFill>
                  <a:srgbClr val="5C5C5C"/>
                </a:solidFill>
                <a:effectLst/>
                <a:latin typeface="Consolas" panose="020B0609020204030204" pitchFamily="49" charset="0"/>
              </a:rPr>
              <a:t>i</a:t>
            </a:r>
            <a:r>
              <a:rPr lang="en-HK" altLang="zh-CN" sz="1400" b="0" i="0" dirty="0">
                <a:solidFill>
                  <a:srgbClr val="5C5C5C"/>
                </a:solidFill>
                <a:effectLst/>
                <a:latin typeface="Consolas" panose="020B0609020204030204" pitchFamily="49" charset="0"/>
              </a:rPr>
              <a:t>], </a:t>
            </a:r>
            <a:r>
              <a:rPr lang="en-HK" altLang="zh-CN" sz="1400" b="0" i="0" dirty="0">
                <a:solidFill>
                  <a:srgbClr val="0184BB"/>
                </a:solidFill>
                <a:effectLst/>
                <a:latin typeface="Consolas" panose="020B0609020204030204" pitchFamily="49" charset="0"/>
              </a:rPr>
              <a:t>NULL</a:t>
            </a:r>
            <a:r>
              <a:rPr lang="en-HK" altLang="zh-CN" sz="1400" b="0" i="0" dirty="0">
                <a:solidFill>
                  <a:srgbClr val="5C5C5C"/>
                </a:solidFill>
                <a:effectLst/>
                <a:latin typeface="Consolas" panose="020B0609020204030204" pitchFamily="49" charset="0"/>
              </a:rPr>
              <a:t>);</a:t>
            </a:r>
          </a:p>
          <a:p>
            <a:pPr algn="l"/>
            <a:r>
              <a:rPr lang="en-HK" altLang="zh-CN" sz="1400" b="0" i="0" dirty="0">
                <a:solidFill>
                  <a:srgbClr val="5C5C5C"/>
                </a:solidFill>
                <a:effectLst/>
                <a:latin typeface="Consolas" panose="020B0609020204030204" pitchFamily="49" charset="0"/>
              </a:rPr>
              <a:t>        </a:t>
            </a:r>
            <a:r>
              <a:rPr lang="en-HK" altLang="zh-CN" sz="1400" b="0" i="0" dirty="0" err="1">
                <a:solidFill>
                  <a:srgbClr val="5C5C5C"/>
                </a:solidFill>
                <a:effectLst/>
                <a:latin typeface="Consolas" panose="020B0609020204030204" pitchFamily="49" charset="0"/>
              </a:rPr>
              <a:t>pthread_join</a:t>
            </a:r>
            <a:r>
              <a:rPr lang="en-HK" altLang="zh-CN" sz="1400" b="0" i="0" dirty="0">
                <a:solidFill>
                  <a:srgbClr val="5C5C5C"/>
                </a:solidFill>
                <a:effectLst/>
                <a:latin typeface="Consolas" panose="020B0609020204030204" pitchFamily="49" charset="0"/>
              </a:rPr>
              <a:t>(consumers[</a:t>
            </a:r>
            <a:r>
              <a:rPr lang="en-HK" altLang="zh-CN" sz="1400" b="0" i="0" dirty="0" err="1">
                <a:solidFill>
                  <a:srgbClr val="5C5C5C"/>
                </a:solidFill>
                <a:effectLst/>
                <a:latin typeface="Consolas" panose="020B0609020204030204" pitchFamily="49" charset="0"/>
              </a:rPr>
              <a:t>i</a:t>
            </a:r>
            <a:r>
              <a:rPr lang="en-HK" altLang="zh-CN" sz="1400" b="0" i="0" dirty="0">
                <a:solidFill>
                  <a:srgbClr val="5C5C5C"/>
                </a:solidFill>
                <a:effectLst/>
                <a:latin typeface="Consolas" panose="020B0609020204030204" pitchFamily="49" charset="0"/>
              </a:rPr>
              <a:t>], </a:t>
            </a:r>
            <a:r>
              <a:rPr lang="en-HK" altLang="zh-CN" sz="1400" b="0" i="0" dirty="0">
                <a:solidFill>
                  <a:srgbClr val="0184BB"/>
                </a:solidFill>
                <a:effectLst/>
                <a:latin typeface="Consolas" panose="020B0609020204030204" pitchFamily="49" charset="0"/>
              </a:rPr>
              <a:t>NULL</a:t>
            </a:r>
            <a:r>
              <a:rPr lang="en-HK" altLang="zh-CN" sz="1400" b="0" i="0" dirty="0">
                <a:solidFill>
                  <a:srgbClr val="5C5C5C"/>
                </a:solidFill>
                <a:effectLst/>
                <a:latin typeface="Consolas" panose="020B0609020204030204" pitchFamily="49" charset="0"/>
              </a:rPr>
              <a:t>);</a:t>
            </a:r>
          </a:p>
          <a:p>
            <a:pPr algn="l"/>
            <a:r>
              <a:rPr lang="en-HK" altLang="zh-CN" sz="1400" b="0" i="0" dirty="0">
                <a:solidFill>
                  <a:srgbClr val="5C5C5C"/>
                </a:solidFill>
                <a:effectLst/>
                <a:latin typeface="Consolas" panose="020B0609020204030204" pitchFamily="49" charset="0"/>
              </a:rPr>
              <a:t>    }</a:t>
            </a:r>
          </a:p>
          <a:p>
            <a:pPr algn="l"/>
            <a:r>
              <a:rPr lang="en-HK" altLang="zh-CN" sz="1400" b="0" i="0" dirty="0">
                <a:solidFill>
                  <a:srgbClr val="5C5C5C"/>
                </a:solidFill>
                <a:effectLst/>
                <a:latin typeface="Consolas" panose="020B0609020204030204" pitchFamily="49" charset="0"/>
              </a:rPr>
              <a:t>    </a:t>
            </a:r>
            <a:r>
              <a:rPr lang="en-HK" altLang="zh-CN" sz="1400" b="0" i="0" dirty="0">
                <a:solidFill>
                  <a:srgbClr val="A626A4"/>
                </a:solidFill>
                <a:effectLst/>
                <a:latin typeface="Consolas" panose="020B0609020204030204" pitchFamily="49" charset="0"/>
              </a:rPr>
              <a:t>return</a:t>
            </a:r>
            <a:r>
              <a:rPr lang="en-HK" altLang="zh-CN" sz="1400" b="0" i="0" dirty="0">
                <a:solidFill>
                  <a:srgbClr val="5C5C5C"/>
                </a:solidFill>
                <a:effectLst/>
                <a:latin typeface="Consolas" panose="020B0609020204030204" pitchFamily="49" charset="0"/>
              </a:rPr>
              <a:t> </a:t>
            </a:r>
            <a:r>
              <a:rPr lang="en-HK" altLang="zh-CN" sz="1400" b="0" i="0" dirty="0">
                <a:solidFill>
                  <a:srgbClr val="986801"/>
                </a:solidFill>
                <a:effectLst/>
                <a:latin typeface="Consolas" panose="020B0609020204030204" pitchFamily="49" charset="0"/>
              </a:rPr>
              <a:t>0</a:t>
            </a:r>
            <a:r>
              <a:rPr lang="en-HK" altLang="zh-CN" sz="1400" b="0" i="0" dirty="0">
                <a:solidFill>
                  <a:srgbClr val="5C5C5C"/>
                </a:solidFill>
                <a:effectLst/>
                <a:latin typeface="Consolas" panose="020B0609020204030204" pitchFamily="49" charset="0"/>
              </a:rPr>
              <a:t>;</a:t>
            </a:r>
          </a:p>
          <a:p>
            <a:pPr algn="l"/>
            <a:r>
              <a:rPr lang="en-HK" altLang="zh-CN" sz="1400" b="0" i="0" dirty="0">
                <a:solidFill>
                  <a:srgbClr val="5C5C5C"/>
                </a:solidFill>
                <a:effectLst/>
                <a:latin typeface="Consolas" panose="020B0609020204030204" pitchFamily="49" charset="0"/>
              </a:rPr>
              <a:t>}</a:t>
            </a:r>
          </a:p>
        </p:txBody>
      </p:sp>
      <p:sp>
        <p:nvSpPr>
          <p:cNvPr id="13" name="Rectangle 1">
            <a:extLst>
              <a:ext uri="{FF2B5EF4-FFF2-40B4-BE49-F238E27FC236}">
                <a16:creationId xmlns:a16="http://schemas.microsoft.com/office/drawing/2014/main" id="{78A74D20-F919-692D-3FD7-B21217969B50}"/>
              </a:ext>
            </a:extLst>
          </p:cNvPr>
          <p:cNvSpPr>
            <a:spLocks noChangeArrowheads="1"/>
          </p:cNvSpPr>
          <p:nvPr/>
        </p:nvSpPr>
        <p:spPr bwMode="auto">
          <a:xfrm>
            <a:off x="135471" y="1079906"/>
            <a:ext cx="5820354" cy="830997"/>
          </a:xfrm>
          <a:prstGeom prst="rect">
            <a:avLst/>
          </a:prstGeom>
          <a:solidFill>
            <a:srgbClr val="F7F7F7"/>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p>
            <a:pPr marL="0" marR="0" lvl="0" indent="0" algn="l" defTabSz="914400" rtl="0" eaLnBrk="0" fontAlgn="base" latinLnBrk="0" hangingPunct="0">
              <a:lnSpc>
                <a:spcPct val="100000"/>
              </a:lnSpc>
              <a:spcBef>
                <a:spcPct val="0"/>
              </a:spcBef>
              <a:spcAft>
                <a:spcPct val="0"/>
              </a:spcAft>
              <a:buClrTx/>
              <a:buSzTx/>
              <a:buFontTx/>
              <a:buNone/>
              <a:tabLst/>
            </a:pPr>
            <a:r>
              <a:rPr lang="en-US" altLang="zh-CN" sz="2400" b="1" baseline="2495" dirty="0">
                <a:solidFill>
                  <a:schemeClr val="tx1">
                    <a:lumMod val="50000"/>
                  </a:schemeClr>
                </a:solidFill>
                <a:latin typeface="Gill Sans MT" panose="020B0502020104020203" pitchFamily="34" charset="0"/>
              </a:rPr>
              <a:t>Requirements:</a:t>
            </a:r>
            <a:endParaRPr lang="zh-CN" altLang="zh-CN" sz="2400" b="1" baseline="2495" dirty="0">
              <a:solidFill>
                <a:schemeClr val="tx1">
                  <a:lumMod val="50000"/>
                </a:schemeClr>
              </a:solidFill>
              <a:latin typeface="Gill Sans MT" panose="020B0502020104020203" pitchFamily="34" charset="0"/>
            </a:endParaRPr>
          </a:p>
          <a:p>
            <a:pPr marL="342900" marR="0" lvl="0" indent="-342900" algn="l" defTabSz="914400" rtl="0" eaLnBrk="0" fontAlgn="base" latinLnBrk="0" hangingPunct="0">
              <a:lnSpc>
                <a:spcPct val="100000"/>
              </a:lnSpc>
              <a:spcBef>
                <a:spcPct val="0"/>
              </a:spcBef>
              <a:spcAft>
                <a:spcPct val="0"/>
              </a:spcAft>
              <a:buClrTx/>
              <a:buSzTx/>
              <a:buFont typeface="Arial" panose="020B0604020202020204" pitchFamily="34" charset="0"/>
              <a:buChar char="•"/>
              <a:tabLst/>
            </a:pPr>
            <a:r>
              <a:rPr lang="en-US" altLang="zh-CN" sz="2400" baseline="2495" dirty="0">
                <a:solidFill>
                  <a:schemeClr val="tx1">
                    <a:lumMod val="50000"/>
                  </a:schemeClr>
                </a:solidFill>
                <a:latin typeface="Gill Sans MT" panose="020B0502020104020203" pitchFamily="34" charset="0"/>
              </a:rPr>
              <a:t>Producers wait if the buffer is full</a:t>
            </a:r>
          </a:p>
          <a:p>
            <a:pPr marL="342900" marR="0" lvl="0" indent="-342900" algn="l" defTabSz="914400" rtl="0" eaLnBrk="0" fontAlgn="base" latinLnBrk="0" hangingPunct="0">
              <a:lnSpc>
                <a:spcPct val="100000"/>
              </a:lnSpc>
              <a:spcBef>
                <a:spcPct val="0"/>
              </a:spcBef>
              <a:spcAft>
                <a:spcPct val="0"/>
              </a:spcAft>
              <a:buClrTx/>
              <a:buSzTx/>
              <a:buFont typeface="Arial" panose="020B0604020202020204" pitchFamily="34" charset="0"/>
              <a:buChar char="•"/>
              <a:tabLst/>
            </a:pPr>
            <a:r>
              <a:rPr lang="en-US" altLang="zh-CN" sz="2400" baseline="2495" dirty="0">
                <a:solidFill>
                  <a:schemeClr val="tx1">
                    <a:lumMod val="50000"/>
                  </a:schemeClr>
                </a:solidFill>
                <a:latin typeface="Gill Sans MT" panose="020B0502020104020203" pitchFamily="34" charset="0"/>
              </a:rPr>
              <a:t>Consumers wait if it's empty</a:t>
            </a:r>
            <a:endParaRPr lang="zh-CN" altLang="zh-CN" sz="2400" baseline="2495" dirty="0">
              <a:solidFill>
                <a:schemeClr val="tx1">
                  <a:lumMod val="50000"/>
                </a:schemeClr>
              </a:solidFill>
              <a:latin typeface="Gill Sans MT" panose="020B0502020104020203" pitchFamily="34" charset="0"/>
            </a:endParaRPr>
          </a:p>
        </p:txBody>
      </p:sp>
      <p:sp>
        <p:nvSpPr>
          <p:cNvPr id="23" name="Slide Number Placeholder 3">
            <a:extLst>
              <a:ext uri="{FF2B5EF4-FFF2-40B4-BE49-F238E27FC236}">
                <a16:creationId xmlns:a16="http://schemas.microsoft.com/office/drawing/2014/main" id="{68B40315-921F-F5C0-BEF1-A218B56ECC14}"/>
              </a:ext>
            </a:extLst>
          </p:cNvPr>
          <p:cNvSpPr txBox="1">
            <a:spLocks/>
          </p:cNvSpPr>
          <p:nvPr/>
        </p:nvSpPr>
        <p:spPr>
          <a:xfrm>
            <a:off x="11896196" y="6553200"/>
            <a:ext cx="102657" cy="379591"/>
          </a:xfrm>
          <a:prstGeom prst="rect">
            <a:avLst/>
          </a:prstGeom>
          <a:ln w="12700">
            <a:miter lim="400000"/>
          </a:ln>
        </p:spPr>
        <p:txBody>
          <a:bodyPr wrap="none" lIns="50800" tIns="50800" rIns="50800" bIns="50800">
            <a:spAutoFit/>
          </a:bodyPr>
          <a:lstStyle>
            <a:defPPr>
              <a:defRPr lang="en-US"/>
            </a:defPPr>
            <a:lvl1pPr marL="0" algn="l" defTabSz="412750" rtl="0" eaLnBrk="1" latinLnBrk="0" hangingPunct="1">
              <a:defRPr sz="1800" kern="1200">
                <a:solidFill>
                  <a:srgbClr val="800080"/>
                </a:solidFill>
                <a:latin typeface="Gill Sans MT" panose="020B0502020104020203" pitchFamily="34" charset="0"/>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algn="ctr" hangingPunct="0">
              <a:defRPr/>
            </a:pPr>
            <a:endParaRPr lang="en-US" kern="0" dirty="0">
              <a:cs typeface="Helvetica"/>
              <a:sym typeface="Helvetica"/>
            </a:endParaRPr>
          </a:p>
        </p:txBody>
      </p:sp>
      <p:sp>
        <p:nvSpPr>
          <p:cNvPr id="24" name="文本框 23">
            <a:extLst>
              <a:ext uri="{FF2B5EF4-FFF2-40B4-BE49-F238E27FC236}">
                <a16:creationId xmlns:a16="http://schemas.microsoft.com/office/drawing/2014/main" id="{26E14B30-A686-579C-B292-2EAD29D3A4B3}"/>
              </a:ext>
            </a:extLst>
          </p:cNvPr>
          <p:cNvSpPr txBox="1"/>
          <p:nvPr/>
        </p:nvSpPr>
        <p:spPr>
          <a:xfrm>
            <a:off x="3615043" y="3820867"/>
            <a:ext cx="2211360" cy="348813"/>
          </a:xfrm>
          <a:prstGeom prst="rect">
            <a:avLst/>
          </a:prstGeom>
          <a:solidFill>
            <a:schemeClr val="accent3">
              <a:lumMod val="20000"/>
              <a:lumOff val="80000"/>
            </a:schemeClr>
          </a:solidFill>
          <a:ln w="12700" cap="flat">
            <a:noFill/>
            <a:miter lim="400000"/>
          </a:ln>
          <a:effectLst/>
          <a:sp3d/>
        </p:spPr>
        <p:style>
          <a:lnRef idx="0">
            <a:scrgbClr r="0" g="0" b="0"/>
          </a:lnRef>
          <a:fillRef idx="0">
            <a:scrgbClr r="0" g="0" b="0"/>
          </a:fillRef>
          <a:effectRef idx="0">
            <a:scrgbClr r="0" g="0" b="0"/>
          </a:effectRef>
          <a:fontRef idx="none"/>
        </p:style>
        <p:txBody>
          <a:bodyPr rot="0" spcFirstLastPara="1" vertOverflow="overflow" horzOverflow="overflow" vert="horz" wrap="square" lIns="50800" tIns="50800" rIns="50800" bIns="50800" numCol="1" spcCol="38100" rtlCol="0" anchor="ctr">
            <a:spAutoFit/>
          </a:bodyPr>
          <a:lstStyle/>
          <a:p>
            <a:pPr marL="0" marR="0" indent="0" defTabSz="584200" rtl="0" fontAlgn="auto" latinLnBrk="0" hangingPunct="0">
              <a:lnSpc>
                <a:spcPct val="100000"/>
              </a:lnSpc>
              <a:spcBef>
                <a:spcPts val="0"/>
              </a:spcBef>
              <a:spcAft>
                <a:spcPts val="0"/>
              </a:spcAft>
              <a:buClrTx/>
              <a:buSzTx/>
              <a:buFontTx/>
              <a:buNone/>
              <a:tabLst/>
            </a:pPr>
            <a:r>
              <a:rPr lang="en-US" altLang="zh-CN" sz="2400" baseline="2495" dirty="0">
                <a:solidFill>
                  <a:schemeClr val="tx1">
                    <a:lumMod val="50000"/>
                  </a:schemeClr>
                </a:solidFill>
                <a:latin typeface="Gill Sans MT" panose="020B0502020104020203" pitchFamily="34" charset="0"/>
                <a:sym typeface="Helvetica"/>
              </a:rPr>
              <a:t>producer</a:t>
            </a:r>
            <a:r>
              <a:rPr lang="en-US" altLang="zh-CN" sz="2400" b="1" baseline="2495" dirty="0">
                <a:solidFill>
                  <a:schemeClr val="tx1">
                    <a:lumMod val="50000"/>
                  </a:schemeClr>
                </a:solidFill>
                <a:latin typeface="Gill Sans MT" panose="020B0502020104020203" pitchFamily="34" charset="0"/>
                <a:sym typeface="Helvetica"/>
              </a:rPr>
              <a:t> wait </a:t>
            </a:r>
            <a:r>
              <a:rPr lang="en-US" altLang="zh-CN" sz="2400" baseline="2495" dirty="0">
                <a:solidFill>
                  <a:schemeClr val="tx1">
                    <a:lumMod val="50000"/>
                  </a:schemeClr>
                </a:solidFill>
                <a:latin typeface="Gill Sans MT" panose="020B0502020104020203" pitchFamily="34" charset="0"/>
                <a:sym typeface="Helvetica"/>
              </a:rPr>
              <a:t>when full</a:t>
            </a:r>
            <a:r>
              <a:rPr lang="en-US" altLang="zh-CN" sz="2400" b="1" baseline="2495" dirty="0">
                <a:solidFill>
                  <a:schemeClr val="tx1">
                    <a:lumMod val="50000"/>
                  </a:schemeClr>
                </a:solidFill>
                <a:latin typeface="Gill Sans MT" panose="020B0502020104020203" pitchFamily="34" charset="0"/>
                <a:sym typeface="Helvetica"/>
              </a:rPr>
              <a:t> </a:t>
            </a:r>
            <a:endParaRPr lang="en-US" altLang="zh-CN" sz="2400" baseline="2495" dirty="0">
              <a:solidFill>
                <a:schemeClr val="tx1">
                  <a:lumMod val="50000"/>
                </a:schemeClr>
              </a:solidFill>
              <a:latin typeface="Gill Sans MT" panose="020B0502020104020203" pitchFamily="34" charset="0"/>
              <a:sym typeface="Helvetica"/>
            </a:endParaRPr>
          </a:p>
        </p:txBody>
      </p:sp>
      <p:cxnSp>
        <p:nvCxnSpPr>
          <p:cNvPr id="26" name="直接箭头连接符 25">
            <a:extLst>
              <a:ext uri="{FF2B5EF4-FFF2-40B4-BE49-F238E27FC236}">
                <a16:creationId xmlns:a16="http://schemas.microsoft.com/office/drawing/2014/main" id="{CEE40D53-3C27-5678-52A8-5D21137AE1BA}"/>
              </a:ext>
            </a:extLst>
          </p:cNvPr>
          <p:cNvCxnSpPr>
            <a:cxnSpLocks/>
            <a:stCxn id="24" idx="2"/>
          </p:cNvCxnSpPr>
          <p:nvPr/>
        </p:nvCxnSpPr>
        <p:spPr>
          <a:xfrm flipH="1">
            <a:off x="4145872" y="4169680"/>
            <a:ext cx="574851" cy="491097"/>
          </a:xfrm>
          <a:prstGeom prst="straightConnector1">
            <a:avLst/>
          </a:prstGeom>
          <a:noFill/>
          <a:ln w="25400" cap="flat">
            <a:solidFill>
              <a:schemeClr val="accent3">
                <a:lumMod val="60000"/>
                <a:lumOff val="40000"/>
              </a:schemeClr>
            </a:solidFill>
            <a:prstDash val="solid"/>
            <a:round/>
            <a:tailEnd type="triangle"/>
          </a:ln>
          <a:effectLst/>
          <a:sp3d/>
        </p:spPr>
        <p:style>
          <a:lnRef idx="0">
            <a:scrgbClr r="0" g="0" b="0"/>
          </a:lnRef>
          <a:fillRef idx="0">
            <a:scrgbClr r="0" g="0" b="0"/>
          </a:fillRef>
          <a:effectRef idx="0">
            <a:scrgbClr r="0" g="0" b="0"/>
          </a:effectRef>
          <a:fontRef idx="none"/>
        </p:style>
      </p:cxnSp>
      <p:sp>
        <p:nvSpPr>
          <p:cNvPr id="29" name="文本框 28">
            <a:extLst>
              <a:ext uri="{FF2B5EF4-FFF2-40B4-BE49-F238E27FC236}">
                <a16:creationId xmlns:a16="http://schemas.microsoft.com/office/drawing/2014/main" id="{2970DC30-0D8C-2957-A17E-27C2B5536095}"/>
              </a:ext>
            </a:extLst>
          </p:cNvPr>
          <p:cNvSpPr txBox="1"/>
          <p:nvPr/>
        </p:nvSpPr>
        <p:spPr>
          <a:xfrm>
            <a:off x="9445841" y="1320997"/>
            <a:ext cx="2553012" cy="348813"/>
          </a:xfrm>
          <a:prstGeom prst="rect">
            <a:avLst/>
          </a:prstGeom>
          <a:solidFill>
            <a:schemeClr val="accent3">
              <a:lumMod val="20000"/>
              <a:lumOff val="80000"/>
            </a:schemeClr>
          </a:solidFill>
          <a:ln w="12700" cap="flat">
            <a:noFill/>
            <a:miter lim="400000"/>
          </a:ln>
          <a:effectLst/>
          <a:sp3d/>
        </p:spPr>
        <p:style>
          <a:lnRef idx="0">
            <a:scrgbClr r="0" g="0" b="0"/>
          </a:lnRef>
          <a:fillRef idx="0">
            <a:scrgbClr r="0" g="0" b="0"/>
          </a:fillRef>
          <a:effectRef idx="0">
            <a:scrgbClr r="0" g="0" b="0"/>
          </a:effectRef>
          <a:fontRef idx="none"/>
        </p:style>
        <p:txBody>
          <a:bodyPr rot="0" spcFirstLastPara="1" vertOverflow="overflow" horzOverflow="overflow" vert="horz" wrap="square" lIns="50800" tIns="50800" rIns="50800" bIns="50800" numCol="1" spcCol="38100" rtlCol="0" anchor="ctr">
            <a:spAutoFit/>
          </a:bodyPr>
          <a:lstStyle/>
          <a:p>
            <a:pPr marL="0" marR="0" indent="0" defTabSz="584200" rtl="0" fontAlgn="auto" latinLnBrk="0" hangingPunct="0">
              <a:lnSpc>
                <a:spcPct val="100000"/>
              </a:lnSpc>
              <a:spcBef>
                <a:spcPts val="0"/>
              </a:spcBef>
              <a:spcAft>
                <a:spcPts val="0"/>
              </a:spcAft>
              <a:buClrTx/>
              <a:buSzTx/>
              <a:buFontTx/>
              <a:buNone/>
              <a:tabLst/>
            </a:pPr>
            <a:r>
              <a:rPr lang="en-US" altLang="zh-CN" sz="2400" baseline="2495" dirty="0">
                <a:solidFill>
                  <a:schemeClr val="tx1">
                    <a:lumMod val="50000"/>
                  </a:schemeClr>
                </a:solidFill>
                <a:latin typeface="Gill Sans MT" panose="020B0502020104020203" pitchFamily="34" charset="0"/>
                <a:sym typeface="Helvetica"/>
              </a:rPr>
              <a:t>consumer</a:t>
            </a:r>
            <a:r>
              <a:rPr lang="en-US" altLang="zh-CN" sz="2400" b="1" baseline="2495" dirty="0">
                <a:solidFill>
                  <a:schemeClr val="tx1">
                    <a:lumMod val="50000"/>
                  </a:schemeClr>
                </a:solidFill>
                <a:latin typeface="Gill Sans MT" panose="020B0502020104020203" pitchFamily="34" charset="0"/>
                <a:sym typeface="Helvetica"/>
              </a:rPr>
              <a:t> wait </a:t>
            </a:r>
            <a:r>
              <a:rPr lang="en-US" altLang="zh-CN" sz="2400" baseline="2495" dirty="0">
                <a:solidFill>
                  <a:schemeClr val="tx1">
                    <a:lumMod val="50000"/>
                  </a:schemeClr>
                </a:solidFill>
                <a:latin typeface="Gill Sans MT" panose="020B0502020104020203" pitchFamily="34" charset="0"/>
                <a:sym typeface="Helvetica"/>
              </a:rPr>
              <a:t>when empty</a:t>
            </a:r>
            <a:r>
              <a:rPr lang="en-US" altLang="zh-CN" sz="2400" b="1" baseline="2495" dirty="0">
                <a:solidFill>
                  <a:schemeClr val="tx1">
                    <a:lumMod val="50000"/>
                  </a:schemeClr>
                </a:solidFill>
                <a:latin typeface="Gill Sans MT" panose="020B0502020104020203" pitchFamily="34" charset="0"/>
                <a:sym typeface="Helvetica"/>
              </a:rPr>
              <a:t> </a:t>
            </a:r>
            <a:endParaRPr lang="en-US" altLang="zh-CN" sz="2400" baseline="2495" dirty="0">
              <a:solidFill>
                <a:schemeClr val="tx1">
                  <a:lumMod val="50000"/>
                </a:schemeClr>
              </a:solidFill>
              <a:latin typeface="Gill Sans MT" panose="020B0502020104020203" pitchFamily="34" charset="0"/>
              <a:sym typeface="Helvetica"/>
            </a:endParaRPr>
          </a:p>
        </p:txBody>
      </p:sp>
      <p:cxnSp>
        <p:nvCxnSpPr>
          <p:cNvPr id="30" name="直接箭头连接符 29">
            <a:extLst>
              <a:ext uri="{FF2B5EF4-FFF2-40B4-BE49-F238E27FC236}">
                <a16:creationId xmlns:a16="http://schemas.microsoft.com/office/drawing/2014/main" id="{1277CDAE-8BDE-B39E-2A22-D3F7233CB451}"/>
              </a:ext>
            </a:extLst>
          </p:cNvPr>
          <p:cNvCxnSpPr>
            <a:cxnSpLocks/>
            <a:stCxn id="29" idx="2"/>
          </p:cNvCxnSpPr>
          <p:nvPr/>
        </p:nvCxnSpPr>
        <p:spPr>
          <a:xfrm flipH="1">
            <a:off x="10031767" y="1669810"/>
            <a:ext cx="690580" cy="496341"/>
          </a:xfrm>
          <a:prstGeom prst="straightConnector1">
            <a:avLst/>
          </a:prstGeom>
          <a:noFill/>
          <a:ln w="25400" cap="flat">
            <a:solidFill>
              <a:schemeClr val="accent3">
                <a:lumMod val="60000"/>
                <a:lumOff val="40000"/>
              </a:schemeClr>
            </a:solidFill>
            <a:prstDash val="solid"/>
            <a:round/>
            <a:tailEnd type="triangle"/>
          </a:ln>
          <a:effectLst/>
          <a:sp3d/>
        </p:spPr>
        <p:style>
          <a:lnRef idx="0">
            <a:scrgbClr r="0" g="0" b="0"/>
          </a:lnRef>
          <a:fillRef idx="0">
            <a:scrgbClr r="0" g="0" b="0"/>
          </a:fillRef>
          <a:effectRef idx="0">
            <a:scrgbClr r="0" g="0" b="0"/>
          </a:effectRef>
          <a:fontRef idx="none"/>
        </p:style>
      </p:cxnSp>
      <p:sp>
        <p:nvSpPr>
          <p:cNvPr id="33" name="文本框 32">
            <a:extLst>
              <a:ext uri="{FF2B5EF4-FFF2-40B4-BE49-F238E27FC236}">
                <a16:creationId xmlns:a16="http://schemas.microsoft.com/office/drawing/2014/main" id="{E46DB851-3870-AEF9-799F-B7F141DEE93B}"/>
              </a:ext>
            </a:extLst>
          </p:cNvPr>
          <p:cNvSpPr txBox="1"/>
          <p:nvPr/>
        </p:nvSpPr>
        <p:spPr>
          <a:xfrm>
            <a:off x="2947387" y="6115155"/>
            <a:ext cx="2943728" cy="348813"/>
          </a:xfrm>
          <a:prstGeom prst="rect">
            <a:avLst/>
          </a:prstGeom>
          <a:solidFill>
            <a:schemeClr val="accent2">
              <a:lumMod val="20000"/>
              <a:lumOff val="80000"/>
            </a:schemeClr>
          </a:solidFill>
          <a:ln w="12700" cap="flat">
            <a:noFill/>
            <a:miter lim="400000"/>
          </a:ln>
          <a:effectLst/>
          <a:sp3d/>
        </p:spPr>
        <p:style>
          <a:lnRef idx="0">
            <a:scrgbClr r="0" g="0" b="0"/>
          </a:lnRef>
          <a:fillRef idx="0">
            <a:scrgbClr r="0" g="0" b="0"/>
          </a:fillRef>
          <a:effectRef idx="0">
            <a:scrgbClr r="0" g="0" b="0"/>
          </a:effectRef>
          <a:fontRef idx="none"/>
        </p:style>
        <p:txBody>
          <a:bodyPr rot="0" spcFirstLastPara="1" vertOverflow="overflow" horzOverflow="overflow" vert="horz" wrap="square" lIns="50800" tIns="50800" rIns="50800" bIns="50800" numCol="1" spcCol="38100" rtlCol="0" anchor="ctr">
            <a:spAutoFit/>
          </a:bodyPr>
          <a:lstStyle/>
          <a:p>
            <a:pPr marL="0" marR="0" indent="0" defTabSz="584200" rtl="0" fontAlgn="auto" latinLnBrk="0" hangingPunct="0">
              <a:lnSpc>
                <a:spcPct val="100000"/>
              </a:lnSpc>
              <a:spcBef>
                <a:spcPts val="0"/>
              </a:spcBef>
              <a:spcAft>
                <a:spcPts val="0"/>
              </a:spcAft>
              <a:buClrTx/>
              <a:buSzTx/>
              <a:buFontTx/>
              <a:buNone/>
              <a:tabLst/>
            </a:pPr>
            <a:r>
              <a:rPr lang="en-US" altLang="zh-CN" sz="2400" b="1" baseline="2495" dirty="0">
                <a:solidFill>
                  <a:schemeClr val="tx1">
                    <a:lumMod val="50000"/>
                  </a:schemeClr>
                </a:solidFill>
                <a:latin typeface="Gill Sans MT" panose="020B0502020104020203" pitchFamily="34" charset="0"/>
                <a:sym typeface="Helvetica"/>
              </a:rPr>
              <a:t>signal</a:t>
            </a:r>
            <a:r>
              <a:rPr lang="en-US" altLang="zh-CN" sz="2400" baseline="2495" dirty="0">
                <a:solidFill>
                  <a:schemeClr val="tx1">
                    <a:lumMod val="50000"/>
                  </a:schemeClr>
                </a:solidFill>
                <a:latin typeface="Gill Sans MT" panose="020B0502020104020203" pitchFamily="34" charset="0"/>
                <a:sym typeface="Helvetica"/>
              </a:rPr>
              <a:t> consumer when not empty</a:t>
            </a:r>
          </a:p>
        </p:txBody>
      </p:sp>
      <p:cxnSp>
        <p:nvCxnSpPr>
          <p:cNvPr id="34" name="直接箭头连接符 33">
            <a:extLst>
              <a:ext uri="{FF2B5EF4-FFF2-40B4-BE49-F238E27FC236}">
                <a16:creationId xmlns:a16="http://schemas.microsoft.com/office/drawing/2014/main" id="{621CE9CA-0D3A-4F75-6C25-FDAA81F8ED32}"/>
              </a:ext>
            </a:extLst>
          </p:cNvPr>
          <p:cNvCxnSpPr>
            <a:cxnSpLocks/>
            <a:stCxn id="33" idx="0"/>
          </p:cNvCxnSpPr>
          <p:nvPr/>
        </p:nvCxnSpPr>
        <p:spPr>
          <a:xfrm flipH="1" flipV="1">
            <a:off x="4350058" y="5778094"/>
            <a:ext cx="69193" cy="337061"/>
          </a:xfrm>
          <a:prstGeom prst="straightConnector1">
            <a:avLst/>
          </a:prstGeom>
          <a:noFill/>
          <a:ln w="25400" cap="flat">
            <a:solidFill>
              <a:schemeClr val="accent1">
                <a:lumMod val="40000"/>
                <a:lumOff val="60000"/>
              </a:schemeClr>
            </a:solidFill>
            <a:prstDash val="solid"/>
            <a:round/>
            <a:tailEnd type="triangle"/>
          </a:ln>
          <a:effectLst/>
          <a:sp3d/>
        </p:spPr>
        <p:style>
          <a:lnRef idx="0">
            <a:scrgbClr r="0" g="0" b="0"/>
          </a:lnRef>
          <a:fillRef idx="0">
            <a:scrgbClr r="0" g="0" b="0"/>
          </a:fillRef>
          <a:effectRef idx="0">
            <a:scrgbClr r="0" g="0" b="0"/>
          </a:effectRef>
          <a:fontRef idx="none"/>
        </p:style>
      </p:cxnSp>
      <p:sp>
        <p:nvSpPr>
          <p:cNvPr id="41" name="文本框 40">
            <a:extLst>
              <a:ext uri="{FF2B5EF4-FFF2-40B4-BE49-F238E27FC236}">
                <a16:creationId xmlns:a16="http://schemas.microsoft.com/office/drawing/2014/main" id="{8D0A9712-09AA-A64E-22CA-4B3EB5939B76}"/>
              </a:ext>
            </a:extLst>
          </p:cNvPr>
          <p:cNvSpPr txBox="1"/>
          <p:nvPr/>
        </p:nvSpPr>
        <p:spPr>
          <a:xfrm>
            <a:off x="9299272" y="3524430"/>
            <a:ext cx="2699581" cy="348813"/>
          </a:xfrm>
          <a:prstGeom prst="rect">
            <a:avLst/>
          </a:prstGeom>
          <a:solidFill>
            <a:schemeClr val="accent2">
              <a:lumMod val="20000"/>
              <a:lumOff val="80000"/>
            </a:schemeClr>
          </a:solidFill>
          <a:ln w="12700" cap="flat">
            <a:noFill/>
            <a:miter lim="400000"/>
          </a:ln>
          <a:effectLst/>
          <a:sp3d/>
        </p:spPr>
        <p:style>
          <a:lnRef idx="0">
            <a:scrgbClr r="0" g="0" b="0"/>
          </a:lnRef>
          <a:fillRef idx="0">
            <a:scrgbClr r="0" g="0" b="0"/>
          </a:fillRef>
          <a:effectRef idx="0">
            <a:scrgbClr r="0" g="0" b="0"/>
          </a:effectRef>
          <a:fontRef idx="none"/>
        </p:style>
        <p:txBody>
          <a:bodyPr rot="0" spcFirstLastPara="1" vertOverflow="overflow" horzOverflow="overflow" vert="horz" wrap="square" lIns="50800" tIns="50800" rIns="50800" bIns="50800" numCol="1" spcCol="38100" rtlCol="0" anchor="ctr">
            <a:spAutoFit/>
          </a:bodyPr>
          <a:lstStyle/>
          <a:p>
            <a:pPr marL="0" marR="0" indent="0" defTabSz="584200" rtl="0" fontAlgn="auto" latinLnBrk="0" hangingPunct="0">
              <a:lnSpc>
                <a:spcPct val="100000"/>
              </a:lnSpc>
              <a:spcBef>
                <a:spcPts val="0"/>
              </a:spcBef>
              <a:spcAft>
                <a:spcPts val="0"/>
              </a:spcAft>
              <a:buClrTx/>
              <a:buSzTx/>
              <a:buFontTx/>
              <a:buNone/>
              <a:tabLst/>
            </a:pPr>
            <a:r>
              <a:rPr lang="en-US" altLang="zh-CN" sz="2400" b="1" baseline="2495" dirty="0">
                <a:solidFill>
                  <a:schemeClr val="tx1">
                    <a:lumMod val="50000"/>
                  </a:schemeClr>
                </a:solidFill>
                <a:latin typeface="Gill Sans MT" panose="020B0502020104020203" pitchFamily="34" charset="0"/>
                <a:sym typeface="Helvetica"/>
              </a:rPr>
              <a:t>signal</a:t>
            </a:r>
            <a:r>
              <a:rPr lang="en-US" altLang="zh-CN" sz="2400" baseline="2495" dirty="0">
                <a:solidFill>
                  <a:schemeClr val="tx1">
                    <a:lumMod val="50000"/>
                  </a:schemeClr>
                </a:solidFill>
                <a:latin typeface="Gill Sans MT" panose="020B0502020104020203" pitchFamily="34" charset="0"/>
                <a:sym typeface="Helvetica"/>
              </a:rPr>
              <a:t> producer when not full</a:t>
            </a:r>
          </a:p>
        </p:txBody>
      </p:sp>
      <p:cxnSp>
        <p:nvCxnSpPr>
          <p:cNvPr id="43" name="直接箭头连接符 42">
            <a:extLst>
              <a:ext uri="{FF2B5EF4-FFF2-40B4-BE49-F238E27FC236}">
                <a16:creationId xmlns:a16="http://schemas.microsoft.com/office/drawing/2014/main" id="{0EF87AF6-CCC8-DA2F-C4A9-A6038D97CC4F}"/>
              </a:ext>
            </a:extLst>
          </p:cNvPr>
          <p:cNvCxnSpPr>
            <a:cxnSpLocks/>
            <a:stCxn id="41" idx="0"/>
          </p:cNvCxnSpPr>
          <p:nvPr/>
        </p:nvCxnSpPr>
        <p:spPr>
          <a:xfrm flipH="1" flipV="1">
            <a:off x="10271464" y="3151573"/>
            <a:ext cx="377599" cy="372857"/>
          </a:xfrm>
          <a:prstGeom prst="straightConnector1">
            <a:avLst/>
          </a:prstGeom>
          <a:noFill/>
          <a:ln w="25400" cap="flat">
            <a:solidFill>
              <a:schemeClr val="accent1">
                <a:lumMod val="40000"/>
                <a:lumOff val="60000"/>
              </a:schemeClr>
            </a:solidFill>
            <a:prstDash val="solid"/>
            <a:round/>
            <a:tailEnd type="triangle"/>
          </a:ln>
          <a:effectLst/>
          <a:sp3d/>
        </p:spPr>
        <p:style>
          <a:lnRef idx="0">
            <a:scrgbClr r="0" g="0" b="0"/>
          </a:lnRef>
          <a:fillRef idx="0">
            <a:scrgbClr r="0" g="0" b="0"/>
          </a:fillRef>
          <a:effectRef idx="0">
            <a:scrgbClr r="0" g="0" b="0"/>
          </a:effectRef>
          <a:fontRef idx="none"/>
        </p:style>
      </p:cxnSp>
    </p:spTree>
    <p:extLst>
      <p:ext uri="{BB962C8B-B14F-4D97-AF65-F5344CB8AC3E}">
        <p14:creationId xmlns:p14="http://schemas.microsoft.com/office/powerpoint/2010/main" val="1926095109"/>
      </p:ext>
    </p:extLst>
  </p:cSld>
  <p:clrMapOvr>
    <a:masterClrMapping/>
  </p:clrMapOvr>
  <p:transition spd="med"/>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2715A2E-656D-EC5D-FDE7-230488526EFC}"/>
              </a:ext>
            </a:extLst>
          </p:cNvPr>
          <p:cNvSpPr>
            <a:spLocks noGrp="1"/>
          </p:cNvSpPr>
          <p:nvPr>
            <p:ph type="title"/>
          </p:nvPr>
        </p:nvSpPr>
        <p:spPr/>
        <p:txBody>
          <a:bodyPr/>
          <a:lstStyle/>
          <a:p>
            <a:r>
              <a:rPr lang="en-US" dirty="0"/>
              <a:t>Example 2: Barrier Synchronization</a:t>
            </a:r>
          </a:p>
        </p:txBody>
      </p:sp>
      <p:sp>
        <p:nvSpPr>
          <p:cNvPr id="4" name="Slide Number Placeholder 3">
            <a:extLst>
              <a:ext uri="{FF2B5EF4-FFF2-40B4-BE49-F238E27FC236}">
                <a16:creationId xmlns:a16="http://schemas.microsoft.com/office/drawing/2014/main" id="{C903FAE4-3A59-50C4-1BA6-A9AEC61D52CB}"/>
              </a:ext>
            </a:extLst>
          </p:cNvPr>
          <p:cNvSpPr>
            <a:spLocks noGrp="1"/>
          </p:cNvSpPr>
          <p:nvPr>
            <p:ph type="sldNum" sz="quarter" idx="2"/>
          </p:nvPr>
        </p:nvSpPr>
        <p:spPr>
          <a:xfrm>
            <a:off x="11686121" y="6400800"/>
            <a:ext cx="218008" cy="379591"/>
          </a:xfrm>
        </p:spPr>
        <p:txBody>
          <a:bodyPr/>
          <a:lstStyle/>
          <a:p>
            <a:pPr marL="0" marR="0" lvl="0" indent="0" algn="ctr" defTabSz="412750" rtl="0" eaLnBrk="1" fontAlgn="auto" latinLnBrk="0" hangingPunct="0">
              <a:lnSpc>
                <a:spcPct val="100000"/>
              </a:lnSpc>
              <a:spcBef>
                <a:spcPts val="0"/>
              </a:spcBef>
              <a:spcAft>
                <a:spcPts val="0"/>
              </a:spcAft>
              <a:buClrTx/>
              <a:buSzTx/>
              <a:buFontTx/>
              <a:buNone/>
              <a:tabLst/>
              <a:defRPr/>
            </a:pPr>
            <a:fld id="{86CB4B4D-7CA3-9044-876B-883B54F8677D}" type="slidenum">
              <a:rPr kumimoji="0" lang="en-US" sz="1800" b="0" i="0" u="none" strike="noStrike" kern="0" cap="none" spc="0" normalizeH="0" baseline="0" noProof="0">
                <a:ln>
                  <a:noFill/>
                </a:ln>
                <a:solidFill>
                  <a:srgbClr val="800080"/>
                </a:solidFill>
                <a:effectLst/>
                <a:uLnTx/>
                <a:uFillTx/>
                <a:latin typeface="Gill Sans MT" panose="020B0502020104020203" pitchFamily="34" charset="0"/>
                <a:cs typeface="Helvetica"/>
                <a:sym typeface="Helvetica"/>
              </a:rPr>
              <a:pPr marL="0" marR="0" lvl="0" indent="0" algn="ctr" defTabSz="412750" rtl="0" eaLnBrk="1" fontAlgn="auto" latinLnBrk="0" hangingPunct="0">
                <a:lnSpc>
                  <a:spcPct val="100000"/>
                </a:lnSpc>
                <a:spcBef>
                  <a:spcPts val="0"/>
                </a:spcBef>
                <a:spcAft>
                  <a:spcPts val="0"/>
                </a:spcAft>
                <a:buClrTx/>
                <a:buSzTx/>
                <a:buFontTx/>
                <a:buNone/>
                <a:tabLst/>
                <a:defRPr/>
              </a:pPr>
              <a:t>15</a:t>
            </a:fld>
            <a:endParaRPr kumimoji="0" lang="en-US" sz="1800" b="0" i="0" u="none" strike="noStrike" kern="0" cap="none" spc="0" normalizeH="0" baseline="0" noProof="0">
              <a:ln>
                <a:noFill/>
              </a:ln>
              <a:solidFill>
                <a:srgbClr val="800080"/>
              </a:solidFill>
              <a:effectLst/>
              <a:uLnTx/>
              <a:uFillTx/>
              <a:latin typeface="Gill Sans MT" panose="020B0502020104020203" pitchFamily="34" charset="0"/>
              <a:cs typeface="Helvetica"/>
              <a:sym typeface="Helvetica"/>
            </a:endParaRPr>
          </a:p>
        </p:txBody>
      </p:sp>
      <p:sp>
        <p:nvSpPr>
          <p:cNvPr id="5" name="文本占位符 7">
            <a:extLst>
              <a:ext uri="{FF2B5EF4-FFF2-40B4-BE49-F238E27FC236}">
                <a16:creationId xmlns:a16="http://schemas.microsoft.com/office/drawing/2014/main" id="{14771B40-21CF-5E90-3A74-392C5D51EA85}"/>
              </a:ext>
            </a:extLst>
          </p:cNvPr>
          <p:cNvSpPr>
            <a:spLocks noGrp="1"/>
          </p:cNvSpPr>
          <p:nvPr>
            <p:ph type="body" idx="1"/>
          </p:nvPr>
        </p:nvSpPr>
        <p:spPr>
          <a:xfrm>
            <a:off x="844550" y="1229566"/>
            <a:ext cx="10502900" cy="3408535"/>
          </a:xfrm>
        </p:spPr>
        <p:txBody>
          <a:bodyPr>
            <a:normAutofit/>
          </a:bodyPr>
          <a:lstStyle/>
          <a:p>
            <a:pPr algn="l">
              <a:buFont typeface="Wingdings" panose="05000000000000000000" pitchFamily="2" charset="2"/>
              <a:buChar char="Ø"/>
            </a:pPr>
            <a:r>
              <a:rPr lang="en-US" altLang="zh-CN" sz="2400" b="1" i="0" dirty="0">
                <a:solidFill>
                  <a:srgbClr val="000000"/>
                </a:solidFill>
                <a:effectLst/>
                <a:latin typeface="-apple-system"/>
              </a:rPr>
              <a:t>Problem</a:t>
            </a:r>
            <a:r>
              <a:rPr lang="en-US" altLang="zh-CN" sz="2400" b="0" i="0" dirty="0">
                <a:solidFill>
                  <a:srgbClr val="000000"/>
                </a:solidFill>
                <a:effectLst/>
                <a:latin typeface="-apple-system"/>
              </a:rPr>
              <a:t>: In a barrier synchronization scenario, multiple threads must wait at a specific point until all threads reach that point. Only when all threads have reached the barrier can they all proceed.</a:t>
            </a:r>
          </a:p>
          <a:p>
            <a:pPr algn="l">
              <a:buFont typeface="Wingdings" panose="05000000000000000000" pitchFamily="2" charset="2"/>
              <a:buChar char="Ø"/>
            </a:pPr>
            <a:r>
              <a:rPr lang="en-US" altLang="zh-CN" sz="2400" b="1" i="0" dirty="0">
                <a:solidFill>
                  <a:srgbClr val="000000"/>
                </a:solidFill>
                <a:effectLst/>
                <a:latin typeface="-apple-system"/>
              </a:rPr>
              <a:t>Solution</a:t>
            </a:r>
            <a:r>
              <a:rPr lang="en-US" altLang="zh-CN" sz="2400" b="0" i="0" dirty="0">
                <a:solidFill>
                  <a:srgbClr val="000000"/>
                </a:solidFill>
                <a:effectLst/>
                <a:latin typeface="-apple-system"/>
              </a:rPr>
              <a:t>: Each thread increases a counter when it reaches the barrier. If not all threads have arrived, it waits. The last thread to arrive signals all waiting threads to continue.</a:t>
            </a:r>
          </a:p>
        </p:txBody>
      </p:sp>
    </p:spTree>
    <p:extLst>
      <p:ext uri="{BB962C8B-B14F-4D97-AF65-F5344CB8AC3E}">
        <p14:creationId xmlns:p14="http://schemas.microsoft.com/office/powerpoint/2010/main" val="446785755"/>
      </p:ext>
    </p:extLst>
  </p:cSld>
  <p:clrMapOvr>
    <a:masterClrMapping/>
  </p:clrMapOvr>
  <p:transition spd="med"/>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2715A2E-656D-EC5D-FDE7-230488526EFC}"/>
              </a:ext>
            </a:extLst>
          </p:cNvPr>
          <p:cNvSpPr>
            <a:spLocks noGrp="1"/>
          </p:cNvSpPr>
          <p:nvPr>
            <p:ph type="title"/>
          </p:nvPr>
        </p:nvSpPr>
        <p:spPr/>
        <p:txBody>
          <a:bodyPr/>
          <a:lstStyle/>
          <a:p>
            <a:r>
              <a:rPr lang="en-US" altLang="zh-CN" dirty="0"/>
              <a:t>Example 2: Barrier Synchronization</a:t>
            </a:r>
            <a:endParaRPr lang="en-US" dirty="0"/>
          </a:p>
        </p:txBody>
      </p:sp>
      <p:sp>
        <p:nvSpPr>
          <p:cNvPr id="4" name="Slide Number Placeholder 3">
            <a:extLst>
              <a:ext uri="{FF2B5EF4-FFF2-40B4-BE49-F238E27FC236}">
                <a16:creationId xmlns:a16="http://schemas.microsoft.com/office/drawing/2014/main" id="{C903FAE4-3A59-50C4-1BA6-A9AEC61D52CB}"/>
              </a:ext>
            </a:extLst>
          </p:cNvPr>
          <p:cNvSpPr>
            <a:spLocks noGrp="1"/>
          </p:cNvSpPr>
          <p:nvPr>
            <p:ph type="sldNum" sz="quarter" idx="2"/>
          </p:nvPr>
        </p:nvSpPr>
        <p:spPr>
          <a:xfrm>
            <a:off x="11686121" y="6400800"/>
            <a:ext cx="218008" cy="379591"/>
          </a:xfrm>
        </p:spPr>
        <p:txBody>
          <a:bodyPr/>
          <a:lstStyle/>
          <a:p>
            <a:pPr marL="0" marR="0" lvl="0" indent="0" algn="ctr" defTabSz="412750" rtl="0" eaLnBrk="1" fontAlgn="auto" latinLnBrk="0" hangingPunct="0">
              <a:lnSpc>
                <a:spcPct val="100000"/>
              </a:lnSpc>
              <a:spcBef>
                <a:spcPts val="0"/>
              </a:spcBef>
              <a:spcAft>
                <a:spcPts val="0"/>
              </a:spcAft>
              <a:buClrTx/>
              <a:buSzTx/>
              <a:buFontTx/>
              <a:buNone/>
              <a:tabLst/>
              <a:defRPr/>
            </a:pPr>
            <a:fld id="{86CB4B4D-7CA3-9044-876B-883B54F8677D}" type="slidenum">
              <a:rPr kumimoji="0" lang="en-US" sz="1800" b="0" i="0" u="none" strike="noStrike" kern="0" cap="none" spc="0" normalizeH="0" baseline="0" noProof="0">
                <a:ln>
                  <a:noFill/>
                </a:ln>
                <a:solidFill>
                  <a:srgbClr val="800080"/>
                </a:solidFill>
                <a:effectLst/>
                <a:uLnTx/>
                <a:uFillTx/>
                <a:latin typeface="Gill Sans MT" panose="020B0502020104020203" pitchFamily="34" charset="0"/>
                <a:cs typeface="Helvetica"/>
                <a:sym typeface="Helvetica"/>
              </a:rPr>
              <a:pPr marL="0" marR="0" lvl="0" indent="0" algn="ctr" defTabSz="412750" rtl="0" eaLnBrk="1" fontAlgn="auto" latinLnBrk="0" hangingPunct="0">
                <a:lnSpc>
                  <a:spcPct val="100000"/>
                </a:lnSpc>
                <a:spcBef>
                  <a:spcPts val="0"/>
                </a:spcBef>
                <a:spcAft>
                  <a:spcPts val="0"/>
                </a:spcAft>
                <a:buClrTx/>
                <a:buSzTx/>
                <a:buFontTx/>
                <a:buNone/>
                <a:tabLst/>
                <a:defRPr/>
              </a:pPr>
              <a:t>16</a:t>
            </a:fld>
            <a:endParaRPr kumimoji="0" lang="en-US" sz="1800" b="0" i="0" u="none" strike="noStrike" kern="0" cap="none" spc="0" normalizeH="0" baseline="0" noProof="0">
              <a:ln>
                <a:noFill/>
              </a:ln>
              <a:solidFill>
                <a:srgbClr val="800080"/>
              </a:solidFill>
              <a:effectLst/>
              <a:uLnTx/>
              <a:uFillTx/>
              <a:latin typeface="Gill Sans MT" panose="020B0502020104020203" pitchFamily="34" charset="0"/>
              <a:cs typeface="Helvetica"/>
              <a:sym typeface="Helvetica"/>
            </a:endParaRPr>
          </a:p>
        </p:txBody>
      </p:sp>
      <p:sp>
        <p:nvSpPr>
          <p:cNvPr id="5" name="文本框 8">
            <a:extLst>
              <a:ext uri="{FF2B5EF4-FFF2-40B4-BE49-F238E27FC236}">
                <a16:creationId xmlns:a16="http://schemas.microsoft.com/office/drawing/2014/main" id="{8F36E625-385C-74EA-5F44-3F24878C63BE}"/>
              </a:ext>
            </a:extLst>
          </p:cNvPr>
          <p:cNvSpPr txBox="1"/>
          <p:nvPr/>
        </p:nvSpPr>
        <p:spPr>
          <a:xfrm>
            <a:off x="135471" y="1910903"/>
            <a:ext cx="5820354" cy="4832092"/>
          </a:xfrm>
          <a:prstGeom prst="rect">
            <a:avLst/>
          </a:prstGeom>
          <a:noFill/>
          <a:ln>
            <a:solidFill>
              <a:schemeClr val="tx1"/>
            </a:solidFill>
          </a:ln>
        </p:spPr>
        <p:txBody>
          <a:bodyPr wrap="square" numCol="1">
            <a:spAutoFit/>
          </a:bodyPr>
          <a:lstStyle/>
          <a:p>
            <a:pPr algn="l"/>
            <a:r>
              <a:rPr lang="en-HK" altLang="zh-CN" sz="1400" b="0" i="0" dirty="0">
                <a:solidFill>
                  <a:srgbClr val="4078F2"/>
                </a:solidFill>
                <a:effectLst/>
                <a:latin typeface="Consolas" panose="020B0609020204030204" pitchFamily="49" charset="0"/>
              </a:rPr>
              <a:t>#include </a:t>
            </a:r>
            <a:r>
              <a:rPr lang="en-HK" altLang="zh-CN" sz="1400" b="0" i="0" dirty="0">
                <a:solidFill>
                  <a:srgbClr val="50A14F"/>
                </a:solidFill>
                <a:effectLst/>
                <a:latin typeface="Consolas" panose="020B0609020204030204" pitchFamily="49" charset="0"/>
              </a:rPr>
              <a:t>&lt;</a:t>
            </a:r>
            <a:r>
              <a:rPr lang="en-HK" altLang="zh-CN" sz="1400" b="0" i="0" dirty="0" err="1">
                <a:solidFill>
                  <a:srgbClr val="50A14F"/>
                </a:solidFill>
                <a:effectLst/>
                <a:latin typeface="Consolas" panose="020B0609020204030204" pitchFamily="49" charset="0"/>
              </a:rPr>
              <a:t>pthread.h</a:t>
            </a:r>
            <a:r>
              <a:rPr lang="en-HK" altLang="zh-CN" sz="1400" b="0" i="0" dirty="0">
                <a:solidFill>
                  <a:srgbClr val="50A14F"/>
                </a:solidFill>
                <a:effectLst/>
                <a:latin typeface="Consolas" panose="020B0609020204030204" pitchFamily="49" charset="0"/>
              </a:rPr>
              <a:t>&gt;</a:t>
            </a:r>
            <a:endParaRPr lang="en-HK" altLang="zh-CN" sz="1400" b="0" i="0" dirty="0">
              <a:solidFill>
                <a:srgbClr val="5C5C5C"/>
              </a:solidFill>
              <a:effectLst/>
              <a:latin typeface="Consolas" panose="020B0609020204030204" pitchFamily="49" charset="0"/>
            </a:endParaRPr>
          </a:p>
          <a:p>
            <a:pPr algn="l"/>
            <a:r>
              <a:rPr lang="en-HK" altLang="zh-CN" sz="1400" b="0" i="0" dirty="0">
                <a:solidFill>
                  <a:srgbClr val="4078F2"/>
                </a:solidFill>
                <a:effectLst/>
                <a:latin typeface="Consolas" panose="020B0609020204030204" pitchFamily="49" charset="0"/>
              </a:rPr>
              <a:t>#include </a:t>
            </a:r>
            <a:r>
              <a:rPr lang="en-HK" altLang="zh-CN" sz="1400" b="0" i="0" dirty="0">
                <a:solidFill>
                  <a:srgbClr val="50A14F"/>
                </a:solidFill>
                <a:effectLst/>
                <a:latin typeface="Consolas" panose="020B0609020204030204" pitchFamily="49" charset="0"/>
              </a:rPr>
              <a:t>&lt;</a:t>
            </a:r>
            <a:r>
              <a:rPr lang="en-HK" altLang="zh-CN" sz="1400" b="0" i="0" dirty="0" err="1">
                <a:solidFill>
                  <a:srgbClr val="50A14F"/>
                </a:solidFill>
                <a:effectLst/>
                <a:latin typeface="Consolas" panose="020B0609020204030204" pitchFamily="49" charset="0"/>
              </a:rPr>
              <a:t>stdio.h</a:t>
            </a:r>
            <a:r>
              <a:rPr lang="en-HK" altLang="zh-CN" sz="1400" b="0" i="0" dirty="0">
                <a:solidFill>
                  <a:srgbClr val="50A14F"/>
                </a:solidFill>
                <a:effectLst/>
                <a:latin typeface="Consolas" panose="020B0609020204030204" pitchFamily="49" charset="0"/>
              </a:rPr>
              <a:t>&gt;</a:t>
            </a:r>
            <a:endParaRPr lang="en-HK" altLang="zh-CN" sz="1400" b="0" i="0" dirty="0">
              <a:solidFill>
                <a:srgbClr val="5C5C5C"/>
              </a:solidFill>
              <a:effectLst/>
              <a:latin typeface="Consolas" panose="020B0609020204030204" pitchFamily="49" charset="0"/>
            </a:endParaRPr>
          </a:p>
          <a:p>
            <a:pPr algn="l"/>
            <a:r>
              <a:rPr lang="en-HK" altLang="zh-CN" sz="1400" b="0" i="0" dirty="0">
                <a:solidFill>
                  <a:srgbClr val="4078F2"/>
                </a:solidFill>
                <a:effectLst/>
                <a:latin typeface="Consolas" panose="020B0609020204030204" pitchFamily="49" charset="0"/>
              </a:rPr>
              <a:t>#define NUM_THREADS 5</a:t>
            </a:r>
          </a:p>
          <a:p>
            <a:pPr algn="l"/>
            <a:endParaRPr lang="en-HK" altLang="zh-CN" sz="1400" b="0" i="0" dirty="0">
              <a:solidFill>
                <a:srgbClr val="5C5C5C"/>
              </a:solidFill>
              <a:effectLst/>
              <a:latin typeface="Consolas" panose="020B0609020204030204" pitchFamily="49" charset="0"/>
            </a:endParaRPr>
          </a:p>
          <a:p>
            <a:pPr algn="l"/>
            <a:r>
              <a:rPr lang="en-HK" altLang="zh-CN" sz="1400" b="0" i="0" dirty="0" err="1">
                <a:solidFill>
                  <a:srgbClr val="A626A4"/>
                </a:solidFill>
                <a:effectLst/>
                <a:latin typeface="Consolas" panose="020B0609020204030204" pitchFamily="49" charset="0"/>
              </a:rPr>
              <a:t>pthread_mutex_t</a:t>
            </a:r>
            <a:r>
              <a:rPr lang="en-HK" altLang="zh-CN" sz="1400" b="0" i="0" dirty="0">
                <a:solidFill>
                  <a:srgbClr val="5C5C5C"/>
                </a:solidFill>
                <a:effectLst/>
                <a:latin typeface="Consolas" panose="020B0609020204030204" pitchFamily="49" charset="0"/>
              </a:rPr>
              <a:t> mutex = PTHREAD_MUTEX_INITIALIZER;</a:t>
            </a:r>
          </a:p>
          <a:p>
            <a:pPr algn="l"/>
            <a:r>
              <a:rPr lang="en-HK" altLang="zh-CN" sz="1400" b="0" i="0" dirty="0" err="1">
                <a:solidFill>
                  <a:srgbClr val="A626A4"/>
                </a:solidFill>
                <a:effectLst/>
                <a:latin typeface="Consolas" panose="020B0609020204030204" pitchFamily="49" charset="0"/>
              </a:rPr>
              <a:t>pthread_cond_t</a:t>
            </a:r>
            <a:r>
              <a:rPr lang="en-HK" altLang="zh-CN" sz="1400" b="0" i="0" dirty="0">
                <a:solidFill>
                  <a:srgbClr val="5C5C5C"/>
                </a:solidFill>
                <a:effectLst/>
                <a:latin typeface="Consolas" panose="020B0609020204030204" pitchFamily="49" charset="0"/>
              </a:rPr>
              <a:t> </a:t>
            </a:r>
            <a:r>
              <a:rPr lang="en-HK" altLang="zh-CN" sz="1400" b="0" i="0" dirty="0" err="1">
                <a:solidFill>
                  <a:srgbClr val="5C5C5C"/>
                </a:solidFill>
                <a:effectLst/>
                <a:latin typeface="Consolas" panose="020B0609020204030204" pitchFamily="49" charset="0"/>
              </a:rPr>
              <a:t>cond_barrier</a:t>
            </a:r>
            <a:r>
              <a:rPr lang="en-HK" altLang="zh-CN" sz="1400" b="0" i="0" dirty="0">
                <a:solidFill>
                  <a:srgbClr val="5C5C5C"/>
                </a:solidFill>
                <a:effectLst/>
                <a:latin typeface="Consolas" panose="020B0609020204030204" pitchFamily="49" charset="0"/>
              </a:rPr>
              <a:t> = PTHREAD_COND_INITIALIZER;</a:t>
            </a:r>
          </a:p>
          <a:p>
            <a:pPr algn="l"/>
            <a:r>
              <a:rPr lang="en-HK" altLang="zh-CN" sz="1400" b="0" i="0" dirty="0">
                <a:solidFill>
                  <a:srgbClr val="A626A4"/>
                </a:solidFill>
                <a:effectLst/>
                <a:latin typeface="Consolas" panose="020B0609020204030204" pitchFamily="49" charset="0"/>
              </a:rPr>
              <a:t>int</a:t>
            </a:r>
            <a:r>
              <a:rPr lang="en-HK" altLang="zh-CN" sz="1400" b="0" i="0" dirty="0">
                <a:solidFill>
                  <a:srgbClr val="5C5C5C"/>
                </a:solidFill>
                <a:effectLst/>
                <a:latin typeface="Consolas" panose="020B0609020204030204" pitchFamily="49" charset="0"/>
              </a:rPr>
              <a:t> count = </a:t>
            </a:r>
            <a:r>
              <a:rPr lang="en-HK" altLang="zh-CN" sz="1400" b="0" i="0" dirty="0">
                <a:solidFill>
                  <a:srgbClr val="986801"/>
                </a:solidFill>
                <a:effectLst/>
                <a:latin typeface="Consolas" panose="020B0609020204030204" pitchFamily="49" charset="0"/>
              </a:rPr>
              <a:t>0</a:t>
            </a:r>
            <a:r>
              <a:rPr lang="en-HK" altLang="zh-CN" sz="1400" b="0" i="0" dirty="0">
                <a:solidFill>
                  <a:srgbClr val="5C5C5C"/>
                </a:solidFill>
                <a:effectLst/>
                <a:latin typeface="Consolas" panose="020B0609020204030204" pitchFamily="49" charset="0"/>
              </a:rPr>
              <a:t>;</a:t>
            </a:r>
          </a:p>
          <a:p>
            <a:pPr algn="l"/>
            <a:endParaRPr lang="en-HK" altLang="zh-CN" sz="1400" b="0" i="0" dirty="0">
              <a:solidFill>
                <a:srgbClr val="5C5C5C"/>
              </a:solidFill>
              <a:effectLst/>
              <a:latin typeface="Consolas" panose="020B0609020204030204" pitchFamily="49" charset="0"/>
            </a:endParaRPr>
          </a:p>
          <a:p>
            <a:pPr algn="l"/>
            <a:r>
              <a:rPr lang="en-HK" altLang="zh-CN" sz="1400" b="0" i="0" dirty="0">
                <a:solidFill>
                  <a:srgbClr val="A626A4"/>
                </a:solidFill>
                <a:effectLst/>
                <a:latin typeface="Consolas" panose="020B0609020204030204" pitchFamily="49" charset="0"/>
              </a:rPr>
              <a:t>void</a:t>
            </a:r>
            <a:r>
              <a:rPr lang="en-HK" altLang="zh-CN" sz="1400" b="0" i="0" dirty="0">
                <a:solidFill>
                  <a:srgbClr val="5C5C5C"/>
                </a:solidFill>
                <a:effectLst/>
                <a:latin typeface="Consolas" panose="020B0609020204030204" pitchFamily="49" charset="0"/>
              </a:rPr>
              <a:t>* </a:t>
            </a:r>
            <a:r>
              <a:rPr lang="en-HK" altLang="zh-CN" sz="1400" b="0" i="0" dirty="0" err="1">
                <a:solidFill>
                  <a:srgbClr val="4078F2"/>
                </a:solidFill>
                <a:effectLst/>
                <a:latin typeface="Consolas" panose="020B0609020204030204" pitchFamily="49" charset="0"/>
              </a:rPr>
              <a:t>thread_func</a:t>
            </a:r>
            <a:r>
              <a:rPr lang="en-HK" altLang="zh-CN" sz="1400" b="0" i="0" dirty="0">
                <a:solidFill>
                  <a:srgbClr val="5C5C5C"/>
                </a:solidFill>
                <a:effectLst/>
                <a:latin typeface="Consolas" panose="020B0609020204030204" pitchFamily="49" charset="0"/>
              </a:rPr>
              <a:t>(</a:t>
            </a:r>
            <a:r>
              <a:rPr lang="en-HK" altLang="zh-CN" sz="1400" b="0" i="0" dirty="0">
                <a:solidFill>
                  <a:srgbClr val="A626A4"/>
                </a:solidFill>
                <a:effectLst/>
                <a:latin typeface="Consolas" panose="020B0609020204030204" pitchFamily="49" charset="0"/>
              </a:rPr>
              <a:t>void</a:t>
            </a:r>
            <a:r>
              <a:rPr lang="en-HK" altLang="zh-CN" sz="1400" b="0" i="0" dirty="0">
                <a:solidFill>
                  <a:srgbClr val="5C5C5C"/>
                </a:solidFill>
                <a:effectLst/>
                <a:latin typeface="Consolas" panose="020B0609020204030204" pitchFamily="49" charset="0"/>
              </a:rPr>
              <a:t>* </a:t>
            </a:r>
            <a:r>
              <a:rPr lang="en-HK" altLang="zh-CN" sz="1400" b="0" i="0" dirty="0" err="1">
                <a:solidFill>
                  <a:srgbClr val="5C5C5C"/>
                </a:solidFill>
                <a:effectLst/>
                <a:latin typeface="Consolas" panose="020B0609020204030204" pitchFamily="49" charset="0"/>
              </a:rPr>
              <a:t>arg</a:t>
            </a:r>
            <a:r>
              <a:rPr lang="en-HK" altLang="zh-CN" sz="1400" b="0" i="0" dirty="0">
                <a:solidFill>
                  <a:srgbClr val="5C5C5C"/>
                </a:solidFill>
                <a:effectLst/>
                <a:latin typeface="Consolas" panose="020B0609020204030204" pitchFamily="49" charset="0"/>
              </a:rPr>
              <a:t>) {</a:t>
            </a:r>
          </a:p>
          <a:p>
            <a:pPr algn="l"/>
            <a:r>
              <a:rPr lang="en-HK" altLang="zh-CN" sz="1400" b="0" i="0" dirty="0">
                <a:solidFill>
                  <a:srgbClr val="5C5C5C"/>
                </a:solidFill>
                <a:effectLst/>
                <a:latin typeface="Consolas" panose="020B0609020204030204" pitchFamily="49" charset="0"/>
              </a:rPr>
              <a:t>    </a:t>
            </a:r>
            <a:r>
              <a:rPr lang="en-HK" altLang="zh-CN" sz="1400" b="0" i="0" dirty="0">
                <a:solidFill>
                  <a:srgbClr val="A626A4"/>
                </a:solidFill>
                <a:effectLst/>
                <a:latin typeface="Consolas" panose="020B0609020204030204" pitchFamily="49" charset="0"/>
              </a:rPr>
              <a:t>int</a:t>
            </a:r>
            <a:r>
              <a:rPr lang="en-HK" altLang="zh-CN" sz="1400" b="0" i="0" dirty="0">
                <a:solidFill>
                  <a:srgbClr val="5C5C5C"/>
                </a:solidFill>
                <a:effectLst/>
                <a:latin typeface="Consolas" panose="020B0609020204030204" pitchFamily="49" charset="0"/>
              </a:rPr>
              <a:t> id = *(</a:t>
            </a:r>
            <a:r>
              <a:rPr lang="en-HK" altLang="zh-CN" sz="1400" b="0" i="0" dirty="0">
                <a:solidFill>
                  <a:srgbClr val="A626A4"/>
                </a:solidFill>
                <a:effectLst/>
                <a:latin typeface="Consolas" panose="020B0609020204030204" pitchFamily="49" charset="0"/>
              </a:rPr>
              <a:t>int</a:t>
            </a:r>
            <a:r>
              <a:rPr lang="en-HK" altLang="zh-CN" sz="1400" b="0" i="0" dirty="0">
                <a:solidFill>
                  <a:srgbClr val="5C5C5C"/>
                </a:solidFill>
                <a:effectLst/>
                <a:latin typeface="Consolas" panose="020B0609020204030204" pitchFamily="49" charset="0"/>
              </a:rPr>
              <a:t>*)</a:t>
            </a:r>
            <a:r>
              <a:rPr lang="en-HK" altLang="zh-CN" sz="1400" b="0" i="0" dirty="0" err="1">
                <a:solidFill>
                  <a:srgbClr val="5C5C5C"/>
                </a:solidFill>
                <a:effectLst/>
                <a:latin typeface="Consolas" panose="020B0609020204030204" pitchFamily="49" charset="0"/>
              </a:rPr>
              <a:t>arg</a:t>
            </a:r>
            <a:r>
              <a:rPr lang="en-HK" altLang="zh-CN" sz="1400" b="0" i="0" dirty="0">
                <a:solidFill>
                  <a:srgbClr val="5C5C5C"/>
                </a:solidFill>
                <a:effectLst/>
                <a:latin typeface="Consolas" panose="020B0609020204030204" pitchFamily="49" charset="0"/>
              </a:rPr>
              <a:t>;</a:t>
            </a:r>
          </a:p>
          <a:p>
            <a:pPr algn="l"/>
            <a:r>
              <a:rPr lang="en-HK" altLang="zh-CN" sz="1400" b="0" i="0" dirty="0">
                <a:solidFill>
                  <a:srgbClr val="5C5C5C"/>
                </a:solidFill>
                <a:effectLst/>
                <a:latin typeface="Consolas" panose="020B0609020204030204" pitchFamily="49" charset="0"/>
              </a:rPr>
              <a:t>    </a:t>
            </a:r>
            <a:r>
              <a:rPr lang="en-HK" altLang="zh-CN" sz="1400" b="0" i="0" dirty="0" err="1">
                <a:solidFill>
                  <a:srgbClr val="C18401"/>
                </a:solidFill>
                <a:effectLst/>
                <a:latin typeface="Consolas" panose="020B0609020204030204" pitchFamily="49" charset="0"/>
              </a:rPr>
              <a:t>printf</a:t>
            </a:r>
            <a:r>
              <a:rPr lang="en-HK" altLang="zh-CN" sz="1400" b="0" i="0" dirty="0">
                <a:solidFill>
                  <a:srgbClr val="5C5C5C"/>
                </a:solidFill>
                <a:effectLst/>
                <a:latin typeface="Consolas" panose="020B0609020204030204" pitchFamily="49" charset="0"/>
              </a:rPr>
              <a:t>(</a:t>
            </a:r>
            <a:r>
              <a:rPr lang="en-HK" altLang="zh-CN" sz="1400" b="0" i="0" dirty="0">
                <a:solidFill>
                  <a:srgbClr val="50A14F"/>
                </a:solidFill>
                <a:effectLst/>
                <a:latin typeface="Consolas" panose="020B0609020204030204" pitchFamily="49" charset="0"/>
              </a:rPr>
              <a:t>"Thread %d reached the barrier.\n"</a:t>
            </a:r>
            <a:r>
              <a:rPr lang="en-HK" altLang="zh-CN" sz="1400" b="0" i="0" dirty="0">
                <a:solidFill>
                  <a:srgbClr val="5C5C5C"/>
                </a:solidFill>
                <a:effectLst/>
                <a:latin typeface="Consolas" panose="020B0609020204030204" pitchFamily="49" charset="0"/>
              </a:rPr>
              <a:t>, id);</a:t>
            </a:r>
          </a:p>
          <a:p>
            <a:pPr algn="l"/>
            <a:r>
              <a:rPr lang="en-HK" altLang="zh-CN" sz="1400" b="0" i="0" dirty="0">
                <a:solidFill>
                  <a:srgbClr val="5C5C5C"/>
                </a:solidFill>
                <a:effectLst/>
                <a:latin typeface="Consolas" panose="020B0609020204030204" pitchFamily="49" charset="0"/>
              </a:rPr>
              <a:t>    </a:t>
            </a:r>
            <a:r>
              <a:rPr lang="en-HK" altLang="zh-CN" sz="1400" b="0" i="0" dirty="0" err="1">
                <a:solidFill>
                  <a:srgbClr val="5C5C5C"/>
                </a:solidFill>
                <a:effectLst/>
                <a:latin typeface="Consolas" panose="020B0609020204030204" pitchFamily="49" charset="0"/>
              </a:rPr>
              <a:t>pthread_mutex_lock</a:t>
            </a:r>
            <a:r>
              <a:rPr lang="en-HK" altLang="zh-CN" sz="1400" b="0" i="0" dirty="0">
                <a:solidFill>
                  <a:srgbClr val="5C5C5C"/>
                </a:solidFill>
                <a:effectLst/>
                <a:latin typeface="Consolas" panose="020B0609020204030204" pitchFamily="49" charset="0"/>
              </a:rPr>
              <a:t>(&amp;mutex);</a:t>
            </a:r>
          </a:p>
          <a:p>
            <a:pPr algn="l"/>
            <a:r>
              <a:rPr lang="en-HK" altLang="zh-CN" sz="1400" b="0" i="0" dirty="0">
                <a:solidFill>
                  <a:srgbClr val="5C5C5C"/>
                </a:solidFill>
                <a:effectLst/>
                <a:latin typeface="Consolas" panose="020B0609020204030204" pitchFamily="49" charset="0"/>
              </a:rPr>
              <a:t>    count++;</a:t>
            </a:r>
          </a:p>
          <a:p>
            <a:pPr algn="l"/>
            <a:r>
              <a:rPr lang="en-HK" altLang="zh-CN" sz="1400" b="0" i="0" dirty="0">
                <a:solidFill>
                  <a:srgbClr val="5C5C5C"/>
                </a:solidFill>
                <a:effectLst/>
                <a:latin typeface="Consolas" panose="020B0609020204030204" pitchFamily="49" charset="0"/>
              </a:rPr>
              <a:t>    </a:t>
            </a:r>
            <a:r>
              <a:rPr lang="en-HK" altLang="zh-CN" sz="1400" b="0" i="0" dirty="0">
                <a:solidFill>
                  <a:srgbClr val="A626A4"/>
                </a:solidFill>
                <a:effectLst/>
                <a:latin typeface="Consolas" panose="020B0609020204030204" pitchFamily="49" charset="0"/>
              </a:rPr>
              <a:t>if</a:t>
            </a:r>
            <a:r>
              <a:rPr lang="en-HK" altLang="zh-CN" sz="1400" b="0" i="0" dirty="0">
                <a:solidFill>
                  <a:srgbClr val="5C5C5C"/>
                </a:solidFill>
                <a:effectLst/>
                <a:latin typeface="Consolas" panose="020B0609020204030204" pitchFamily="49" charset="0"/>
              </a:rPr>
              <a:t> (count &lt; NUM_THREADS) {</a:t>
            </a:r>
          </a:p>
          <a:p>
            <a:pPr algn="l"/>
            <a:r>
              <a:rPr lang="en-HK" altLang="zh-CN" sz="1400" b="0" i="0" dirty="0">
                <a:solidFill>
                  <a:srgbClr val="5C5C5C"/>
                </a:solidFill>
                <a:effectLst/>
                <a:latin typeface="Consolas" panose="020B0609020204030204" pitchFamily="49" charset="0"/>
              </a:rPr>
              <a:t>        </a:t>
            </a:r>
            <a:r>
              <a:rPr lang="en-HK" altLang="zh-CN" sz="1400" b="0" i="0" dirty="0" err="1">
                <a:solidFill>
                  <a:srgbClr val="5C5C5C"/>
                </a:solidFill>
                <a:effectLst/>
                <a:latin typeface="Consolas" panose="020B0609020204030204" pitchFamily="49" charset="0"/>
              </a:rPr>
              <a:t>pthread_cond_wait</a:t>
            </a:r>
            <a:r>
              <a:rPr lang="en-HK" altLang="zh-CN" sz="1400" b="0" i="0" dirty="0">
                <a:solidFill>
                  <a:srgbClr val="5C5C5C"/>
                </a:solidFill>
                <a:effectLst/>
                <a:latin typeface="Consolas" panose="020B0609020204030204" pitchFamily="49" charset="0"/>
              </a:rPr>
              <a:t>(&amp;</a:t>
            </a:r>
            <a:r>
              <a:rPr lang="en-HK" altLang="zh-CN" sz="1400" b="0" i="0" dirty="0" err="1">
                <a:solidFill>
                  <a:srgbClr val="5C5C5C"/>
                </a:solidFill>
                <a:effectLst/>
                <a:latin typeface="Consolas" panose="020B0609020204030204" pitchFamily="49" charset="0"/>
              </a:rPr>
              <a:t>cond_barrier</a:t>
            </a:r>
            <a:r>
              <a:rPr lang="en-HK" altLang="zh-CN" sz="1400" b="0" i="0" dirty="0">
                <a:solidFill>
                  <a:srgbClr val="5C5C5C"/>
                </a:solidFill>
                <a:effectLst/>
                <a:latin typeface="Consolas" panose="020B0609020204030204" pitchFamily="49" charset="0"/>
              </a:rPr>
              <a:t>, &amp;mutex);</a:t>
            </a:r>
          </a:p>
          <a:p>
            <a:pPr algn="l"/>
            <a:r>
              <a:rPr lang="en-HK" altLang="zh-CN" sz="1400" b="0" i="0" dirty="0">
                <a:solidFill>
                  <a:srgbClr val="5C5C5C"/>
                </a:solidFill>
                <a:effectLst/>
                <a:latin typeface="Consolas" panose="020B0609020204030204" pitchFamily="49" charset="0"/>
              </a:rPr>
              <a:t>    } </a:t>
            </a:r>
            <a:r>
              <a:rPr lang="en-HK" altLang="zh-CN" sz="1400" b="0" i="0" dirty="0">
                <a:solidFill>
                  <a:srgbClr val="A626A4"/>
                </a:solidFill>
                <a:effectLst/>
                <a:latin typeface="Consolas" panose="020B0609020204030204" pitchFamily="49" charset="0"/>
              </a:rPr>
              <a:t>else</a:t>
            </a:r>
            <a:r>
              <a:rPr lang="en-HK" altLang="zh-CN" sz="1400" b="0" i="0" dirty="0">
                <a:solidFill>
                  <a:srgbClr val="5C5C5C"/>
                </a:solidFill>
                <a:effectLst/>
                <a:latin typeface="Consolas" panose="020B0609020204030204" pitchFamily="49" charset="0"/>
              </a:rPr>
              <a:t> {</a:t>
            </a:r>
          </a:p>
          <a:p>
            <a:pPr algn="l"/>
            <a:r>
              <a:rPr lang="en-HK" altLang="zh-CN" sz="1400" b="0" i="0" dirty="0">
                <a:solidFill>
                  <a:srgbClr val="5C5C5C"/>
                </a:solidFill>
                <a:effectLst/>
                <a:latin typeface="Consolas" panose="020B0609020204030204" pitchFamily="49" charset="0"/>
              </a:rPr>
              <a:t>        </a:t>
            </a:r>
            <a:r>
              <a:rPr lang="en-HK" altLang="zh-CN" sz="1400" b="0" i="0" dirty="0" err="1">
                <a:solidFill>
                  <a:srgbClr val="5C5C5C"/>
                </a:solidFill>
                <a:effectLst/>
                <a:latin typeface="Consolas" panose="020B0609020204030204" pitchFamily="49" charset="0"/>
              </a:rPr>
              <a:t>pthread_cond_broadcast</a:t>
            </a:r>
            <a:r>
              <a:rPr lang="en-HK" altLang="zh-CN" sz="1400" b="0" i="0" dirty="0">
                <a:solidFill>
                  <a:srgbClr val="5C5C5C"/>
                </a:solidFill>
                <a:effectLst/>
                <a:latin typeface="Consolas" panose="020B0609020204030204" pitchFamily="49" charset="0"/>
              </a:rPr>
              <a:t>(&amp;</a:t>
            </a:r>
            <a:r>
              <a:rPr lang="en-HK" altLang="zh-CN" sz="1400" b="0" i="0" dirty="0" err="1">
                <a:solidFill>
                  <a:srgbClr val="5C5C5C"/>
                </a:solidFill>
                <a:effectLst/>
                <a:latin typeface="Consolas" panose="020B0609020204030204" pitchFamily="49" charset="0"/>
              </a:rPr>
              <a:t>cond_barrier</a:t>
            </a:r>
            <a:r>
              <a:rPr lang="en-HK" altLang="zh-CN" sz="1400" b="0" i="0" dirty="0">
                <a:solidFill>
                  <a:srgbClr val="5C5C5C"/>
                </a:solidFill>
                <a:effectLst/>
                <a:latin typeface="Consolas" panose="020B0609020204030204" pitchFamily="49" charset="0"/>
              </a:rPr>
              <a:t>);</a:t>
            </a:r>
          </a:p>
          <a:p>
            <a:pPr algn="l"/>
            <a:r>
              <a:rPr lang="en-HK" altLang="zh-CN" sz="1400" b="0" i="0" dirty="0">
                <a:solidFill>
                  <a:srgbClr val="5C5C5C"/>
                </a:solidFill>
                <a:effectLst/>
                <a:latin typeface="Consolas" panose="020B0609020204030204" pitchFamily="49" charset="0"/>
              </a:rPr>
              <a:t>    }</a:t>
            </a:r>
          </a:p>
          <a:p>
            <a:pPr algn="l"/>
            <a:r>
              <a:rPr lang="en-HK" altLang="zh-CN" sz="1400" b="0" i="0" dirty="0">
                <a:solidFill>
                  <a:srgbClr val="5C5C5C"/>
                </a:solidFill>
                <a:effectLst/>
                <a:latin typeface="Consolas" panose="020B0609020204030204" pitchFamily="49" charset="0"/>
              </a:rPr>
              <a:t>    </a:t>
            </a:r>
            <a:r>
              <a:rPr lang="en-HK" altLang="zh-CN" sz="1400" b="0" i="0" dirty="0" err="1">
                <a:solidFill>
                  <a:srgbClr val="5C5C5C"/>
                </a:solidFill>
                <a:effectLst/>
                <a:latin typeface="Consolas" panose="020B0609020204030204" pitchFamily="49" charset="0"/>
              </a:rPr>
              <a:t>pthread_mutex_unlock</a:t>
            </a:r>
            <a:r>
              <a:rPr lang="en-HK" altLang="zh-CN" sz="1400" b="0" i="0" dirty="0">
                <a:solidFill>
                  <a:srgbClr val="5C5C5C"/>
                </a:solidFill>
                <a:effectLst/>
                <a:latin typeface="Consolas" panose="020B0609020204030204" pitchFamily="49" charset="0"/>
              </a:rPr>
              <a:t>(&amp;mutex);</a:t>
            </a:r>
          </a:p>
          <a:p>
            <a:pPr algn="l"/>
            <a:r>
              <a:rPr lang="en-HK" altLang="zh-CN" sz="1400" b="0" i="0" dirty="0">
                <a:solidFill>
                  <a:srgbClr val="5C5C5C"/>
                </a:solidFill>
                <a:effectLst/>
                <a:latin typeface="Consolas" panose="020B0609020204030204" pitchFamily="49" charset="0"/>
              </a:rPr>
              <a:t>    </a:t>
            </a:r>
            <a:r>
              <a:rPr lang="en-HK" altLang="zh-CN" sz="1400" b="0" i="0" dirty="0" err="1">
                <a:solidFill>
                  <a:srgbClr val="C18401"/>
                </a:solidFill>
                <a:effectLst/>
                <a:latin typeface="Consolas" panose="020B0609020204030204" pitchFamily="49" charset="0"/>
              </a:rPr>
              <a:t>printf</a:t>
            </a:r>
            <a:r>
              <a:rPr lang="en-HK" altLang="zh-CN" sz="1400" b="0" i="0" dirty="0">
                <a:solidFill>
                  <a:srgbClr val="5C5C5C"/>
                </a:solidFill>
                <a:effectLst/>
                <a:latin typeface="Consolas" panose="020B0609020204030204" pitchFamily="49" charset="0"/>
              </a:rPr>
              <a:t>(</a:t>
            </a:r>
            <a:r>
              <a:rPr lang="en-HK" altLang="zh-CN" sz="1400" b="0" i="0" dirty="0">
                <a:solidFill>
                  <a:srgbClr val="50A14F"/>
                </a:solidFill>
                <a:effectLst/>
                <a:latin typeface="Consolas" panose="020B0609020204030204" pitchFamily="49" charset="0"/>
              </a:rPr>
              <a:t>"Thread %d passed the barrier.\n"</a:t>
            </a:r>
            <a:r>
              <a:rPr lang="en-HK" altLang="zh-CN" sz="1400" b="0" i="0" dirty="0">
                <a:solidFill>
                  <a:srgbClr val="5C5C5C"/>
                </a:solidFill>
                <a:effectLst/>
                <a:latin typeface="Consolas" panose="020B0609020204030204" pitchFamily="49" charset="0"/>
              </a:rPr>
              <a:t>, id);</a:t>
            </a:r>
          </a:p>
          <a:p>
            <a:pPr algn="l"/>
            <a:r>
              <a:rPr lang="en-HK" altLang="zh-CN" sz="1400" b="0" i="0" dirty="0">
                <a:solidFill>
                  <a:srgbClr val="5C5C5C"/>
                </a:solidFill>
                <a:effectLst/>
                <a:latin typeface="Consolas" panose="020B0609020204030204" pitchFamily="49" charset="0"/>
              </a:rPr>
              <a:t>    </a:t>
            </a:r>
            <a:r>
              <a:rPr lang="en-HK" altLang="zh-CN" sz="1400" b="0" i="0" dirty="0">
                <a:solidFill>
                  <a:srgbClr val="A626A4"/>
                </a:solidFill>
                <a:effectLst/>
                <a:latin typeface="Consolas" panose="020B0609020204030204" pitchFamily="49" charset="0"/>
              </a:rPr>
              <a:t>return</a:t>
            </a:r>
            <a:r>
              <a:rPr lang="en-HK" altLang="zh-CN" sz="1400" b="0" i="0" dirty="0">
                <a:solidFill>
                  <a:srgbClr val="5C5C5C"/>
                </a:solidFill>
                <a:effectLst/>
                <a:latin typeface="Consolas" panose="020B0609020204030204" pitchFamily="49" charset="0"/>
              </a:rPr>
              <a:t> </a:t>
            </a:r>
            <a:r>
              <a:rPr lang="en-HK" altLang="zh-CN" sz="1400" b="0" i="0" dirty="0">
                <a:solidFill>
                  <a:srgbClr val="0184BB"/>
                </a:solidFill>
                <a:effectLst/>
                <a:latin typeface="Consolas" panose="020B0609020204030204" pitchFamily="49" charset="0"/>
              </a:rPr>
              <a:t>NULL</a:t>
            </a:r>
            <a:r>
              <a:rPr lang="en-HK" altLang="zh-CN" sz="1400" b="0" i="0" dirty="0">
                <a:solidFill>
                  <a:srgbClr val="5C5C5C"/>
                </a:solidFill>
                <a:effectLst/>
                <a:latin typeface="Consolas" panose="020B0609020204030204" pitchFamily="49" charset="0"/>
              </a:rPr>
              <a:t>;</a:t>
            </a:r>
          </a:p>
          <a:p>
            <a:pPr algn="l"/>
            <a:r>
              <a:rPr lang="en-HK" altLang="zh-CN" sz="1400" b="0" i="0" dirty="0">
                <a:solidFill>
                  <a:srgbClr val="5C5C5C"/>
                </a:solidFill>
                <a:effectLst/>
                <a:latin typeface="Consolas" panose="020B0609020204030204" pitchFamily="49" charset="0"/>
              </a:rPr>
              <a:t>}</a:t>
            </a:r>
          </a:p>
        </p:txBody>
      </p:sp>
      <p:sp>
        <p:nvSpPr>
          <p:cNvPr id="7" name="TextBox 8">
            <a:extLst>
              <a:ext uri="{FF2B5EF4-FFF2-40B4-BE49-F238E27FC236}">
                <a16:creationId xmlns:a16="http://schemas.microsoft.com/office/drawing/2014/main" id="{0E3DD26D-BBB8-B2A2-69C6-6646F31F2824}"/>
              </a:ext>
            </a:extLst>
          </p:cNvPr>
          <p:cNvSpPr txBox="1"/>
          <p:nvPr/>
        </p:nvSpPr>
        <p:spPr>
          <a:xfrm>
            <a:off x="4720723" y="1910903"/>
            <a:ext cx="1235102" cy="369332"/>
          </a:xfrm>
          <a:prstGeom prst="rect">
            <a:avLst/>
          </a:prstGeom>
          <a:solidFill>
            <a:schemeClr val="accent4"/>
          </a:solidFill>
          <a:ln w="12700" cap="flat">
            <a:noFill/>
            <a:miter lim="400000"/>
          </a:ln>
          <a:effectLst/>
          <a:sp3d/>
        </p:spPr>
        <p:style>
          <a:lnRef idx="0">
            <a:scrgbClr r="0" g="0" b="0"/>
          </a:lnRef>
          <a:fillRef idx="0">
            <a:scrgbClr r="0" g="0" b="0"/>
          </a:fillRef>
          <a:effectRef idx="0">
            <a:scrgbClr r="0" g="0" b="0"/>
          </a:effectRef>
          <a:fontRef idx="none"/>
        </p:style>
        <p:txBody>
          <a:bodyPr wrap="square">
            <a:spAutoFit/>
          </a:bodyPr>
          <a:lstStyle/>
          <a:p>
            <a:pPr algn="ctr"/>
            <a:r>
              <a:rPr kumimoji="0" lang="en-US" sz="1800" b="0" i="0" u="none" strike="noStrike" kern="0" cap="none" spc="0" normalizeH="0" baseline="0" noProof="0" dirty="0">
                <a:ln>
                  <a:noFill/>
                </a:ln>
                <a:solidFill>
                  <a:srgbClr val="202020"/>
                </a:solidFill>
                <a:effectLst/>
                <a:uLnTx/>
                <a:uFillTx/>
                <a:latin typeface="Gill Sans MT" panose="020B0502020104020203" pitchFamily="34" charset="0"/>
                <a:cs typeface="Helvetica"/>
                <a:sym typeface="Helvetica"/>
              </a:rPr>
              <a:t>example</a:t>
            </a:r>
            <a:r>
              <a:rPr lang="en-US" kern="0" dirty="0">
                <a:solidFill>
                  <a:srgbClr val="202020"/>
                </a:solidFill>
                <a:latin typeface="Gill Sans MT" panose="020B0502020104020203" pitchFamily="34" charset="0"/>
                <a:cs typeface="Helvetica"/>
                <a:sym typeface="Helvetica"/>
              </a:rPr>
              <a:t>2</a:t>
            </a:r>
            <a:r>
              <a:rPr kumimoji="0" lang="en-US" sz="1800" b="0" i="0" u="none" strike="noStrike" kern="0" cap="none" spc="0" normalizeH="0" baseline="0" noProof="0" dirty="0">
                <a:ln>
                  <a:noFill/>
                </a:ln>
                <a:solidFill>
                  <a:srgbClr val="202020"/>
                </a:solidFill>
                <a:effectLst/>
                <a:uLnTx/>
                <a:uFillTx/>
                <a:latin typeface="Gill Sans MT" panose="020B0502020104020203" pitchFamily="34" charset="0"/>
                <a:cs typeface="Helvetica"/>
                <a:sym typeface="Helvetica"/>
              </a:rPr>
              <a:t>.c</a:t>
            </a:r>
            <a:endParaRPr lang="en-US" dirty="0"/>
          </a:p>
        </p:txBody>
      </p:sp>
      <p:sp>
        <p:nvSpPr>
          <p:cNvPr id="11" name="文本框 8">
            <a:extLst>
              <a:ext uri="{FF2B5EF4-FFF2-40B4-BE49-F238E27FC236}">
                <a16:creationId xmlns:a16="http://schemas.microsoft.com/office/drawing/2014/main" id="{3EEA725B-360D-DDD8-AA35-9EB51F024E08}"/>
              </a:ext>
            </a:extLst>
          </p:cNvPr>
          <p:cNvSpPr txBox="1"/>
          <p:nvPr/>
        </p:nvSpPr>
        <p:spPr>
          <a:xfrm>
            <a:off x="5955825" y="2615408"/>
            <a:ext cx="6100704" cy="2893100"/>
          </a:xfrm>
          <a:prstGeom prst="rect">
            <a:avLst/>
          </a:prstGeom>
          <a:noFill/>
          <a:ln>
            <a:solidFill>
              <a:schemeClr val="tx1"/>
            </a:solidFill>
          </a:ln>
        </p:spPr>
        <p:txBody>
          <a:bodyPr wrap="square" numCol="1">
            <a:spAutoFit/>
          </a:bodyPr>
          <a:lstStyle/>
          <a:p>
            <a:pPr algn="l"/>
            <a:r>
              <a:rPr lang="en-US" altLang="zh-CN" sz="1400" b="0" i="0" dirty="0">
                <a:solidFill>
                  <a:srgbClr val="A626A4"/>
                </a:solidFill>
                <a:effectLst/>
                <a:latin typeface="Consolas" panose="020B0609020204030204" pitchFamily="49" charset="0"/>
              </a:rPr>
              <a:t>int</a:t>
            </a:r>
            <a:r>
              <a:rPr lang="en-US" altLang="zh-CN" sz="1400" b="0" i="0" dirty="0">
                <a:solidFill>
                  <a:srgbClr val="5C5C5C"/>
                </a:solidFill>
                <a:effectLst/>
                <a:latin typeface="Consolas" panose="020B0609020204030204" pitchFamily="49" charset="0"/>
              </a:rPr>
              <a:t> </a:t>
            </a:r>
            <a:r>
              <a:rPr lang="en-US" altLang="zh-CN" sz="1400" b="0" i="0" dirty="0">
                <a:solidFill>
                  <a:srgbClr val="4078F2"/>
                </a:solidFill>
                <a:effectLst/>
                <a:latin typeface="Consolas" panose="020B0609020204030204" pitchFamily="49" charset="0"/>
              </a:rPr>
              <a:t>main</a:t>
            </a:r>
            <a:r>
              <a:rPr lang="en-US" altLang="zh-CN" sz="1400" b="0" i="0" dirty="0">
                <a:solidFill>
                  <a:srgbClr val="5C5C5C"/>
                </a:solidFill>
                <a:effectLst/>
                <a:latin typeface="Consolas" panose="020B0609020204030204" pitchFamily="49" charset="0"/>
              </a:rPr>
              <a:t>() {</a:t>
            </a:r>
          </a:p>
          <a:p>
            <a:pPr algn="l"/>
            <a:r>
              <a:rPr lang="en-US" altLang="zh-CN" sz="1400" b="0" i="0" dirty="0">
                <a:solidFill>
                  <a:srgbClr val="5C5C5C"/>
                </a:solidFill>
                <a:effectLst/>
                <a:latin typeface="Consolas" panose="020B0609020204030204" pitchFamily="49" charset="0"/>
              </a:rPr>
              <a:t>    </a:t>
            </a:r>
            <a:r>
              <a:rPr lang="en-US" altLang="zh-CN" sz="1400" b="0" i="0" dirty="0" err="1">
                <a:solidFill>
                  <a:srgbClr val="A626A4"/>
                </a:solidFill>
                <a:effectLst/>
                <a:latin typeface="Consolas" panose="020B0609020204030204" pitchFamily="49" charset="0"/>
              </a:rPr>
              <a:t>pthread_t</a:t>
            </a:r>
            <a:r>
              <a:rPr lang="en-US" altLang="zh-CN" sz="1400" b="0" i="0" dirty="0">
                <a:solidFill>
                  <a:srgbClr val="5C5C5C"/>
                </a:solidFill>
                <a:effectLst/>
                <a:latin typeface="Consolas" panose="020B0609020204030204" pitchFamily="49" charset="0"/>
              </a:rPr>
              <a:t> threads[NUM_THREADS];</a:t>
            </a:r>
          </a:p>
          <a:p>
            <a:pPr algn="l"/>
            <a:r>
              <a:rPr lang="en-US" altLang="zh-CN" sz="1400" b="0" i="0" dirty="0">
                <a:solidFill>
                  <a:srgbClr val="5C5C5C"/>
                </a:solidFill>
                <a:effectLst/>
                <a:latin typeface="Consolas" panose="020B0609020204030204" pitchFamily="49" charset="0"/>
              </a:rPr>
              <a:t>    </a:t>
            </a:r>
            <a:r>
              <a:rPr lang="en-US" altLang="zh-CN" sz="1400" b="0" i="0" dirty="0">
                <a:solidFill>
                  <a:srgbClr val="A626A4"/>
                </a:solidFill>
                <a:effectLst/>
                <a:latin typeface="Consolas" panose="020B0609020204030204" pitchFamily="49" charset="0"/>
              </a:rPr>
              <a:t>int</a:t>
            </a:r>
            <a:r>
              <a:rPr lang="en-US" altLang="zh-CN" sz="1400" b="0" i="0" dirty="0">
                <a:solidFill>
                  <a:srgbClr val="5C5C5C"/>
                </a:solidFill>
                <a:effectLst/>
                <a:latin typeface="Consolas" panose="020B0609020204030204" pitchFamily="49" charset="0"/>
              </a:rPr>
              <a:t> </a:t>
            </a:r>
            <a:r>
              <a:rPr lang="en-US" altLang="zh-CN" sz="1400" b="0" i="0" dirty="0" err="1">
                <a:solidFill>
                  <a:srgbClr val="5C5C5C"/>
                </a:solidFill>
                <a:effectLst/>
                <a:latin typeface="Consolas" panose="020B0609020204030204" pitchFamily="49" charset="0"/>
              </a:rPr>
              <a:t>thread_ids</a:t>
            </a:r>
            <a:r>
              <a:rPr lang="en-US" altLang="zh-CN" sz="1400" b="0" i="0" dirty="0">
                <a:solidFill>
                  <a:srgbClr val="5C5C5C"/>
                </a:solidFill>
                <a:effectLst/>
                <a:latin typeface="Consolas" panose="020B0609020204030204" pitchFamily="49" charset="0"/>
              </a:rPr>
              <a:t>[NUM_THREADS];</a:t>
            </a:r>
          </a:p>
          <a:p>
            <a:pPr algn="l"/>
            <a:r>
              <a:rPr lang="en-US" altLang="zh-CN" sz="1400" b="0" i="0" dirty="0">
                <a:solidFill>
                  <a:srgbClr val="5C5C5C"/>
                </a:solidFill>
                <a:effectLst/>
                <a:latin typeface="Consolas" panose="020B0609020204030204" pitchFamily="49" charset="0"/>
              </a:rPr>
              <a:t>    </a:t>
            </a:r>
            <a:r>
              <a:rPr lang="en-US" altLang="zh-CN" sz="1400" b="0" i="0" dirty="0">
                <a:solidFill>
                  <a:srgbClr val="A626A4"/>
                </a:solidFill>
                <a:effectLst/>
                <a:latin typeface="Consolas" panose="020B0609020204030204" pitchFamily="49" charset="0"/>
              </a:rPr>
              <a:t>for</a:t>
            </a:r>
            <a:r>
              <a:rPr lang="en-US" altLang="zh-CN" sz="1400" b="0" i="0" dirty="0">
                <a:solidFill>
                  <a:srgbClr val="5C5C5C"/>
                </a:solidFill>
                <a:effectLst/>
                <a:latin typeface="Consolas" panose="020B0609020204030204" pitchFamily="49" charset="0"/>
              </a:rPr>
              <a:t> (</a:t>
            </a:r>
            <a:r>
              <a:rPr lang="en-US" altLang="zh-CN" sz="1400" b="0" i="0" dirty="0">
                <a:solidFill>
                  <a:srgbClr val="A626A4"/>
                </a:solidFill>
                <a:effectLst/>
                <a:latin typeface="Consolas" panose="020B0609020204030204" pitchFamily="49" charset="0"/>
              </a:rPr>
              <a:t>int</a:t>
            </a:r>
            <a:r>
              <a:rPr lang="en-US" altLang="zh-CN" sz="1400" b="0" i="0" dirty="0">
                <a:solidFill>
                  <a:srgbClr val="5C5C5C"/>
                </a:solidFill>
                <a:effectLst/>
                <a:latin typeface="Consolas" panose="020B0609020204030204" pitchFamily="49" charset="0"/>
              </a:rPr>
              <a:t> </a:t>
            </a:r>
            <a:r>
              <a:rPr lang="en-US" altLang="zh-CN" sz="1400" b="0" i="0" dirty="0" err="1">
                <a:solidFill>
                  <a:srgbClr val="5C5C5C"/>
                </a:solidFill>
                <a:effectLst/>
                <a:latin typeface="Consolas" panose="020B0609020204030204" pitchFamily="49" charset="0"/>
              </a:rPr>
              <a:t>i</a:t>
            </a:r>
            <a:r>
              <a:rPr lang="en-US" altLang="zh-CN" sz="1400" b="0" i="0" dirty="0">
                <a:solidFill>
                  <a:srgbClr val="5C5C5C"/>
                </a:solidFill>
                <a:effectLst/>
                <a:latin typeface="Consolas" panose="020B0609020204030204" pitchFamily="49" charset="0"/>
              </a:rPr>
              <a:t> = </a:t>
            </a:r>
            <a:r>
              <a:rPr lang="en-US" altLang="zh-CN" sz="1400" b="0" i="0" dirty="0">
                <a:solidFill>
                  <a:srgbClr val="986801"/>
                </a:solidFill>
                <a:effectLst/>
                <a:latin typeface="Consolas" panose="020B0609020204030204" pitchFamily="49" charset="0"/>
              </a:rPr>
              <a:t>0</a:t>
            </a:r>
            <a:r>
              <a:rPr lang="en-US" altLang="zh-CN" sz="1400" b="0" i="0" dirty="0">
                <a:solidFill>
                  <a:srgbClr val="5C5C5C"/>
                </a:solidFill>
                <a:effectLst/>
                <a:latin typeface="Consolas" panose="020B0609020204030204" pitchFamily="49" charset="0"/>
              </a:rPr>
              <a:t>; </a:t>
            </a:r>
            <a:r>
              <a:rPr lang="en-US" altLang="zh-CN" sz="1400" b="0" i="0" dirty="0" err="1">
                <a:solidFill>
                  <a:srgbClr val="5C5C5C"/>
                </a:solidFill>
                <a:effectLst/>
                <a:latin typeface="Consolas" panose="020B0609020204030204" pitchFamily="49" charset="0"/>
              </a:rPr>
              <a:t>i</a:t>
            </a:r>
            <a:r>
              <a:rPr lang="en-US" altLang="zh-CN" sz="1400" b="0" i="0" dirty="0">
                <a:solidFill>
                  <a:srgbClr val="5C5C5C"/>
                </a:solidFill>
                <a:effectLst/>
                <a:latin typeface="Consolas" panose="020B0609020204030204" pitchFamily="49" charset="0"/>
              </a:rPr>
              <a:t> &lt; NUM_THREADS; </a:t>
            </a:r>
            <a:r>
              <a:rPr lang="en-US" altLang="zh-CN" sz="1400" b="0" i="0" dirty="0" err="1">
                <a:solidFill>
                  <a:srgbClr val="5C5C5C"/>
                </a:solidFill>
                <a:effectLst/>
                <a:latin typeface="Consolas" panose="020B0609020204030204" pitchFamily="49" charset="0"/>
              </a:rPr>
              <a:t>i</a:t>
            </a:r>
            <a:r>
              <a:rPr lang="en-US" altLang="zh-CN" sz="1400" b="0" i="0" dirty="0">
                <a:solidFill>
                  <a:srgbClr val="5C5C5C"/>
                </a:solidFill>
                <a:effectLst/>
                <a:latin typeface="Consolas" panose="020B0609020204030204" pitchFamily="49" charset="0"/>
              </a:rPr>
              <a:t>++) {</a:t>
            </a:r>
          </a:p>
          <a:p>
            <a:pPr algn="l"/>
            <a:r>
              <a:rPr lang="en-US" altLang="zh-CN" sz="1400" b="0" i="0" dirty="0">
                <a:solidFill>
                  <a:srgbClr val="5C5C5C"/>
                </a:solidFill>
                <a:effectLst/>
                <a:latin typeface="Consolas" panose="020B0609020204030204" pitchFamily="49" charset="0"/>
              </a:rPr>
              <a:t>        </a:t>
            </a:r>
            <a:r>
              <a:rPr lang="en-US" altLang="zh-CN" sz="1400" b="0" i="0" dirty="0" err="1">
                <a:solidFill>
                  <a:srgbClr val="5C5C5C"/>
                </a:solidFill>
                <a:effectLst/>
                <a:latin typeface="Consolas" panose="020B0609020204030204" pitchFamily="49" charset="0"/>
              </a:rPr>
              <a:t>thread_ids</a:t>
            </a:r>
            <a:r>
              <a:rPr lang="en-US" altLang="zh-CN" sz="1400" b="0" i="0" dirty="0">
                <a:solidFill>
                  <a:srgbClr val="5C5C5C"/>
                </a:solidFill>
                <a:effectLst/>
                <a:latin typeface="Consolas" panose="020B0609020204030204" pitchFamily="49" charset="0"/>
              </a:rPr>
              <a:t>[</a:t>
            </a:r>
            <a:r>
              <a:rPr lang="en-US" altLang="zh-CN" sz="1400" b="0" i="0" dirty="0" err="1">
                <a:solidFill>
                  <a:srgbClr val="5C5C5C"/>
                </a:solidFill>
                <a:effectLst/>
                <a:latin typeface="Consolas" panose="020B0609020204030204" pitchFamily="49" charset="0"/>
              </a:rPr>
              <a:t>i</a:t>
            </a:r>
            <a:r>
              <a:rPr lang="en-US" altLang="zh-CN" sz="1400" b="0" i="0" dirty="0">
                <a:solidFill>
                  <a:srgbClr val="5C5C5C"/>
                </a:solidFill>
                <a:effectLst/>
                <a:latin typeface="Consolas" panose="020B0609020204030204" pitchFamily="49" charset="0"/>
              </a:rPr>
              <a:t>] = </a:t>
            </a:r>
            <a:r>
              <a:rPr lang="en-US" altLang="zh-CN" sz="1400" b="0" i="0" dirty="0" err="1">
                <a:solidFill>
                  <a:srgbClr val="5C5C5C"/>
                </a:solidFill>
                <a:effectLst/>
                <a:latin typeface="Consolas" panose="020B0609020204030204" pitchFamily="49" charset="0"/>
              </a:rPr>
              <a:t>i</a:t>
            </a:r>
            <a:r>
              <a:rPr lang="en-US" altLang="zh-CN" sz="1400" b="0" i="0" dirty="0">
                <a:solidFill>
                  <a:srgbClr val="5C5C5C"/>
                </a:solidFill>
                <a:effectLst/>
                <a:latin typeface="Consolas" panose="020B0609020204030204" pitchFamily="49" charset="0"/>
              </a:rPr>
              <a:t>;</a:t>
            </a:r>
          </a:p>
          <a:p>
            <a:pPr algn="l"/>
            <a:r>
              <a:rPr lang="en-US" altLang="zh-CN" sz="1400" b="0" i="0" dirty="0">
                <a:solidFill>
                  <a:srgbClr val="5C5C5C"/>
                </a:solidFill>
                <a:effectLst/>
                <a:latin typeface="Consolas" panose="020B0609020204030204" pitchFamily="49" charset="0"/>
              </a:rPr>
              <a:t>        </a:t>
            </a:r>
            <a:r>
              <a:rPr lang="en-US" altLang="zh-CN" sz="1400" b="0" i="0" dirty="0" err="1">
                <a:solidFill>
                  <a:srgbClr val="5C5C5C"/>
                </a:solidFill>
                <a:effectLst/>
                <a:latin typeface="Consolas" panose="020B0609020204030204" pitchFamily="49" charset="0"/>
              </a:rPr>
              <a:t>pthread_create</a:t>
            </a:r>
            <a:r>
              <a:rPr lang="en-US" altLang="zh-CN" sz="1400" b="0" i="0" dirty="0">
                <a:solidFill>
                  <a:srgbClr val="5C5C5C"/>
                </a:solidFill>
                <a:effectLst/>
                <a:latin typeface="Consolas" panose="020B0609020204030204" pitchFamily="49" charset="0"/>
              </a:rPr>
              <a:t>(&amp;threads[</a:t>
            </a:r>
            <a:r>
              <a:rPr lang="en-US" altLang="zh-CN" sz="1400" b="0" i="0" dirty="0" err="1">
                <a:solidFill>
                  <a:srgbClr val="5C5C5C"/>
                </a:solidFill>
                <a:effectLst/>
                <a:latin typeface="Consolas" panose="020B0609020204030204" pitchFamily="49" charset="0"/>
              </a:rPr>
              <a:t>i</a:t>
            </a:r>
            <a:r>
              <a:rPr lang="en-US" altLang="zh-CN" sz="1400" b="0" i="0" dirty="0">
                <a:solidFill>
                  <a:srgbClr val="5C5C5C"/>
                </a:solidFill>
                <a:effectLst/>
                <a:latin typeface="Consolas" panose="020B0609020204030204" pitchFamily="49" charset="0"/>
              </a:rPr>
              <a:t>], </a:t>
            </a:r>
            <a:r>
              <a:rPr lang="en-US" altLang="zh-CN" sz="1400" b="0" i="0" dirty="0">
                <a:solidFill>
                  <a:srgbClr val="0184BB"/>
                </a:solidFill>
                <a:effectLst/>
                <a:latin typeface="Consolas" panose="020B0609020204030204" pitchFamily="49" charset="0"/>
              </a:rPr>
              <a:t>NULL</a:t>
            </a:r>
            <a:r>
              <a:rPr lang="en-US" altLang="zh-CN" sz="1400" b="0" i="0" dirty="0">
                <a:solidFill>
                  <a:srgbClr val="5C5C5C"/>
                </a:solidFill>
                <a:effectLst/>
                <a:latin typeface="Consolas" panose="020B0609020204030204" pitchFamily="49" charset="0"/>
              </a:rPr>
              <a:t>, </a:t>
            </a:r>
            <a:r>
              <a:rPr lang="en-US" altLang="zh-CN" sz="1400" b="0" i="0" dirty="0" err="1">
                <a:solidFill>
                  <a:srgbClr val="5C5C5C"/>
                </a:solidFill>
                <a:effectLst/>
                <a:latin typeface="Consolas" panose="020B0609020204030204" pitchFamily="49" charset="0"/>
              </a:rPr>
              <a:t>thread_func</a:t>
            </a:r>
            <a:r>
              <a:rPr lang="en-US" altLang="zh-CN" sz="1400" b="0" i="0" dirty="0">
                <a:solidFill>
                  <a:srgbClr val="5C5C5C"/>
                </a:solidFill>
                <a:effectLst/>
                <a:latin typeface="Consolas" panose="020B0609020204030204" pitchFamily="49" charset="0"/>
              </a:rPr>
              <a:t>, &amp;</a:t>
            </a:r>
            <a:r>
              <a:rPr lang="en-US" altLang="zh-CN" sz="1400" b="0" i="0" dirty="0" err="1">
                <a:solidFill>
                  <a:srgbClr val="5C5C5C"/>
                </a:solidFill>
                <a:effectLst/>
                <a:latin typeface="Consolas" panose="020B0609020204030204" pitchFamily="49" charset="0"/>
              </a:rPr>
              <a:t>thread_ids</a:t>
            </a:r>
            <a:r>
              <a:rPr lang="en-US" altLang="zh-CN" sz="1400" b="0" i="0" dirty="0">
                <a:solidFill>
                  <a:srgbClr val="5C5C5C"/>
                </a:solidFill>
                <a:effectLst/>
                <a:latin typeface="Consolas" panose="020B0609020204030204" pitchFamily="49" charset="0"/>
              </a:rPr>
              <a:t>[</a:t>
            </a:r>
            <a:r>
              <a:rPr lang="en-US" altLang="zh-CN" sz="1400" b="0" i="0" dirty="0" err="1">
                <a:solidFill>
                  <a:srgbClr val="5C5C5C"/>
                </a:solidFill>
                <a:effectLst/>
                <a:latin typeface="Consolas" panose="020B0609020204030204" pitchFamily="49" charset="0"/>
              </a:rPr>
              <a:t>i</a:t>
            </a:r>
            <a:r>
              <a:rPr lang="en-US" altLang="zh-CN" sz="1400" b="0" i="0" dirty="0">
                <a:solidFill>
                  <a:srgbClr val="5C5C5C"/>
                </a:solidFill>
                <a:effectLst/>
                <a:latin typeface="Consolas" panose="020B0609020204030204" pitchFamily="49" charset="0"/>
              </a:rPr>
              <a:t>]);</a:t>
            </a:r>
          </a:p>
          <a:p>
            <a:pPr algn="l"/>
            <a:r>
              <a:rPr lang="en-US" altLang="zh-CN" sz="1400" b="0" i="0" dirty="0">
                <a:solidFill>
                  <a:srgbClr val="5C5C5C"/>
                </a:solidFill>
                <a:effectLst/>
                <a:latin typeface="Consolas" panose="020B0609020204030204" pitchFamily="49" charset="0"/>
              </a:rPr>
              <a:t>    }</a:t>
            </a:r>
          </a:p>
          <a:p>
            <a:pPr algn="l"/>
            <a:r>
              <a:rPr lang="en-US" altLang="zh-CN" sz="1400" b="0" i="0" dirty="0">
                <a:solidFill>
                  <a:srgbClr val="5C5C5C"/>
                </a:solidFill>
                <a:effectLst/>
                <a:latin typeface="Consolas" panose="020B0609020204030204" pitchFamily="49" charset="0"/>
              </a:rPr>
              <a:t>    </a:t>
            </a:r>
            <a:r>
              <a:rPr lang="en-US" altLang="zh-CN" sz="1400" b="0" i="0" dirty="0">
                <a:solidFill>
                  <a:srgbClr val="A626A4"/>
                </a:solidFill>
                <a:effectLst/>
                <a:latin typeface="Consolas" panose="020B0609020204030204" pitchFamily="49" charset="0"/>
              </a:rPr>
              <a:t>for</a:t>
            </a:r>
            <a:r>
              <a:rPr lang="en-US" altLang="zh-CN" sz="1400" b="0" i="0" dirty="0">
                <a:solidFill>
                  <a:srgbClr val="5C5C5C"/>
                </a:solidFill>
                <a:effectLst/>
                <a:latin typeface="Consolas" panose="020B0609020204030204" pitchFamily="49" charset="0"/>
              </a:rPr>
              <a:t> (</a:t>
            </a:r>
            <a:r>
              <a:rPr lang="en-US" altLang="zh-CN" sz="1400" b="0" i="0" dirty="0">
                <a:solidFill>
                  <a:srgbClr val="A626A4"/>
                </a:solidFill>
                <a:effectLst/>
                <a:latin typeface="Consolas" panose="020B0609020204030204" pitchFamily="49" charset="0"/>
              </a:rPr>
              <a:t>int</a:t>
            </a:r>
            <a:r>
              <a:rPr lang="en-US" altLang="zh-CN" sz="1400" b="0" i="0" dirty="0">
                <a:solidFill>
                  <a:srgbClr val="5C5C5C"/>
                </a:solidFill>
                <a:effectLst/>
                <a:latin typeface="Consolas" panose="020B0609020204030204" pitchFamily="49" charset="0"/>
              </a:rPr>
              <a:t> </a:t>
            </a:r>
            <a:r>
              <a:rPr lang="en-US" altLang="zh-CN" sz="1400" b="0" i="0" dirty="0" err="1">
                <a:solidFill>
                  <a:srgbClr val="5C5C5C"/>
                </a:solidFill>
                <a:effectLst/>
                <a:latin typeface="Consolas" panose="020B0609020204030204" pitchFamily="49" charset="0"/>
              </a:rPr>
              <a:t>i</a:t>
            </a:r>
            <a:r>
              <a:rPr lang="en-US" altLang="zh-CN" sz="1400" b="0" i="0" dirty="0">
                <a:solidFill>
                  <a:srgbClr val="5C5C5C"/>
                </a:solidFill>
                <a:effectLst/>
                <a:latin typeface="Consolas" panose="020B0609020204030204" pitchFamily="49" charset="0"/>
              </a:rPr>
              <a:t> = </a:t>
            </a:r>
            <a:r>
              <a:rPr lang="en-US" altLang="zh-CN" sz="1400" b="0" i="0" dirty="0">
                <a:solidFill>
                  <a:srgbClr val="986801"/>
                </a:solidFill>
                <a:effectLst/>
                <a:latin typeface="Consolas" panose="020B0609020204030204" pitchFamily="49" charset="0"/>
              </a:rPr>
              <a:t>0</a:t>
            </a:r>
            <a:r>
              <a:rPr lang="en-US" altLang="zh-CN" sz="1400" b="0" i="0" dirty="0">
                <a:solidFill>
                  <a:srgbClr val="5C5C5C"/>
                </a:solidFill>
                <a:effectLst/>
                <a:latin typeface="Consolas" panose="020B0609020204030204" pitchFamily="49" charset="0"/>
              </a:rPr>
              <a:t>; </a:t>
            </a:r>
            <a:r>
              <a:rPr lang="en-US" altLang="zh-CN" sz="1400" b="0" i="0" dirty="0" err="1">
                <a:solidFill>
                  <a:srgbClr val="5C5C5C"/>
                </a:solidFill>
                <a:effectLst/>
                <a:latin typeface="Consolas" panose="020B0609020204030204" pitchFamily="49" charset="0"/>
              </a:rPr>
              <a:t>i</a:t>
            </a:r>
            <a:r>
              <a:rPr lang="en-US" altLang="zh-CN" sz="1400" b="0" i="0" dirty="0">
                <a:solidFill>
                  <a:srgbClr val="5C5C5C"/>
                </a:solidFill>
                <a:effectLst/>
                <a:latin typeface="Consolas" panose="020B0609020204030204" pitchFamily="49" charset="0"/>
              </a:rPr>
              <a:t> &lt; NUM_THREADS; </a:t>
            </a:r>
            <a:r>
              <a:rPr lang="en-US" altLang="zh-CN" sz="1400" b="0" i="0" dirty="0" err="1">
                <a:solidFill>
                  <a:srgbClr val="5C5C5C"/>
                </a:solidFill>
                <a:effectLst/>
                <a:latin typeface="Consolas" panose="020B0609020204030204" pitchFamily="49" charset="0"/>
              </a:rPr>
              <a:t>i</a:t>
            </a:r>
            <a:r>
              <a:rPr lang="en-US" altLang="zh-CN" sz="1400" b="0" i="0" dirty="0">
                <a:solidFill>
                  <a:srgbClr val="5C5C5C"/>
                </a:solidFill>
                <a:effectLst/>
                <a:latin typeface="Consolas" panose="020B0609020204030204" pitchFamily="49" charset="0"/>
              </a:rPr>
              <a:t>++) {</a:t>
            </a:r>
          </a:p>
          <a:p>
            <a:pPr algn="l"/>
            <a:r>
              <a:rPr lang="en-US" altLang="zh-CN" sz="1400" b="0" i="0" dirty="0">
                <a:solidFill>
                  <a:srgbClr val="5C5C5C"/>
                </a:solidFill>
                <a:effectLst/>
                <a:latin typeface="Consolas" panose="020B0609020204030204" pitchFamily="49" charset="0"/>
              </a:rPr>
              <a:t>        </a:t>
            </a:r>
            <a:r>
              <a:rPr lang="en-US" altLang="zh-CN" sz="1400" b="0" i="0" dirty="0" err="1">
                <a:solidFill>
                  <a:srgbClr val="5C5C5C"/>
                </a:solidFill>
                <a:effectLst/>
                <a:latin typeface="Consolas" panose="020B0609020204030204" pitchFamily="49" charset="0"/>
              </a:rPr>
              <a:t>pthread_join</a:t>
            </a:r>
            <a:r>
              <a:rPr lang="en-US" altLang="zh-CN" sz="1400" b="0" i="0" dirty="0">
                <a:solidFill>
                  <a:srgbClr val="5C5C5C"/>
                </a:solidFill>
                <a:effectLst/>
                <a:latin typeface="Consolas" panose="020B0609020204030204" pitchFamily="49" charset="0"/>
              </a:rPr>
              <a:t>(threads[</a:t>
            </a:r>
            <a:r>
              <a:rPr lang="en-US" altLang="zh-CN" sz="1400" b="0" i="0" dirty="0" err="1">
                <a:solidFill>
                  <a:srgbClr val="5C5C5C"/>
                </a:solidFill>
                <a:effectLst/>
                <a:latin typeface="Consolas" panose="020B0609020204030204" pitchFamily="49" charset="0"/>
              </a:rPr>
              <a:t>i</a:t>
            </a:r>
            <a:r>
              <a:rPr lang="en-US" altLang="zh-CN" sz="1400" b="0" i="0" dirty="0">
                <a:solidFill>
                  <a:srgbClr val="5C5C5C"/>
                </a:solidFill>
                <a:effectLst/>
                <a:latin typeface="Consolas" panose="020B0609020204030204" pitchFamily="49" charset="0"/>
              </a:rPr>
              <a:t>], </a:t>
            </a:r>
            <a:r>
              <a:rPr lang="en-US" altLang="zh-CN" sz="1400" b="0" i="0" dirty="0">
                <a:solidFill>
                  <a:srgbClr val="0184BB"/>
                </a:solidFill>
                <a:effectLst/>
                <a:latin typeface="Consolas" panose="020B0609020204030204" pitchFamily="49" charset="0"/>
              </a:rPr>
              <a:t>NULL</a:t>
            </a:r>
            <a:r>
              <a:rPr lang="en-US" altLang="zh-CN" sz="1400" b="0" i="0" dirty="0">
                <a:solidFill>
                  <a:srgbClr val="5C5C5C"/>
                </a:solidFill>
                <a:effectLst/>
                <a:latin typeface="Consolas" panose="020B0609020204030204" pitchFamily="49" charset="0"/>
              </a:rPr>
              <a:t>);</a:t>
            </a:r>
          </a:p>
          <a:p>
            <a:pPr algn="l"/>
            <a:r>
              <a:rPr lang="en-US" altLang="zh-CN" sz="1400" b="0" i="0" dirty="0">
                <a:solidFill>
                  <a:srgbClr val="5C5C5C"/>
                </a:solidFill>
                <a:effectLst/>
                <a:latin typeface="Consolas" panose="020B0609020204030204" pitchFamily="49" charset="0"/>
              </a:rPr>
              <a:t>    }</a:t>
            </a:r>
          </a:p>
          <a:p>
            <a:pPr algn="l"/>
            <a:r>
              <a:rPr lang="en-US" altLang="zh-CN" sz="1400" b="0" i="0" dirty="0">
                <a:solidFill>
                  <a:srgbClr val="5C5C5C"/>
                </a:solidFill>
                <a:effectLst/>
                <a:latin typeface="Consolas" panose="020B0609020204030204" pitchFamily="49" charset="0"/>
              </a:rPr>
              <a:t>    </a:t>
            </a:r>
            <a:r>
              <a:rPr lang="en-US" altLang="zh-CN" sz="1400" b="0" i="0" dirty="0">
                <a:solidFill>
                  <a:srgbClr val="A626A4"/>
                </a:solidFill>
                <a:effectLst/>
                <a:latin typeface="Consolas" panose="020B0609020204030204" pitchFamily="49" charset="0"/>
              </a:rPr>
              <a:t>return</a:t>
            </a:r>
            <a:r>
              <a:rPr lang="en-US" altLang="zh-CN" sz="1400" b="0" i="0" dirty="0">
                <a:solidFill>
                  <a:srgbClr val="5C5C5C"/>
                </a:solidFill>
                <a:effectLst/>
                <a:latin typeface="Consolas" panose="020B0609020204030204" pitchFamily="49" charset="0"/>
              </a:rPr>
              <a:t> </a:t>
            </a:r>
            <a:r>
              <a:rPr lang="en-US" altLang="zh-CN" sz="1400" b="0" i="0" dirty="0">
                <a:solidFill>
                  <a:srgbClr val="986801"/>
                </a:solidFill>
                <a:effectLst/>
                <a:latin typeface="Consolas" panose="020B0609020204030204" pitchFamily="49" charset="0"/>
              </a:rPr>
              <a:t>0</a:t>
            </a:r>
            <a:r>
              <a:rPr lang="en-US" altLang="zh-CN" sz="1400" b="0" i="0" dirty="0">
                <a:solidFill>
                  <a:srgbClr val="5C5C5C"/>
                </a:solidFill>
                <a:effectLst/>
                <a:latin typeface="Consolas" panose="020B0609020204030204" pitchFamily="49" charset="0"/>
              </a:rPr>
              <a:t>;</a:t>
            </a:r>
          </a:p>
          <a:p>
            <a:pPr algn="l"/>
            <a:r>
              <a:rPr lang="en-US" altLang="zh-CN" sz="1400" b="0" i="0" dirty="0">
                <a:solidFill>
                  <a:srgbClr val="5C5C5C"/>
                </a:solidFill>
                <a:effectLst/>
                <a:latin typeface="Consolas" panose="020B0609020204030204" pitchFamily="49" charset="0"/>
              </a:rPr>
              <a:t>}</a:t>
            </a:r>
          </a:p>
        </p:txBody>
      </p:sp>
      <p:sp>
        <p:nvSpPr>
          <p:cNvPr id="13" name="Rectangle 1">
            <a:extLst>
              <a:ext uri="{FF2B5EF4-FFF2-40B4-BE49-F238E27FC236}">
                <a16:creationId xmlns:a16="http://schemas.microsoft.com/office/drawing/2014/main" id="{78A74D20-F919-692D-3FD7-B21217969B50}"/>
              </a:ext>
            </a:extLst>
          </p:cNvPr>
          <p:cNvSpPr>
            <a:spLocks noChangeArrowheads="1"/>
          </p:cNvSpPr>
          <p:nvPr/>
        </p:nvSpPr>
        <p:spPr bwMode="auto">
          <a:xfrm>
            <a:off x="135471" y="1079906"/>
            <a:ext cx="5820354" cy="830997"/>
          </a:xfrm>
          <a:prstGeom prst="rect">
            <a:avLst/>
          </a:prstGeom>
          <a:solidFill>
            <a:srgbClr val="F7F7F7"/>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p>
            <a:pPr marL="0" marR="0" lvl="0" indent="0" algn="l" defTabSz="914400" rtl="0" eaLnBrk="0" fontAlgn="base" latinLnBrk="0" hangingPunct="0">
              <a:lnSpc>
                <a:spcPct val="100000"/>
              </a:lnSpc>
              <a:spcBef>
                <a:spcPct val="0"/>
              </a:spcBef>
              <a:spcAft>
                <a:spcPct val="0"/>
              </a:spcAft>
              <a:buClrTx/>
              <a:buSzTx/>
              <a:buFontTx/>
              <a:buNone/>
              <a:tabLst/>
            </a:pPr>
            <a:r>
              <a:rPr lang="en-US" altLang="zh-CN" sz="2400" b="1" baseline="2495" dirty="0">
                <a:solidFill>
                  <a:schemeClr val="tx1">
                    <a:lumMod val="50000"/>
                  </a:schemeClr>
                </a:solidFill>
                <a:latin typeface="Gill Sans MT" panose="020B0502020104020203" pitchFamily="34" charset="0"/>
              </a:rPr>
              <a:t>Requirements:</a:t>
            </a:r>
            <a:endParaRPr lang="zh-CN" altLang="zh-CN" sz="2400" b="1" baseline="2495" dirty="0">
              <a:solidFill>
                <a:schemeClr val="tx1">
                  <a:lumMod val="50000"/>
                </a:schemeClr>
              </a:solidFill>
              <a:latin typeface="Gill Sans MT" panose="020B0502020104020203" pitchFamily="34" charset="0"/>
            </a:endParaRPr>
          </a:p>
          <a:p>
            <a:pPr marL="342900" marR="0" lvl="0" indent="-342900" algn="l" defTabSz="914400" rtl="0" eaLnBrk="0" fontAlgn="base" latinLnBrk="0" hangingPunct="0">
              <a:lnSpc>
                <a:spcPct val="100000"/>
              </a:lnSpc>
              <a:spcBef>
                <a:spcPct val="0"/>
              </a:spcBef>
              <a:spcAft>
                <a:spcPct val="0"/>
              </a:spcAft>
              <a:buClrTx/>
              <a:buSzTx/>
              <a:buFont typeface="Arial" panose="020B0604020202020204" pitchFamily="34" charset="0"/>
              <a:buChar char="•"/>
              <a:tabLst/>
            </a:pPr>
            <a:r>
              <a:rPr lang="en-US" altLang="zh-CN" sz="2400" baseline="2495" dirty="0">
                <a:solidFill>
                  <a:schemeClr val="tx1">
                    <a:lumMod val="50000"/>
                  </a:schemeClr>
                </a:solidFill>
                <a:latin typeface="Gill Sans MT" panose="020B0502020104020203" pitchFamily="34" charset="0"/>
              </a:rPr>
              <a:t>Threads wait until all threads reach the point</a:t>
            </a:r>
          </a:p>
          <a:p>
            <a:pPr marL="342900" marR="0" lvl="0" indent="-342900" algn="l" defTabSz="914400" rtl="0" eaLnBrk="0" fontAlgn="base" latinLnBrk="0" hangingPunct="0">
              <a:lnSpc>
                <a:spcPct val="100000"/>
              </a:lnSpc>
              <a:spcBef>
                <a:spcPct val="0"/>
              </a:spcBef>
              <a:spcAft>
                <a:spcPct val="0"/>
              </a:spcAft>
              <a:buClrTx/>
              <a:buSzTx/>
              <a:buFont typeface="Arial" panose="020B0604020202020204" pitchFamily="34" charset="0"/>
              <a:buChar char="•"/>
              <a:tabLst/>
            </a:pPr>
            <a:r>
              <a:rPr lang="en-US" altLang="zh-CN" sz="2400" baseline="2495" dirty="0">
                <a:solidFill>
                  <a:schemeClr val="tx1">
                    <a:lumMod val="50000"/>
                  </a:schemeClr>
                </a:solidFill>
                <a:latin typeface="Gill Sans MT" panose="020B0502020104020203" pitchFamily="34" charset="0"/>
              </a:rPr>
              <a:t>Last thread signals all waiting threads</a:t>
            </a:r>
            <a:endParaRPr lang="zh-CN" altLang="zh-CN" sz="2400" baseline="2495" dirty="0">
              <a:solidFill>
                <a:schemeClr val="tx1">
                  <a:lumMod val="50000"/>
                </a:schemeClr>
              </a:solidFill>
              <a:latin typeface="Gill Sans MT" panose="020B0502020104020203" pitchFamily="34" charset="0"/>
            </a:endParaRPr>
          </a:p>
        </p:txBody>
      </p:sp>
      <p:sp>
        <p:nvSpPr>
          <p:cNvPr id="23" name="Slide Number Placeholder 3">
            <a:extLst>
              <a:ext uri="{FF2B5EF4-FFF2-40B4-BE49-F238E27FC236}">
                <a16:creationId xmlns:a16="http://schemas.microsoft.com/office/drawing/2014/main" id="{68B40315-921F-F5C0-BEF1-A218B56ECC14}"/>
              </a:ext>
            </a:extLst>
          </p:cNvPr>
          <p:cNvSpPr txBox="1">
            <a:spLocks/>
          </p:cNvSpPr>
          <p:nvPr/>
        </p:nvSpPr>
        <p:spPr>
          <a:xfrm>
            <a:off x="11896196" y="6553200"/>
            <a:ext cx="102657" cy="379591"/>
          </a:xfrm>
          <a:prstGeom prst="rect">
            <a:avLst/>
          </a:prstGeom>
          <a:ln w="12700">
            <a:miter lim="400000"/>
          </a:ln>
        </p:spPr>
        <p:txBody>
          <a:bodyPr wrap="none" lIns="50800" tIns="50800" rIns="50800" bIns="50800">
            <a:spAutoFit/>
          </a:bodyPr>
          <a:lstStyle>
            <a:defPPr>
              <a:defRPr lang="en-US"/>
            </a:defPPr>
            <a:lvl1pPr marL="0" algn="l" defTabSz="412750" rtl="0" eaLnBrk="1" latinLnBrk="0" hangingPunct="1">
              <a:defRPr sz="1800" kern="1200">
                <a:solidFill>
                  <a:srgbClr val="800080"/>
                </a:solidFill>
                <a:latin typeface="Gill Sans MT" panose="020B0502020104020203" pitchFamily="34" charset="0"/>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algn="ctr" hangingPunct="0">
              <a:defRPr/>
            </a:pPr>
            <a:endParaRPr lang="en-US" kern="0" dirty="0">
              <a:cs typeface="Helvetica"/>
              <a:sym typeface="Helvetica"/>
            </a:endParaRPr>
          </a:p>
        </p:txBody>
      </p:sp>
      <p:sp>
        <p:nvSpPr>
          <p:cNvPr id="24" name="文本框 23">
            <a:extLst>
              <a:ext uri="{FF2B5EF4-FFF2-40B4-BE49-F238E27FC236}">
                <a16:creationId xmlns:a16="http://schemas.microsoft.com/office/drawing/2014/main" id="{26E14B30-A686-579C-B292-2EAD29D3A4B3}"/>
              </a:ext>
            </a:extLst>
          </p:cNvPr>
          <p:cNvSpPr txBox="1"/>
          <p:nvPr/>
        </p:nvSpPr>
        <p:spPr>
          <a:xfrm>
            <a:off x="3748208" y="4338478"/>
            <a:ext cx="1793286" cy="348813"/>
          </a:xfrm>
          <a:prstGeom prst="rect">
            <a:avLst/>
          </a:prstGeom>
          <a:solidFill>
            <a:schemeClr val="accent3">
              <a:lumMod val="20000"/>
              <a:lumOff val="80000"/>
            </a:schemeClr>
          </a:solidFill>
          <a:ln w="12700" cap="flat">
            <a:noFill/>
            <a:miter lim="400000"/>
          </a:ln>
          <a:effectLst/>
          <a:sp3d/>
        </p:spPr>
        <p:style>
          <a:lnRef idx="0">
            <a:scrgbClr r="0" g="0" b="0"/>
          </a:lnRef>
          <a:fillRef idx="0">
            <a:scrgbClr r="0" g="0" b="0"/>
          </a:fillRef>
          <a:effectRef idx="0">
            <a:scrgbClr r="0" g="0" b="0"/>
          </a:effectRef>
          <a:fontRef idx="none"/>
        </p:style>
        <p:txBody>
          <a:bodyPr rot="0" spcFirstLastPara="1" vertOverflow="overflow" horzOverflow="overflow" vert="horz" wrap="square" lIns="50800" tIns="50800" rIns="50800" bIns="50800" numCol="1" spcCol="38100" rtlCol="0" anchor="ctr">
            <a:spAutoFit/>
          </a:bodyPr>
          <a:lstStyle/>
          <a:p>
            <a:pPr marL="0" marR="0" indent="0" defTabSz="584200" rtl="0" fontAlgn="auto" latinLnBrk="0" hangingPunct="0">
              <a:lnSpc>
                <a:spcPct val="100000"/>
              </a:lnSpc>
              <a:spcBef>
                <a:spcPts val="0"/>
              </a:spcBef>
              <a:spcAft>
                <a:spcPts val="0"/>
              </a:spcAft>
              <a:buClrTx/>
              <a:buSzTx/>
              <a:buFontTx/>
              <a:buNone/>
              <a:tabLst/>
            </a:pPr>
            <a:r>
              <a:rPr lang="en-US" altLang="zh-CN" sz="2400" b="1" baseline="2495" dirty="0">
                <a:solidFill>
                  <a:schemeClr val="tx1">
                    <a:lumMod val="50000"/>
                  </a:schemeClr>
                </a:solidFill>
                <a:latin typeface="Gill Sans MT" panose="020B0502020104020203" pitchFamily="34" charset="0"/>
                <a:sym typeface="Helvetica"/>
              </a:rPr>
              <a:t>wait </a:t>
            </a:r>
            <a:r>
              <a:rPr lang="en-US" altLang="zh-CN" sz="2400" baseline="2495" dirty="0">
                <a:solidFill>
                  <a:schemeClr val="tx1">
                    <a:lumMod val="50000"/>
                  </a:schemeClr>
                </a:solidFill>
                <a:latin typeface="Gill Sans MT" panose="020B0502020104020203" pitchFamily="34" charset="0"/>
                <a:sym typeface="Helvetica"/>
              </a:rPr>
              <a:t>if not all arrive </a:t>
            </a:r>
          </a:p>
        </p:txBody>
      </p:sp>
      <p:cxnSp>
        <p:nvCxnSpPr>
          <p:cNvPr id="26" name="直接箭头连接符 25">
            <a:extLst>
              <a:ext uri="{FF2B5EF4-FFF2-40B4-BE49-F238E27FC236}">
                <a16:creationId xmlns:a16="http://schemas.microsoft.com/office/drawing/2014/main" id="{CEE40D53-3C27-5678-52A8-5D21137AE1BA}"/>
              </a:ext>
            </a:extLst>
          </p:cNvPr>
          <p:cNvCxnSpPr>
            <a:cxnSpLocks/>
            <a:stCxn id="24" idx="2"/>
          </p:cNvCxnSpPr>
          <p:nvPr/>
        </p:nvCxnSpPr>
        <p:spPr>
          <a:xfrm flipH="1">
            <a:off x="3748208" y="4687291"/>
            <a:ext cx="896643" cy="296915"/>
          </a:xfrm>
          <a:prstGeom prst="straightConnector1">
            <a:avLst/>
          </a:prstGeom>
          <a:noFill/>
          <a:ln w="25400" cap="flat">
            <a:solidFill>
              <a:schemeClr val="accent3">
                <a:lumMod val="60000"/>
                <a:lumOff val="40000"/>
              </a:schemeClr>
            </a:solidFill>
            <a:prstDash val="solid"/>
            <a:round/>
            <a:tailEnd type="triangle"/>
          </a:ln>
          <a:effectLst/>
          <a:sp3d/>
        </p:spPr>
        <p:style>
          <a:lnRef idx="0">
            <a:scrgbClr r="0" g="0" b="0"/>
          </a:lnRef>
          <a:fillRef idx="0">
            <a:scrgbClr r="0" g="0" b="0"/>
          </a:fillRef>
          <a:effectRef idx="0">
            <a:scrgbClr r="0" g="0" b="0"/>
          </a:effectRef>
          <a:fontRef idx="none"/>
        </p:style>
      </p:cxnSp>
      <p:sp>
        <p:nvSpPr>
          <p:cNvPr id="33" name="文本框 32">
            <a:extLst>
              <a:ext uri="{FF2B5EF4-FFF2-40B4-BE49-F238E27FC236}">
                <a16:creationId xmlns:a16="http://schemas.microsoft.com/office/drawing/2014/main" id="{E46DB851-3870-AEF9-799F-B7F141DEE93B}"/>
              </a:ext>
            </a:extLst>
          </p:cNvPr>
          <p:cNvSpPr txBox="1"/>
          <p:nvPr/>
        </p:nvSpPr>
        <p:spPr>
          <a:xfrm>
            <a:off x="5307243" y="5674942"/>
            <a:ext cx="3513729" cy="348813"/>
          </a:xfrm>
          <a:prstGeom prst="rect">
            <a:avLst/>
          </a:prstGeom>
          <a:solidFill>
            <a:schemeClr val="accent2">
              <a:lumMod val="20000"/>
              <a:lumOff val="80000"/>
            </a:schemeClr>
          </a:solidFill>
          <a:ln w="12700" cap="flat">
            <a:noFill/>
            <a:miter lim="400000"/>
          </a:ln>
          <a:effectLst/>
          <a:sp3d/>
        </p:spPr>
        <p:style>
          <a:lnRef idx="0">
            <a:scrgbClr r="0" g="0" b="0"/>
          </a:lnRef>
          <a:fillRef idx="0">
            <a:scrgbClr r="0" g="0" b="0"/>
          </a:fillRef>
          <a:effectRef idx="0">
            <a:scrgbClr r="0" g="0" b="0"/>
          </a:effectRef>
          <a:fontRef idx="none"/>
        </p:style>
        <p:txBody>
          <a:bodyPr rot="0" spcFirstLastPara="1" vertOverflow="overflow" horzOverflow="overflow" vert="horz" wrap="square" lIns="50800" tIns="50800" rIns="50800" bIns="50800" numCol="1" spcCol="38100" rtlCol="0" anchor="ctr">
            <a:spAutoFit/>
          </a:bodyPr>
          <a:lstStyle/>
          <a:p>
            <a:pPr marL="0" marR="0" indent="0" defTabSz="584200" rtl="0" fontAlgn="auto" latinLnBrk="0" hangingPunct="0">
              <a:lnSpc>
                <a:spcPct val="100000"/>
              </a:lnSpc>
              <a:spcBef>
                <a:spcPts val="0"/>
              </a:spcBef>
              <a:spcAft>
                <a:spcPts val="0"/>
              </a:spcAft>
              <a:buClrTx/>
              <a:buSzTx/>
              <a:buFontTx/>
              <a:buNone/>
              <a:tabLst/>
            </a:pPr>
            <a:r>
              <a:rPr lang="en-US" altLang="zh-CN" sz="2400" baseline="2495" dirty="0">
                <a:solidFill>
                  <a:schemeClr val="tx1">
                    <a:lumMod val="50000"/>
                  </a:schemeClr>
                </a:solidFill>
                <a:latin typeface="Gill Sans MT" panose="020B0502020104020203" pitchFamily="34" charset="0"/>
                <a:sym typeface="Helvetica"/>
              </a:rPr>
              <a:t>the last thread </a:t>
            </a:r>
            <a:r>
              <a:rPr lang="en-US" altLang="zh-CN" sz="2400" b="1" baseline="2495" dirty="0">
                <a:solidFill>
                  <a:schemeClr val="tx1">
                    <a:lumMod val="50000"/>
                  </a:schemeClr>
                </a:solidFill>
                <a:latin typeface="Gill Sans MT" panose="020B0502020104020203" pitchFamily="34" charset="0"/>
                <a:sym typeface="Helvetica"/>
              </a:rPr>
              <a:t>signals</a:t>
            </a:r>
            <a:r>
              <a:rPr lang="en-US" altLang="zh-CN" sz="2400" baseline="2495" dirty="0">
                <a:solidFill>
                  <a:schemeClr val="tx1">
                    <a:lumMod val="50000"/>
                  </a:schemeClr>
                </a:solidFill>
                <a:latin typeface="Gill Sans MT" panose="020B0502020104020203" pitchFamily="34" charset="0"/>
                <a:sym typeface="Helvetica"/>
              </a:rPr>
              <a:t> all waiting threads</a:t>
            </a:r>
          </a:p>
        </p:txBody>
      </p:sp>
      <p:cxnSp>
        <p:nvCxnSpPr>
          <p:cNvPr id="34" name="直接箭头连接符 33">
            <a:extLst>
              <a:ext uri="{FF2B5EF4-FFF2-40B4-BE49-F238E27FC236}">
                <a16:creationId xmlns:a16="http://schemas.microsoft.com/office/drawing/2014/main" id="{621CE9CA-0D3A-4F75-6C25-FDAA81F8ED32}"/>
              </a:ext>
            </a:extLst>
          </p:cNvPr>
          <p:cNvCxnSpPr>
            <a:cxnSpLocks/>
            <a:stCxn id="33" idx="1"/>
          </p:cNvCxnSpPr>
          <p:nvPr/>
        </p:nvCxnSpPr>
        <p:spPr>
          <a:xfrm flipH="1" flipV="1">
            <a:off x="4820575" y="5508508"/>
            <a:ext cx="486668" cy="340841"/>
          </a:xfrm>
          <a:prstGeom prst="straightConnector1">
            <a:avLst/>
          </a:prstGeom>
          <a:noFill/>
          <a:ln w="25400" cap="flat">
            <a:solidFill>
              <a:schemeClr val="accent1">
                <a:lumMod val="40000"/>
                <a:lumOff val="60000"/>
              </a:schemeClr>
            </a:solidFill>
            <a:prstDash val="solid"/>
            <a:round/>
            <a:tailEnd type="triangle"/>
          </a:ln>
          <a:effectLst/>
          <a:sp3d/>
        </p:spPr>
        <p:style>
          <a:lnRef idx="0">
            <a:scrgbClr r="0" g="0" b="0"/>
          </a:lnRef>
          <a:fillRef idx="0">
            <a:scrgbClr r="0" g="0" b="0"/>
          </a:fillRef>
          <a:effectRef idx="0">
            <a:scrgbClr r="0" g="0" b="0"/>
          </a:effectRef>
          <a:fontRef idx="none"/>
        </p:style>
      </p:cxnSp>
    </p:spTree>
    <p:extLst>
      <p:ext uri="{BB962C8B-B14F-4D97-AF65-F5344CB8AC3E}">
        <p14:creationId xmlns:p14="http://schemas.microsoft.com/office/powerpoint/2010/main" val="1929160159"/>
      </p:ext>
    </p:extLst>
  </p:cSld>
  <p:clrMapOvr>
    <a:masterClrMapping/>
  </p:clrMapOvr>
  <p:transition spd="med"/>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2715A2E-656D-EC5D-FDE7-230488526EFC}"/>
              </a:ext>
            </a:extLst>
          </p:cNvPr>
          <p:cNvSpPr>
            <a:spLocks noGrp="1"/>
          </p:cNvSpPr>
          <p:nvPr>
            <p:ph type="title"/>
          </p:nvPr>
        </p:nvSpPr>
        <p:spPr/>
        <p:txBody>
          <a:bodyPr/>
          <a:lstStyle/>
          <a:p>
            <a:r>
              <a:rPr lang="en-US" dirty="0"/>
              <a:t>Exercise: Dining Philosophers Problem</a:t>
            </a:r>
          </a:p>
        </p:txBody>
      </p:sp>
      <p:sp>
        <p:nvSpPr>
          <p:cNvPr id="4" name="Slide Number Placeholder 3">
            <a:extLst>
              <a:ext uri="{FF2B5EF4-FFF2-40B4-BE49-F238E27FC236}">
                <a16:creationId xmlns:a16="http://schemas.microsoft.com/office/drawing/2014/main" id="{C903FAE4-3A59-50C4-1BA6-A9AEC61D52CB}"/>
              </a:ext>
            </a:extLst>
          </p:cNvPr>
          <p:cNvSpPr>
            <a:spLocks noGrp="1"/>
          </p:cNvSpPr>
          <p:nvPr>
            <p:ph type="sldNum" sz="quarter" idx="2"/>
          </p:nvPr>
        </p:nvSpPr>
        <p:spPr>
          <a:xfrm>
            <a:off x="11686121" y="6400800"/>
            <a:ext cx="218008" cy="379591"/>
          </a:xfrm>
        </p:spPr>
        <p:txBody>
          <a:bodyPr/>
          <a:lstStyle/>
          <a:p>
            <a:pPr marL="0" marR="0" lvl="0" indent="0" algn="ctr" defTabSz="412750" rtl="0" eaLnBrk="1" fontAlgn="auto" latinLnBrk="0" hangingPunct="0">
              <a:lnSpc>
                <a:spcPct val="100000"/>
              </a:lnSpc>
              <a:spcBef>
                <a:spcPts val="0"/>
              </a:spcBef>
              <a:spcAft>
                <a:spcPts val="0"/>
              </a:spcAft>
              <a:buClrTx/>
              <a:buSzTx/>
              <a:buFontTx/>
              <a:buNone/>
              <a:tabLst/>
              <a:defRPr/>
            </a:pPr>
            <a:fld id="{86CB4B4D-7CA3-9044-876B-883B54F8677D}" type="slidenum">
              <a:rPr kumimoji="0" lang="en-US" sz="1800" b="0" i="0" u="none" strike="noStrike" kern="0" cap="none" spc="0" normalizeH="0" baseline="0" noProof="0">
                <a:ln>
                  <a:noFill/>
                </a:ln>
                <a:solidFill>
                  <a:srgbClr val="800080"/>
                </a:solidFill>
                <a:effectLst/>
                <a:uLnTx/>
                <a:uFillTx/>
                <a:latin typeface="Gill Sans MT" panose="020B0502020104020203" pitchFamily="34" charset="0"/>
                <a:cs typeface="Helvetica"/>
                <a:sym typeface="Helvetica"/>
              </a:rPr>
              <a:pPr marL="0" marR="0" lvl="0" indent="0" algn="ctr" defTabSz="412750" rtl="0" eaLnBrk="1" fontAlgn="auto" latinLnBrk="0" hangingPunct="0">
                <a:lnSpc>
                  <a:spcPct val="100000"/>
                </a:lnSpc>
                <a:spcBef>
                  <a:spcPts val="0"/>
                </a:spcBef>
                <a:spcAft>
                  <a:spcPts val="0"/>
                </a:spcAft>
                <a:buClrTx/>
                <a:buSzTx/>
                <a:buFontTx/>
                <a:buNone/>
                <a:tabLst/>
                <a:defRPr/>
              </a:pPr>
              <a:t>17</a:t>
            </a:fld>
            <a:endParaRPr kumimoji="0" lang="en-US" sz="1800" b="0" i="0" u="none" strike="noStrike" kern="0" cap="none" spc="0" normalizeH="0" baseline="0" noProof="0">
              <a:ln>
                <a:noFill/>
              </a:ln>
              <a:solidFill>
                <a:srgbClr val="800080"/>
              </a:solidFill>
              <a:effectLst/>
              <a:uLnTx/>
              <a:uFillTx/>
              <a:latin typeface="Gill Sans MT" panose="020B0502020104020203" pitchFamily="34" charset="0"/>
              <a:cs typeface="Helvetica"/>
              <a:sym typeface="Helvetica"/>
            </a:endParaRPr>
          </a:p>
        </p:txBody>
      </p:sp>
      <p:sp>
        <p:nvSpPr>
          <p:cNvPr id="5" name="文本占位符 7">
            <a:extLst>
              <a:ext uri="{FF2B5EF4-FFF2-40B4-BE49-F238E27FC236}">
                <a16:creationId xmlns:a16="http://schemas.microsoft.com/office/drawing/2014/main" id="{14771B40-21CF-5E90-3A74-392C5D51EA85}"/>
              </a:ext>
            </a:extLst>
          </p:cNvPr>
          <p:cNvSpPr>
            <a:spLocks noGrp="1"/>
          </p:cNvSpPr>
          <p:nvPr>
            <p:ph type="body" idx="1"/>
          </p:nvPr>
        </p:nvSpPr>
        <p:spPr>
          <a:xfrm>
            <a:off x="844550" y="1229566"/>
            <a:ext cx="10502900" cy="3408535"/>
          </a:xfrm>
        </p:spPr>
        <p:txBody>
          <a:bodyPr>
            <a:normAutofit/>
          </a:bodyPr>
          <a:lstStyle/>
          <a:p>
            <a:pPr algn="l">
              <a:buFont typeface="Wingdings" panose="05000000000000000000" pitchFamily="2" charset="2"/>
              <a:buChar char="Ø"/>
            </a:pPr>
            <a:r>
              <a:rPr lang="en-US" altLang="zh-CN" sz="2400" b="1" i="0" dirty="0">
                <a:solidFill>
                  <a:srgbClr val="000000"/>
                </a:solidFill>
                <a:effectLst/>
                <a:latin typeface="-apple-system"/>
              </a:rPr>
              <a:t>Problem</a:t>
            </a:r>
            <a:r>
              <a:rPr lang="en-US" altLang="zh-CN" sz="2400" b="0" i="0" dirty="0">
                <a:solidFill>
                  <a:srgbClr val="000000"/>
                </a:solidFill>
                <a:effectLst/>
                <a:latin typeface="-apple-system"/>
              </a:rPr>
              <a:t>: Five philosophers sit around a table with five forks. Each philosopher needs two forks to eat but only one is available on either side. The challenge is to avoid deadlock and ensure all philosophers eventually eat.</a:t>
            </a:r>
          </a:p>
          <a:p>
            <a:pPr algn="l">
              <a:buFont typeface="Wingdings" panose="05000000000000000000" pitchFamily="2" charset="2"/>
              <a:buChar char="Ø"/>
            </a:pPr>
            <a:r>
              <a:rPr lang="en-US" altLang="zh-CN" sz="2400" b="1" i="0" dirty="0">
                <a:solidFill>
                  <a:srgbClr val="000000"/>
                </a:solidFill>
                <a:effectLst/>
                <a:latin typeface="-apple-system"/>
              </a:rPr>
              <a:t>Solution</a:t>
            </a:r>
            <a:r>
              <a:rPr lang="en-US" altLang="zh-CN" sz="2400" b="0" i="0" dirty="0">
                <a:solidFill>
                  <a:srgbClr val="000000"/>
                </a:solidFill>
                <a:effectLst/>
                <a:latin typeface="-apple-system"/>
              </a:rPr>
              <a:t>: Use condition variables to manage fork availability. Philosophers check if both adjacent forks are available before picking them up. After eating, they put the forks back and signal neighbors, allowing them to eat if possible.</a:t>
            </a:r>
          </a:p>
        </p:txBody>
      </p:sp>
      <p:pic>
        <p:nvPicPr>
          <p:cNvPr id="6146" name="Picture 2">
            <a:extLst>
              <a:ext uri="{FF2B5EF4-FFF2-40B4-BE49-F238E27FC236}">
                <a16:creationId xmlns:a16="http://schemas.microsoft.com/office/drawing/2014/main" id="{CF2F52CD-DB0C-B959-3919-D4921B7C0A4B}"/>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4524278" y="3964535"/>
            <a:ext cx="2095500" cy="2171700"/>
          </a:xfrm>
          <a:prstGeom prst="rect">
            <a:avLst/>
          </a:prstGeom>
          <a:noFill/>
          <a:extLst>
            <a:ext uri="{909E8E84-426E-40DD-AFC4-6F175D3DCCD1}">
              <a14:hiddenFill xmlns:a14="http://schemas.microsoft.com/office/drawing/2010/main">
                <a:solidFill>
                  <a:srgbClr val="FFFFFF"/>
                </a:solidFill>
              </a14:hiddenFill>
            </a:ext>
          </a:extLst>
        </p:spPr>
      </p:pic>
      <p:sp>
        <p:nvSpPr>
          <p:cNvPr id="6" name="文本框 5">
            <a:extLst>
              <a:ext uri="{FF2B5EF4-FFF2-40B4-BE49-F238E27FC236}">
                <a16:creationId xmlns:a16="http://schemas.microsoft.com/office/drawing/2014/main" id="{B434E429-12CC-C98F-644E-BE0ABD4B9433}"/>
              </a:ext>
            </a:extLst>
          </p:cNvPr>
          <p:cNvSpPr txBox="1"/>
          <p:nvPr/>
        </p:nvSpPr>
        <p:spPr>
          <a:xfrm>
            <a:off x="3406986" y="6031468"/>
            <a:ext cx="4330083" cy="369332"/>
          </a:xfrm>
          <a:prstGeom prst="rect">
            <a:avLst/>
          </a:prstGeom>
          <a:noFill/>
          <a:ln w="12700" cap="flat">
            <a:noFill/>
            <a:miter lim="400000"/>
          </a:ln>
          <a:effectLst/>
          <a:sp3d/>
        </p:spPr>
        <p:style>
          <a:lnRef idx="0">
            <a:scrgbClr r="0" g="0" b="0"/>
          </a:lnRef>
          <a:fillRef idx="0">
            <a:scrgbClr r="0" g="0" b="0"/>
          </a:fillRef>
          <a:effectRef idx="0">
            <a:scrgbClr r="0" g="0" b="0"/>
          </a:effectRef>
          <a:fontRef idx="none"/>
        </p:style>
        <p:txBody>
          <a:bodyPr wrap="square">
            <a:spAutoFit/>
          </a:bodyPr>
          <a:lstStyle/>
          <a:p>
            <a:r>
              <a:rPr lang="en-HK" altLang="zh-CN" dirty="0">
                <a:hlinkClick r:id="rId4"/>
              </a:rPr>
              <a:t>Dining philosophers problem - Wikipedia</a:t>
            </a:r>
            <a:endParaRPr lang="zh-CN" altLang="en-US" dirty="0"/>
          </a:p>
        </p:txBody>
      </p:sp>
    </p:spTree>
    <p:extLst>
      <p:ext uri="{BB962C8B-B14F-4D97-AF65-F5344CB8AC3E}">
        <p14:creationId xmlns:p14="http://schemas.microsoft.com/office/powerpoint/2010/main" val="3208861048"/>
      </p:ext>
    </p:extLst>
  </p:cSld>
  <p:clrMapOvr>
    <a:masterClrMapping/>
  </p:clrMapOvr>
  <p:transition spd="med"/>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2715A2E-656D-EC5D-FDE7-230488526EFC}"/>
              </a:ext>
            </a:extLst>
          </p:cNvPr>
          <p:cNvSpPr>
            <a:spLocks noGrp="1"/>
          </p:cNvSpPr>
          <p:nvPr>
            <p:ph type="title"/>
          </p:nvPr>
        </p:nvSpPr>
        <p:spPr/>
        <p:txBody>
          <a:bodyPr/>
          <a:lstStyle/>
          <a:p>
            <a:r>
              <a:rPr lang="en-US" altLang="zh-CN" dirty="0"/>
              <a:t>Exercise: Dining Philosophers Problem</a:t>
            </a:r>
            <a:endParaRPr lang="en-US" dirty="0"/>
          </a:p>
        </p:txBody>
      </p:sp>
      <p:sp>
        <p:nvSpPr>
          <p:cNvPr id="4" name="Slide Number Placeholder 3">
            <a:extLst>
              <a:ext uri="{FF2B5EF4-FFF2-40B4-BE49-F238E27FC236}">
                <a16:creationId xmlns:a16="http://schemas.microsoft.com/office/drawing/2014/main" id="{C903FAE4-3A59-50C4-1BA6-A9AEC61D52CB}"/>
              </a:ext>
            </a:extLst>
          </p:cNvPr>
          <p:cNvSpPr>
            <a:spLocks noGrp="1"/>
          </p:cNvSpPr>
          <p:nvPr>
            <p:ph type="sldNum" sz="quarter" idx="2"/>
          </p:nvPr>
        </p:nvSpPr>
        <p:spPr>
          <a:xfrm>
            <a:off x="11686121" y="6400800"/>
            <a:ext cx="218008" cy="379591"/>
          </a:xfrm>
        </p:spPr>
        <p:txBody>
          <a:bodyPr/>
          <a:lstStyle/>
          <a:p>
            <a:pPr marL="0" marR="0" lvl="0" indent="0" algn="ctr" defTabSz="412750" rtl="0" eaLnBrk="1" fontAlgn="auto" latinLnBrk="0" hangingPunct="0">
              <a:lnSpc>
                <a:spcPct val="100000"/>
              </a:lnSpc>
              <a:spcBef>
                <a:spcPts val="0"/>
              </a:spcBef>
              <a:spcAft>
                <a:spcPts val="0"/>
              </a:spcAft>
              <a:buClrTx/>
              <a:buSzTx/>
              <a:buFontTx/>
              <a:buNone/>
              <a:tabLst/>
              <a:defRPr/>
            </a:pPr>
            <a:fld id="{86CB4B4D-7CA3-9044-876B-883B54F8677D}" type="slidenum">
              <a:rPr kumimoji="0" lang="en-US" sz="1800" b="0" i="0" u="none" strike="noStrike" kern="0" cap="none" spc="0" normalizeH="0" baseline="0" noProof="0">
                <a:ln>
                  <a:noFill/>
                </a:ln>
                <a:solidFill>
                  <a:srgbClr val="800080"/>
                </a:solidFill>
                <a:effectLst/>
                <a:uLnTx/>
                <a:uFillTx/>
                <a:latin typeface="Gill Sans MT" panose="020B0502020104020203" pitchFamily="34" charset="0"/>
                <a:cs typeface="Helvetica"/>
                <a:sym typeface="Helvetica"/>
              </a:rPr>
              <a:pPr marL="0" marR="0" lvl="0" indent="0" algn="ctr" defTabSz="412750" rtl="0" eaLnBrk="1" fontAlgn="auto" latinLnBrk="0" hangingPunct="0">
                <a:lnSpc>
                  <a:spcPct val="100000"/>
                </a:lnSpc>
                <a:spcBef>
                  <a:spcPts val="0"/>
                </a:spcBef>
                <a:spcAft>
                  <a:spcPts val="0"/>
                </a:spcAft>
                <a:buClrTx/>
                <a:buSzTx/>
                <a:buFontTx/>
                <a:buNone/>
                <a:tabLst/>
                <a:defRPr/>
              </a:pPr>
              <a:t>18</a:t>
            </a:fld>
            <a:endParaRPr kumimoji="0" lang="en-US" sz="1800" b="0" i="0" u="none" strike="noStrike" kern="0" cap="none" spc="0" normalizeH="0" baseline="0" noProof="0">
              <a:ln>
                <a:noFill/>
              </a:ln>
              <a:solidFill>
                <a:srgbClr val="800080"/>
              </a:solidFill>
              <a:effectLst/>
              <a:uLnTx/>
              <a:uFillTx/>
              <a:latin typeface="Gill Sans MT" panose="020B0502020104020203" pitchFamily="34" charset="0"/>
              <a:cs typeface="Helvetica"/>
              <a:sym typeface="Helvetica"/>
            </a:endParaRPr>
          </a:p>
        </p:txBody>
      </p:sp>
      <p:sp>
        <p:nvSpPr>
          <p:cNvPr id="5" name="文本框 8">
            <a:extLst>
              <a:ext uri="{FF2B5EF4-FFF2-40B4-BE49-F238E27FC236}">
                <a16:creationId xmlns:a16="http://schemas.microsoft.com/office/drawing/2014/main" id="{8F36E625-385C-74EA-5F44-3F24878C63BE}"/>
              </a:ext>
            </a:extLst>
          </p:cNvPr>
          <p:cNvSpPr txBox="1"/>
          <p:nvPr/>
        </p:nvSpPr>
        <p:spPr>
          <a:xfrm>
            <a:off x="131948" y="941294"/>
            <a:ext cx="5820354" cy="5909310"/>
          </a:xfrm>
          <a:prstGeom prst="rect">
            <a:avLst/>
          </a:prstGeom>
          <a:noFill/>
          <a:ln>
            <a:solidFill>
              <a:schemeClr val="tx1"/>
            </a:solidFill>
          </a:ln>
        </p:spPr>
        <p:txBody>
          <a:bodyPr wrap="square" numCol="1">
            <a:spAutoFit/>
          </a:bodyPr>
          <a:lstStyle/>
          <a:p>
            <a:pPr algn="l"/>
            <a:r>
              <a:rPr lang="en-HK" altLang="zh-CN" sz="1400" b="0" i="0" dirty="0">
                <a:solidFill>
                  <a:srgbClr val="4078F2"/>
                </a:solidFill>
                <a:effectLst/>
                <a:latin typeface="Consolas" panose="020B0609020204030204" pitchFamily="49" charset="0"/>
              </a:rPr>
              <a:t>#include </a:t>
            </a:r>
            <a:r>
              <a:rPr lang="en-HK" altLang="zh-CN" sz="1400" b="0" i="0" dirty="0">
                <a:solidFill>
                  <a:srgbClr val="50A14F"/>
                </a:solidFill>
                <a:effectLst/>
                <a:latin typeface="Consolas" panose="020B0609020204030204" pitchFamily="49" charset="0"/>
              </a:rPr>
              <a:t>&lt;</a:t>
            </a:r>
            <a:r>
              <a:rPr lang="en-HK" altLang="zh-CN" sz="1400" b="0" i="0" dirty="0" err="1">
                <a:solidFill>
                  <a:srgbClr val="50A14F"/>
                </a:solidFill>
                <a:effectLst/>
                <a:latin typeface="Consolas" panose="020B0609020204030204" pitchFamily="49" charset="0"/>
              </a:rPr>
              <a:t>pthread.h</a:t>
            </a:r>
            <a:r>
              <a:rPr lang="en-HK" altLang="zh-CN" sz="1400" b="0" i="0" dirty="0">
                <a:solidFill>
                  <a:srgbClr val="50A14F"/>
                </a:solidFill>
                <a:effectLst/>
                <a:latin typeface="Consolas" panose="020B0609020204030204" pitchFamily="49" charset="0"/>
              </a:rPr>
              <a:t>&gt;</a:t>
            </a:r>
            <a:endParaRPr lang="en-HK" altLang="zh-CN" sz="1400" b="0" i="0" dirty="0">
              <a:solidFill>
                <a:srgbClr val="5C5C5C"/>
              </a:solidFill>
              <a:effectLst/>
              <a:latin typeface="Consolas" panose="020B0609020204030204" pitchFamily="49" charset="0"/>
            </a:endParaRPr>
          </a:p>
          <a:p>
            <a:pPr algn="l"/>
            <a:r>
              <a:rPr lang="en-HK" altLang="zh-CN" sz="1400" b="0" i="0" dirty="0">
                <a:solidFill>
                  <a:srgbClr val="4078F2"/>
                </a:solidFill>
                <a:effectLst/>
                <a:latin typeface="Consolas" panose="020B0609020204030204" pitchFamily="49" charset="0"/>
              </a:rPr>
              <a:t>#include </a:t>
            </a:r>
            <a:r>
              <a:rPr lang="en-HK" altLang="zh-CN" sz="1400" b="0" i="0" dirty="0">
                <a:solidFill>
                  <a:srgbClr val="50A14F"/>
                </a:solidFill>
                <a:effectLst/>
                <a:latin typeface="Consolas" panose="020B0609020204030204" pitchFamily="49" charset="0"/>
              </a:rPr>
              <a:t>&lt;</a:t>
            </a:r>
            <a:r>
              <a:rPr lang="en-HK" altLang="zh-CN" sz="1400" b="0" i="0" dirty="0" err="1">
                <a:solidFill>
                  <a:srgbClr val="50A14F"/>
                </a:solidFill>
                <a:effectLst/>
                <a:latin typeface="Consolas" panose="020B0609020204030204" pitchFamily="49" charset="0"/>
              </a:rPr>
              <a:t>stdio.h</a:t>
            </a:r>
            <a:r>
              <a:rPr lang="en-HK" altLang="zh-CN" sz="1400" b="0" i="0" dirty="0">
                <a:solidFill>
                  <a:srgbClr val="50A14F"/>
                </a:solidFill>
                <a:effectLst/>
                <a:latin typeface="Consolas" panose="020B0609020204030204" pitchFamily="49" charset="0"/>
              </a:rPr>
              <a:t>&gt;</a:t>
            </a:r>
            <a:endParaRPr lang="en-HK" altLang="zh-CN" sz="1400" b="0" i="0" dirty="0">
              <a:solidFill>
                <a:srgbClr val="5C5C5C"/>
              </a:solidFill>
              <a:effectLst/>
              <a:latin typeface="Consolas" panose="020B0609020204030204" pitchFamily="49" charset="0"/>
            </a:endParaRPr>
          </a:p>
          <a:p>
            <a:pPr algn="l"/>
            <a:r>
              <a:rPr lang="en-HK" altLang="zh-CN" sz="1400" b="0" i="0" dirty="0">
                <a:solidFill>
                  <a:srgbClr val="4078F2"/>
                </a:solidFill>
                <a:effectLst/>
                <a:latin typeface="Consolas" panose="020B0609020204030204" pitchFamily="49" charset="0"/>
              </a:rPr>
              <a:t>#define NUM_PHILOSOPHERS 5</a:t>
            </a:r>
          </a:p>
          <a:p>
            <a:pPr algn="l"/>
            <a:endParaRPr lang="en-HK" altLang="zh-CN" sz="1400" b="0" i="0" dirty="0">
              <a:solidFill>
                <a:srgbClr val="5C5C5C"/>
              </a:solidFill>
              <a:effectLst/>
              <a:latin typeface="Consolas" panose="020B0609020204030204" pitchFamily="49" charset="0"/>
            </a:endParaRPr>
          </a:p>
          <a:p>
            <a:pPr algn="l"/>
            <a:r>
              <a:rPr lang="en-HK" altLang="zh-CN" sz="1400" b="0" i="0" dirty="0" err="1">
                <a:solidFill>
                  <a:srgbClr val="A626A4"/>
                </a:solidFill>
                <a:effectLst/>
                <a:latin typeface="Consolas" panose="020B0609020204030204" pitchFamily="49" charset="0"/>
              </a:rPr>
              <a:t>pthread_mutex_t</a:t>
            </a:r>
            <a:r>
              <a:rPr lang="en-HK" altLang="zh-CN" sz="1400" b="0" i="0" dirty="0">
                <a:solidFill>
                  <a:srgbClr val="5C5C5C"/>
                </a:solidFill>
                <a:effectLst/>
                <a:latin typeface="Consolas" panose="020B0609020204030204" pitchFamily="49" charset="0"/>
              </a:rPr>
              <a:t> mutex = PTHREAD_MUTEX_INITIALIZER;</a:t>
            </a:r>
          </a:p>
          <a:p>
            <a:pPr algn="l"/>
            <a:r>
              <a:rPr lang="en-HK" altLang="zh-CN" sz="1400" b="0" i="0" dirty="0" err="1">
                <a:solidFill>
                  <a:srgbClr val="A626A4"/>
                </a:solidFill>
                <a:effectLst/>
                <a:latin typeface="Consolas" panose="020B0609020204030204" pitchFamily="49" charset="0"/>
              </a:rPr>
              <a:t>pthread_cond_t</a:t>
            </a:r>
            <a:r>
              <a:rPr lang="en-HK" altLang="zh-CN" sz="1400" b="0" i="0" dirty="0">
                <a:solidFill>
                  <a:srgbClr val="5C5C5C"/>
                </a:solidFill>
                <a:effectLst/>
                <a:latin typeface="Consolas" panose="020B0609020204030204" pitchFamily="49" charset="0"/>
              </a:rPr>
              <a:t> </a:t>
            </a:r>
            <a:r>
              <a:rPr lang="en-HK" altLang="zh-CN" sz="1400" b="0" i="0" dirty="0" err="1">
                <a:solidFill>
                  <a:srgbClr val="5C5C5C"/>
                </a:solidFill>
                <a:effectLst/>
                <a:latin typeface="Consolas" panose="020B0609020204030204" pitchFamily="49" charset="0"/>
              </a:rPr>
              <a:t>cond_vars</a:t>
            </a:r>
            <a:r>
              <a:rPr lang="en-HK" altLang="zh-CN" sz="1400" b="0" i="0" dirty="0">
                <a:solidFill>
                  <a:srgbClr val="5C5C5C"/>
                </a:solidFill>
                <a:effectLst/>
                <a:latin typeface="Consolas" panose="020B0609020204030204" pitchFamily="49" charset="0"/>
              </a:rPr>
              <a:t>[NUM_PHILOSOPHERS];</a:t>
            </a:r>
          </a:p>
          <a:p>
            <a:pPr algn="l"/>
            <a:r>
              <a:rPr lang="en-HK" altLang="zh-CN" sz="1400" b="0" i="0" dirty="0">
                <a:solidFill>
                  <a:srgbClr val="A626A4"/>
                </a:solidFill>
                <a:effectLst/>
                <a:latin typeface="Consolas" panose="020B0609020204030204" pitchFamily="49" charset="0"/>
              </a:rPr>
              <a:t>int</a:t>
            </a:r>
            <a:r>
              <a:rPr lang="en-HK" altLang="zh-CN" sz="1400" b="0" i="0" dirty="0">
                <a:solidFill>
                  <a:srgbClr val="5C5C5C"/>
                </a:solidFill>
                <a:effectLst/>
                <a:latin typeface="Consolas" panose="020B0609020204030204" pitchFamily="49" charset="0"/>
              </a:rPr>
              <a:t> state[NUM_PHILOSOPHERS];</a:t>
            </a:r>
          </a:p>
          <a:p>
            <a:pPr algn="l"/>
            <a:r>
              <a:rPr lang="en-HK" altLang="zh-CN" sz="1400" b="0" i="0" dirty="0" err="1">
                <a:solidFill>
                  <a:srgbClr val="A626A4"/>
                </a:solidFill>
                <a:effectLst/>
                <a:latin typeface="Consolas" panose="020B0609020204030204" pitchFamily="49" charset="0"/>
              </a:rPr>
              <a:t>enum</a:t>
            </a:r>
            <a:r>
              <a:rPr lang="en-HK" altLang="zh-CN" sz="1400" b="0" i="0" dirty="0">
                <a:solidFill>
                  <a:srgbClr val="5C5C5C"/>
                </a:solidFill>
                <a:effectLst/>
                <a:latin typeface="Consolas" panose="020B0609020204030204" pitchFamily="49" charset="0"/>
              </a:rPr>
              <a:t> { THINKING, HUNGRY, EATING };</a:t>
            </a:r>
          </a:p>
          <a:p>
            <a:pPr algn="l"/>
            <a:endParaRPr lang="en-HK" altLang="zh-CN" sz="1400" b="0" i="0" dirty="0">
              <a:solidFill>
                <a:srgbClr val="5C5C5C"/>
              </a:solidFill>
              <a:effectLst/>
              <a:latin typeface="Consolas" panose="020B0609020204030204" pitchFamily="49" charset="0"/>
            </a:endParaRPr>
          </a:p>
          <a:p>
            <a:pPr algn="l"/>
            <a:r>
              <a:rPr lang="en-US" altLang="zh-CN" sz="1400" b="0" i="0" dirty="0">
                <a:solidFill>
                  <a:srgbClr val="A626A4"/>
                </a:solidFill>
                <a:effectLst/>
                <a:latin typeface="Consolas" panose="020B0609020204030204" pitchFamily="49" charset="0"/>
              </a:rPr>
              <a:t>void</a:t>
            </a:r>
            <a:r>
              <a:rPr lang="en-US" altLang="zh-CN" sz="1400" b="0" i="0" dirty="0">
                <a:solidFill>
                  <a:srgbClr val="5C5C5C"/>
                </a:solidFill>
                <a:effectLst/>
                <a:latin typeface="Consolas" panose="020B0609020204030204" pitchFamily="49" charset="0"/>
              </a:rPr>
              <a:t> </a:t>
            </a:r>
            <a:r>
              <a:rPr lang="en-US" altLang="zh-CN" sz="1400" b="0" i="0" dirty="0">
                <a:solidFill>
                  <a:srgbClr val="4078F2"/>
                </a:solidFill>
                <a:effectLst/>
                <a:latin typeface="Consolas" panose="020B0609020204030204" pitchFamily="49" charset="0"/>
              </a:rPr>
              <a:t>test</a:t>
            </a:r>
            <a:r>
              <a:rPr lang="en-US" altLang="zh-CN" sz="1400" b="0" i="0" dirty="0">
                <a:solidFill>
                  <a:srgbClr val="5C5C5C"/>
                </a:solidFill>
                <a:effectLst/>
                <a:latin typeface="Consolas" panose="020B0609020204030204" pitchFamily="49" charset="0"/>
              </a:rPr>
              <a:t>(</a:t>
            </a:r>
            <a:r>
              <a:rPr lang="en-US" altLang="zh-CN" sz="1400" b="0" i="0" dirty="0">
                <a:solidFill>
                  <a:srgbClr val="A626A4"/>
                </a:solidFill>
                <a:effectLst/>
                <a:latin typeface="Consolas" panose="020B0609020204030204" pitchFamily="49" charset="0"/>
              </a:rPr>
              <a:t>int</a:t>
            </a:r>
            <a:r>
              <a:rPr lang="en-US" altLang="zh-CN" sz="1400" b="0" i="0" dirty="0">
                <a:solidFill>
                  <a:srgbClr val="5C5C5C"/>
                </a:solidFill>
                <a:effectLst/>
                <a:latin typeface="Consolas" panose="020B0609020204030204" pitchFamily="49" charset="0"/>
              </a:rPr>
              <a:t> </a:t>
            </a:r>
            <a:r>
              <a:rPr lang="en-US" altLang="zh-CN" sz="1400" b="0" i="0" dirty="0" err="1">
                <a:solidFill>
                  <a:srgbClr val="5C5C5C"/>
                </a:solidFill>
                <a:effectLst/>
                <a:latin typeface="Consolas" panose="020B0609020204030204" pitchFamily="49" charset="0"/>
              </a:rPr>
              <a:t>i</a:t>
            </a:r>
            <a:r>
              <a:rPr lang="en-US" altLang="zh-CN" sz="1400" b="0" i="0" dirty="0">
                <a:solidFill>
                  <a:srgbClr val="5C5C5C"/>
                </a:solidFill>
                <a:effectLst/>
                <a:latin typeface="Consolas" panose="020B0609020204030204" pitchFamily="49" charset="0"/>
              </a:rPr>
              <a:t>) {</a:t>
            </a:r>
          </a:p>
          <a:p>
            <a:pPr algn="l"/>
            <a:r>
              <a:rPr lang="en-US" altLang="zh-CN" sz="1400" b="0" i="0" dirty="0">
                <a:solidFill>
                  <a:srgbClr val="5C5C5C"/>
                </a:solidFill>
                <a:effectLst/>
                <a:latin typeface="Consolas" panose="020B0609020204030204" pitchFamily="49" charset="0"/>
              </a:rPr>
              <a:t>    </a:t>
            </a:r>
            <a:r>
              <a:rPr lang="en-US" altLang="zh-CN" sz="1400" b="0" i="1" dirty="0">
                <a:solidFill>
                  <a:srgbClr val="A0A1A7"/>
                </a:solidFill>
                <a:effectLst/>
                <a:latin typeface="Consolas" panose="020B0609020204030204" pitchFamily="49" charset="0"/>
              </a:rPr>
              <a:t>// </a:t>
            </a:r>
            <a:r>
              <a:rPr lang="en-US" altLang="zh-CN" sz="1400" b="0" i="1" dirty="0">
                <a:solidFill>
                  <a:srgbClr val="A626A4"/>
                </a:solidFill>
                <a:effectLst/>
                <a:latin typeface="Consolas" panose="020B0609020204030204" pitchFamily="49" charset="0"/>
              </a:rPr>
              <a:t>TODO:</a:t>
            </a:r>
            <a:r>
              <a:rPr lang="en-US" altLang="zh-CN" sz="1400" b="0" i="1" dirty="0">
                <a:solidFill>
                  <a:srgbClr val="A0A1A7"/>
                </a:solidFill>
                <a:effectLst/>
                <a:latin typeface="Consolas" panose="020B0609020204030204" pitchFamily="49" charset="0"/>
              </a:rPr>
              <a:t> Implement test function</a:t>
            </a:r>
            <a:endParaRPr lang="en-US" altLang="zh-CN" sz="1400" b="0" i="0" dirty="0">
              <a:solidFill>
                <a:srgbClr val="5C5C5C"/>
              </a:solidFill>
              <a:effectLst/>
              <a:latin typeface="Consolas" panose="020B0609020204030204" pitchFamily="49" charset="0"/>
            </a:endParaRPr>
          </a:p>
          <a:p>
            <a:pPr algn="l"/>
            <a:r>
              <a:rPr lang="en-US" altLang="zh-CN" sz="1400" b="0" i="0" dirty="0">
                <a:solidFill>
                  <a:srgbClr val="5C5C5C"/>
                </a:solidFill>
                <a:effectLst/>
                <a:latin typeface="Consolas" panose="020B0609020204030204" pitchFamily="49" charset="0"/>
              </a:rPr>
              <a:t>    </a:t>
            </a:r>
            <a:r>
              <a:rPr lang="en-US" altLang="zh-CN" sz="1400" b="0" i="1" dirty="0">
                <a:solidFill>
                  <a:srgbClr val="A0A1A7"/>
                </a:solidFill>
                <a:effectLst/>
                <a:latin typeface="Consolas" panose="020B0609020204030204" pitchFamily="49" charset="0"/>
              </a:rPr>
              <a:t>// Hint: Check if the philosopher can start eating</a:t>
            </a:r>
            <a:endParaRPr lang="en-US" altLang="zh-CN" sz="1400" b="0" i="0" dirty="0">
              <a:solidFill>
                <a:srgbClr val="5C5C5C"/>
              </a:solidFill>
              <a:effectLst/>
              <a:latin typeface="Consolas" panose="020B0609020204030204" pitchFamily="49" charset="0"/>
            </a:endParaRPr>
          </a:p>
          <a:p>
            <a:pPr algn="l"/>
            <a:r>
              <a:rPr lang="en-US" altLang="zh-CN" sz="1400" b="0" i="0" dirty="0">
                <a:solidFill>
                  <a:srgbClr val="5C5C5C"/>
                </a:solidFill>
                <a:effectLst/>
                <a:latin typeface="Consolas" panose="020B0609020204030204" pitchFamily="49" charset="0"/>
              </a:rPr>
              <a:t>    </a:t>
            </a:r>
            <a:r>
              <a:rPr lang="en-US" altLang="zh-CN" sz="1400" b="0" i="1" dirty="0">
                <a:solidFill>
                  <a:srgbClr val="A0A1A7"/>
                </a:solidFill>
                <a:effectLst/>
                <a:latin typeface="Consolas" panose="020B0609020204030204" pitchFamily="49" charset="0"/>
              </a:rPr>
              <a:t>// by ensuring neighbors are not eating.</a:t>
            </a:r>
            <a:endParaRPr lang="en-US" altLang="zh-CN" sz="1400" b="0" i="0" dirty="0">
              <a:solidFill>
                <a:srgbClr val="5C5C5C"/>
              </a:solidFill>
              <a:effectLst/>
              <a:latin typeface="Consolas" panose="020B0609020204030204" pitchFamily="49" charset="0"/>
            </a:endParaRPr>
          </a:p>
          <a:p>
            <a:pPr algn="l"/>
            <a:r>
              <a:rPr lang="en-US" altLang="zh-CN" sz="1400" b="0" i="0" dirty="0">
                <a:solidFill>
                  <a:srgbClr val="5C5C5C"/>
                </a:solidFill>
                <a:effectLst/>
                <a:latin typeface="Consolas" panose="020B0609020204030204" pitchFamily="49" charset="0"/>
              </a:rPr>
              <a:t>}</a:t>
            </a:r>
            <a:endParaRPr lang="en-HK" altLang="zh-CN" sz="1400" b="0" i="0" dirty="0">
              <a:solidFill>
                <a:srgbClr val="5C5C5C"/>
              </a:solidFill>
              <a:effectLst/>
              <a:latin typeface="Consolas" panose="020B0609020204030204" pitchFamily="49" charset="0"/>
            </a:endParaRPr>
          </a:p>
          <a:p>
            <a:pPr algn="l"/>
            <a:r>
              <a:rPr lang="en-US" altLang="zh-CN" sz="1400" b="0" i="0" dirty="0">
                <a:solidFill>
                  <a:srgbClr val="A626A4"/>
                </a:solidFill>
                <a:effectLst/>
                <a:latin typeface="Consolas" panose="020B0609020204030204" pitchFamily="49" charset="0"/>
              </a:rPr>
              <a:t>void</a:t>
            </a:r>
            <a:r>
              <a:rPr lang="en-US" altLang="zh-CN" sz="1400" b="0" i="0" dirty="0">
                <a:solidFill>
                  <a:srgbClr val="5C5C5C"/>
                </a:solidFill>
                <a:effectLst/>
                <a:latin typeface="Consolas" panose="020B0609020204030204" pitchFamily="49" charset="0"/>
              </a:rPr>
              <a:t> </a:t>
            </a:r>
            <a:r>
              <a:rPr lang="en-US" altLang="zh-CN" sz="1400" b="0" i="0" dirty="0" err="1">
                <a:solidFill>
                  <a:srgbClr val="4078F2"/>
                </a:solidFill>
                <a:effectLst/>
                <a:latin typeface="Consolas" panose="020B0609020204030204" pitchFamily="49" charset="0"/>
              </a:rPr>
              <a:t>pickup_forks</a:t>
            </a:r>
            <a:r>
              <a:rPr lang="en-US" altLang="zh-CN" sz="1400" b="0" i="0" dirty="0">
                <a:solidFill>
                  <a:srgbClr val="5C5C5C"/>
                </a:solidFill>
                <a:effectLst/>
                <a:latin typeface="Consolas" panose="020B0609020204030204" pitchFamily="49" charset="0"/>
              </a:rPr>
              <a:t>(</a:t>
            </a:r>
            <a:r>
              <a:rPr lang="en-US" altLang="zh-CN" sz="1400" b="0" i="0" dirty="0">
                <a:solidFill>
                  <a:srgbClr val="A626A4"/>
                </a:solidFill>
                <a:effectLst/>
                <a:latin typeface="Consolas" panose="020B0609020204030204" pitchFamily="49" charset="0"/>
              </a:rPr>
              <a:t>int</a:t>
            </a:r>
            <a:r>
              <a:rPr lang="en-US" altLang="zh-CN" sz="1400" b="0" i="0" dirty="0">
                <a:solidFill>
                  <a:srgbClr val="5C5C5C"/>
                </a:solidFill>
                <a:effectLst/>
                <a:latin typeface="Consolas" panose="020B0609020204030204" pitchFamily="49" charset="0"/>
              </a:rPr>
              <a:t> </a:t>
            </a:r>
            <a:r>
              <a:rPr lang="en-US" altLang="zh-CN" sz="1400" b="0" i="0" dirty="0" err="1">
                <a:solidFill>
                  <a:srgbClr val="5C5C5C"/>
                </a:solidFill>
                <a:effectLst/>
                <a:latin typeface="Consolas" panose="020B0609020204030204" pitchFamily="49" charset="0"/>
              </a:rPr>
              <a:t>i</a:t>
            </a:r>
            <a:r>
              <a:rPr lang="en-US" altLang="zh-CN" sz="1400" b="0" i="0" dirty="0">
                <a:solidFill>
                  <a:srgbClr val="5C5C5C"/>
                </a:solidFill>
                <a:effectLst/>
                <a:latin typeface="Consolas" panose="020B0609020204030204" pitchFamily="49" charset="0"/>
              </a:rPr>
              <a:t>) {</a:t>
            </a:r>
          </a:p>
          <a:p>
            <a:pPr algn="l"/>
            <a:r>
              <a:rPr lang="en-US" altLang="zh-CN" sz="1400" b="0" i="0" dirty="0">
                <a:solidFill>
                  <a:srgbClr val="5C5C5C"/>
                </a:solidFill>
                <a:effectLst/>
                <a:latin typeface="Consolas" panose="020B0609020204030204" pitchFamily="49" charset="0"/>
              </a:rPr>
              <a:t>    </a:t>
            </a:r>
            <a:r>
              <a:rPr lang="en-US" altLang="zh-CN" sz="1400" b="0" i="0" dirty="0" err="1">
                <a:solidFill>
                  <a:srgbClr val="5C5C5C"/>
                </a:solidFill>
                <a:effectLst/>
                <a:latin typeface="Consolas" panose="020B0609020204030204" pitchFamily="49" charset="0"/>
              </a:rPr>
              <a:t>pthread_mutex_lock</a:t>
            </a:r>
            <a:r>
              <a:rPr lang="en-US" altLang="zh-CN" sz="1400" b="0" i="0" dirty="0">
                <a:solidFill>
                  <a:srgbClr val="5C5C5C"/>
                </a:solidFill>
                <a:effectLst/>
                <a:latin typeface="Consolas" panose="020B0609020204030204" pitchFamily="49" charset="0"/>
              </a:rPr>
              <a:t>(&amp;mutex);</a:t>
            </a:r>
          </a:p>
          <a:p>
            <a:pPr algn="l"/>
            <a:r>
              <a:rPr lang="en-US" altLang="zh-CN" sz="1400" b="0" i="0" dirty="0">
                <a:solidFill>
                  <a:srgbClr val="5C5C5C"/>
                </a:solidFill>
                <a:effectLst/>
                <a:latin typeface="Consolas" panose="020B0609020204030204" pitchFamily="49" charset="0"/>
              </a:rPr>
              <a:t>    </a:t>
            </a:r>
            <a:r>
              <a:rPr lang="en-US" altLang="zh-CN" sz="1400" b="0" i="1" dirty="0">
                <a:solidFill>
                  <a:srgbClr val="A0A1A7"/>
                </a:solidFill>
                <a:effectLst/>
                <a:latin typeface="Consolas" panose="020B0609020204030204" pitchFamily="49" charset="0"/>
              </a:rPr>
              <a:t>// </a:t>
            </a:r>
            <a:r>
              <a:rPr lang="en-US" altLang="zh-CN" sz="1400" b="0" i="1" dirty="0">
                <a:solidFill>
                  <a:srgbClr val="A626A4"/>
                </a:solidFill>
                <a:effectLst/>
                <a:latin typeface="Consolas" panose="020B0609020204030204" pitchFamily="49" charset="0"/>
              </a:rPr>
              <a:t>TODO:</a:t>
            </a:r>
            <a:r>
              <a:rPr lang="en-US" altLang="zh-CN" sz="1400" b="0" i="1" dirty="0">
                <a:solidFill>
                  <a:srgbClr val="A0A1A7"/>
                </a:solidFill>
                <a:effectLst/>
                <a:latin typeface="Consolas" panose="020B0609020204030204" pitchFamily="49" charset="0"/>
              </a:rPr>
              <a:t> Implement </a:t>
            </a:r>
            <a:r>
              <a:rPr lang="en-US" altLang="zh-CN" sz="1400" b="0" i="1" dirty="0" err="1">
                <a:solidFill>
                  <a:srgbClr val="A0A1A7"/>
                </a:solidFill>
                <a:effectLst/>
                <a:latin typeface="Consolas" panose="020B0609020204030204" pitchFamily="49" charset="0"/>
              </a:rPr>
              <a:t>pickup_forks</a:t>
            </a:r>
            <a:r>
              <a:rPr lang="en-US" altLang="zh-CN" sz="1400" b="0" i="1" dirty="0">
                <a:solidFill>
                  <a:srgbClr val="A0A1A7"/>
                </a:solidFill>
                <a:effectLst/>
                <a:latin typeface="Consolas" panose="020B0609020204030204" pitchFamily="49" charset="0"/>
              </a:rPr>
              <a:t> function</a:t>
            </a:r>
            <a:endParaRPr lang="en-US" altLang="zh-CN" sz="1400" b="0" i="0" dirty="0">
              <a:solidFill>
                <a:srgbClr val="5C5C5C"/>
              </a:solidFill>
              <a:effectLst/>
              <a:latin typeface="Consolas" panose="020B0609020204030204" pitchFamily="49" charset="0"/>
            </a:endParaRPr>
          </a:p>
          <a:p>
            <a:pPr algn="l"/>
            <a:r>
              <a:rPr lang="en-US" altLang="zh-CN" sz="1400" b="0" i="0" dirty="0">
                <a:solidFill>
                  <a:srgbClr val="5C5C5C"/>
                </a:solidFill>
                <a:effectLst/>
                <a:latin typeface="Consolas" panose="020B0609020204030204" pitchFamily="49" charset="0"/>
              </a:rPr>
              <a:t>    </a:t>
            </a:r>
            <a:r>
              <a:rPr lang="en-US" altLang="zh-CN" sz="1400" b="0" i="1" dirty="0">
                <a:solidFill>
                  <a:srgbClr val="A0A1A7"/>
                </a:solidFill>
                <a:effectLst/>
                <a:latin typeface="Consolas" panose="020B0609020204030204" pitchFamily="49" charset="0"/>
              </a:rPr>
              <a:t>// Hint: Set state to HUNGRY and then test.</a:t>
            </a:r>
            <a:endParaRPr lang="en-US" altLang="zh-CN" sz="1400" b="0" i="0" dirty="0">
              <a:solidFill>
                <a:srgbClr val="5C5C5C"/>
              </a:solidFill>
              <a:effectLst/>
              <a:latin typeface="Consolas" panose="020B0609020204030204" pitchFamily="49" charset="0"/>
            </a:endParaRPr>
          </a:p>
          <a:p>
            <a:pPr algn="l"/>
            <a:r>
              <a:rPr lang="en-US" altLang="zh-CN" sz="1400" b="0" i="0" dirty="0">
                <a:solidFill>
                  <a:srgbClr val="5C5C5C"/>
                </a:solidFill>
                <a:effectLst/>
                <a:latin typeface="Consolas" panose="020B0609020204030204" pitchFamily="49" charset="0"/>
              </a:rPr>
              <a:t>    </a:t>
            </a:r>
            <a:r>
              <a:rPr lang="en-US" altLang="zh-CN" sz="1400" b="0" i="1" dirty="0">
                <a:solidFill>
                  <a:srgbClr val="A0A1A7"/>
                </a:solidFill>
                <a:effectLst/>
                <a:latin typeface="Consolas" panose="020B0609020204030204" pitchFamily="49" charset="0"/>
              </a:rPr>
              <a:t>// Wait if not able to eat.</a:t>
            </a:r>
            <a:endParaRPr lang="en-US" altLang="zh-CN" sz="1400" b="0" i="0" dirty="0">
              <a:solidFill>
                <a:srgbClr val="5C5C5C"/>
              </a:solidFill>
              <a:effectLst/>
              <a:latin typeface="Consolas" panose="020B0609020204030204" pitchFamily="49" charset="0"/>
            </a:endParaRPr>
          </a:p>
          <a:p>
            <a:pPr algn="l"/>
            <a:r>
              <a:rPr lang="en-US" altLang="zh-CN" sz="1400" b="0" i="0" dirty="0">
                <a:solidFill>
                  <a:srgbClr val="5C5C5C"/>
                </a:solidFill>
                <a:effectLst/>
                <a:latin typeface="Consolas" panose="020B0609020204030204" pitchFamily="49" charset="0"/>
              </a:rPr>
              <a:t>    </a:t>
            </a:r>
            <a:r>
              <a:rPr lang="en-US" altLang="zh-CN" sz="1400" b="0" i="0" dirty="0" err="1">
                <a:solidFill>
                  <a:srgbClr val="5C5C5C"/>
                </a:solidFill>
                <a:effectLst/>
                <a:latin typeface="Consolas" panose="020B0609020204030204" pitchFamily="49" charset="0"/>
              </a:rPr>
              <a:t>pthread_mutex_unlock</a:t>
            </a:r>
            <a:r>
              <a:rPr lang="en-US" altLang="zh-CN" sz="1400" b="0" i="0" dirty="0">
                <a:solidFill>
                  <a:srgbClr val="5C5C5C"/>
                </a:solidFill>
                <a:effectLst/>
                <a:latin typeface="Consolas" panose="020B0609020204030204" pitchFamily="49" charset="0"/>
              </a:rPr>
              <a:t>(&amp;mutex);</a:t>
            </a:r>
          </a:p>
          <a:p>
            <a:pPr algn="l"/>
            <a:r>
              <a:rPr lang="en-US" altLang="zh-CN" sz="1400" b="0" i="0" dirty="0">
                <a:solidFill>
                  <a:srgbClr val="5C5C5C"/>
                </a:solidFill>
                <a:effectLst/>
                <a:latin typeface="Consolas" panose="020B0609020204030204" pitchFamily="49" charset="0"/>
              </a:rPr>
              <a:t>}</a:t>
            </a:r>
          </a:p>
          <a:p>
            <a:pPr algn="l"/>
            <a:r>
              <a:rPr lang="en-US" altLang="zh-CN" sz="1400" b="0" i="0" dirty="0">
                <a:solidFill>
                  <a:srgbClr val="A626A4"/>
                </a:solidFill>
                <a:effectLst/>
                <a:latin typeface="Consolas" panose="020B0609020204030204" pitchFamily="49" charset="0"/>
              </a:rPr>
              <a:t>void</a:t>
            </a:r>
            <a:r>
              <a:rPr lang="en-US" altLang="zh-CN" sz="1400" b="0" i="0" dirty="0">
                <a:solidFill>
                  <a:srgbClr val="5C5C5C"/>
                </a:solidFill>
                <a:effectLst/>
                <a:latin typeface="Consolas" panose="020B0609020204030204" pitchFamily="49" charset="0"/>
              </a:rPr>
              <a:t> </a:t>
            </a:r>
            <a:r>
              <a:rPr lang="en-US" altLang="zh-CN" sz="1400" b="0" i="0" dirty="0" err="1">
                <a:solidFill>
                  <a:srgbClr val="4078F2"/>
                </a:solidFill>
                <a:effectLst/>
                <a:latin typeface="Consolas" panose="020B0609020204030204" pitchFamily="49" charset="0"/>
              </a:rPr>
              <a:t>return_forks</a:t>
            </a:r>
            <a:r>
              <a:rPr lang="en-US" altLang="zh-CN" sz="1400" b="0" i="0" dirty="0">
                <a:solidFill>
                  <a:srgbClr val="5C5C5C"/>
                </a:solidFill>
                <a:effectLst/>
                <a:latin typeface="Consolas" panose="020B0609020204030204" pitchFamily="49" charset="0"/>
              </a:rPr>
              <a:t>(</a:t>
            </a:r>
            <a:r>
              <a:rPr lang="en-US" altLang="zh-CN" sz="1400" b="0" i="0" dirty="0">
                <a:solidFill>
                  <a:srgbClr val="A626A4"/>
                </a:solidFill>
                <a:effectLst/>
                <a:latin typeface="Consolas" panose="020B0609020204030204" pitchFamily="49" charset="0"/>
              </a:rPr>
              <a:t>int</a:t>
            </a:r>
            <a:r>
              <a:rPr lang="en-US" altLang="zh-CN" sz="1400" b="0" i="0" dirty="0">
                <a:solidFill>
                  <a:srgbClr val="5C5C5C"/>
                </a:solidFill>
                <a:effectLst/>
                <a:latin typeface="Consolas" panose="020B0609020204030204" pitchFamily="49" charset="0"/>
              </a:rPr>
              <a:t> </a:t>
            </a:r>
            <a:r>
              <a:rPr lang="en-US" altLang="zh-CN" sz="1400" b="0" i="0" dirty="0" err="1">
                <a:solidFill>
                  <a:srgbClr val="5C5C5C"/>
                </a:solidFill>
                <a:effectLst/>
                <a:latin typeface="Consolas" panose="020B0609020204030204" pitchFamily="49" charset="0"/>
              </a:rPr>
              <a:t>i</a:t>
            </a:r>
            <a:r>
              <a:rPr lang="en-US" altLang="zh-CN" sz="1400" b="0" i="0" dirty="0">
                <a:solidFill>
                  <a:srgbClr val="5C5C5C"/>
                </a:solidFill>
                <a:effectLst/>
                <a:latin typeface="Consolas" panose="020B0609020204030204" pitchFamily="49" charset="0"/>
              </a:rPr>
              <a:t>) {</a:t>
            </a:r>
          </a:p>
          <a:p>
            <a:pPr algn="l"/>
            <a:r>
              <a:rPr lang="en-US" altLang="zh-CN" sz="1400" b="0" i="0" dirty="0">
                <a:solidFill>
                  <a:srgbClr val="5C5C5C"/>
                </a:solidFill>
                <a:effectLst/>
                <a:latin typeface="Consolas" panose="020B0609020204030204" pitchFamily="49" charset="0"/>
              </a:rPr>
              <a:t>    </a:t>
            </a:r>
            <a:r>
              <a:rPr lang="en-US" altLang="zh-CN" sz="1400" b="0" i="0" dirty="0" err="1">
                <a:solidFill>
                  <a:srgbClr val="5C5C5C"/>
                </a:solidFill>
                <a:effectLst/>
                <a:latin typeface="Consolas" panose="020B0609020204030204" pitchFamily="49" charset="0"/>
              </a:rPr>
              <a:t>pthread_mutex_lock</a:t>
            </a:r>
            <a:r>
              <a:rPr lang="en-US" altLang="zh-CN" sz="1400" b="0" i="0" dirty="0">
                <a:solidFill>
                  <a:srgbClr val="5C5C5C"/>
                </a:solidFill>
                <a:effectLst/>
                <a:latin typeface="Consolas" panose="020B0609020204030204" pitchFamily="49" charset="0"/>
              </a:rPr>
              <a:t>(&amp;mutex);</a:t>
            </a:r>
          </a:p>
          <a:p>
            <a:pPr algn="l"/>
            <a:r>
              <a:rPr lang="en-US" altLang="zh-CN" sz="1400" b="0" i="0" dirty="0">
                <a:solidFill>
                  <a:srgbClr val="5C5C5C"/>
                </a:solidFill>
                <a:effectLst/>
                <a:latin typeface="Consolas" panose="020B0609020204030204" pitchFamily="49" charset="0"/>
              </a:rPr>
              <a:t>    </a:t>
            </a:r>
            <a:r>
              <a:rPr lang="en-US" altLang="zh-CN" sz="1400" b="0" i="1" dirty="0">
                <a:solidFill>
                  <a:srgbClr val="A0A1A7"/>
                </a:solidFill>
                <a:effectLst/>
                <a:latin typeface="Consolas" panose="020B0609020204030204" pitchFamily="49" charset="0"/>
              </a:rPr>
              <a:t>// </a:t>
            </a:r>
            <a:r>
              <a:rPr lang="en-US" altLang="zh-CN" sz="1400" b="0" i="1" dirty="0">
                <a:solidFill>
                  <a:srgbClr val="A626A4"/>
                </a:solidFill>
                <a:effectLst/>
                <a:latin typeface="Consolas" panose="020B0609020204030204" pitchFamily="49" charset="0"/>
              </a:rPr>
              <a:t>TODO:</a:t>
            </a:r>
            <a:r>
              <a:rPr lang="en-US" altLang="zh-CN" sz="1400" b="0" i="1" dirty="0">
                <a:solidFill>
                  <a:srgbClr val="A0A1A7"/>
                </a:solidFill>
                <a:effectLst/>
                <a:latin typeface="Consolas" panose="020B0609020204030204" pitchFamily="49" charset="0"/>
              </a:rPr>
              <a:t> Implement </a:t>
            </a:r>
            <a:r>
              <a:rPr lang="en-US" altLang="zh-CN" sz="1400" b="0" i="1" dirty="0" err="1">
                <a:solidFill>
                  <a:srgbClr val="A0A1A7"/>
                </a:solidFill>
                <a:effectLst/>
                <a:latin typeface="Consolas" panose="020B0609020204030204" pitchFamily="49" charset="0"/>
              </a:rPr>
              <a:t>return_forks</a:t>
            </a:r>
            <a:r>
              <a:rPr lang="en-US" altLang="zh-CN" sz="1400" b="0" i="1" dirty="0">
                <a:solidFill>
                  <a:srgbClr val="A0A1A7"/>
                </a:solidFill>
                <a:effectLst/>
                <a:latin typeface="Consolas" panose="020B0609020204030204" pitchFamily="49" charset="0"/>
              </a:rPr>
              <a:t> function</a:t>
            </a:r>
            <a:endParaRPr lang="en-US" altLang="zh-CN" sz="1400" b="0" i="0" dirty="0">
              <a:solidFill>
                <a:srgbClr val="5C5C5C"/>
              </a:solidFill>
              <a:effectLst/>
              <a:latin typeface="Consolas" panose="020B0609020204030204" pitchFamily="49" charset="0"/>
            </a:endParaRPr>
          </a:p>
          <a:p>
            <a:pPr algn="l"/>
            <a:r>
              <a:rPr lang="en-US" altLang="zh-CN" sz="1400" b="0" i="0" dirty="0">
                <a:solidFill>
                  <a:srgbClr val="5C5C5C"/>
                </a:solidFill>
                <a:effectLst/>
                <a:latin typeface="Consolas" panose="020B0609020204030204" pitchFamily="49" charset="0"/>
              </a:rPr>
              <a:t>    </a:t>
            </a:r>
            <a:r>
              <a:rPr lang="en-US" altLang="zh-CN" sz="1400" b="0" i="1" dirty="0">
                <a:solidFill>
                  <a:srgbClr val="A0A1A7"/>
                </a:solidFill>
                <a:effectLst/>
                <a:latin typeface="Consolas" panose="020B0609020204030204" pitchFamily="49" charset="0"/>
              </a:rPr>
              <a:t>// Hint: Set state to THINKING and test neighbors.</a:t>
            </a:r>
            <a:endParaRPr lang="en-US" altLang="zh-CN" sz="1400" b="0" i="0" dirty="0">
              <a:solidFill>
                <a:srgbClr val="5C5C5C"/>
              </a:solidFill>
              <a:effectLst/>
              <a:latin typeface="Consolas" panose="020B0609020204030204" pitchFamily="49" charset="0"/>
            </a:endParaRPr>
          </a:p>
          <a:p>
            <a:pPr algn="l"/>
            <a:r>
              <a:rPr lang="en-US" altLang="zh-CN" sz="1400" b="0" i="0" dirty="0">
                <a:solidFill>
                  <a:srgbClr val="5C5C5C"/>
                </a:solidFill>
                <a:effectLst/>
                <a:latin typeface="Consolas" panose="020B0609020204030204" pitchFamily="49" charset="0"/>
              </a:rPr>
              <a:t>    </a:t>
            </a:r>
            <a:r>
              <a:rPr lang="en-US" altLang="zh-CN" sz="1400" b="0" i="0" dirty="0" err="1">
                <a:solidFill>
                  <a:srgbClr val="5C5C5C"/>
                </a:solidFill>
                <a:effectLst/>
                <a:latin typeface="Consolas" panose="020B0609020204030204" pitchFamily="49" charset="0"/>
              </a:rPr>
              <a:t>pthread_mutex_unlock</a:t>
            </a:r>
            <a:r>
              <a:rPr lang="en-US" altLang="zh-CN" sz="1400" b="0" i="0" dirty="0">
                <a:solidFill>
                  <a:srgbClr val="5C5C5C"/>
                </a:solidFill>
                <a:effectLst/>
                <a:latin typeface="Consolas" panose="020B0609020204030204" pitchFamily="49" charset="0"/>
              </a:rPr>
              <a:t>(&amp;mutex);</a:t>
            </a:r>
          </a:p>
          <a:p>
            <a:pPr algn="l"/>
            <a:r>
              <a:rPr lang="en-US" altLang="zh-CN" sz="1400" b="0" i="0" dirty="0">
                <a:solidFill>
                  <a:srgbClr val="5C5C5C"/>
                </a:solidFill>
                <a:effectLst/>
                <a:latin typeface="Consolas" panose="020B0609020204030204" pitchFamily="49" charset="0"/>
              </a:rPr>
              <a:t>}</a:t>
            </a:r>
          </a:p>
        </p:txBody>
      </p:sp>
      <p:sp>
        <p:nvSpPr>
          <p:cNvPr id="7" name="TextBox 8">
            <a:extLst>
              <a:ext uri="{FF2B5EF4-FFF2-40B4-BE49-F238E27FC236}">
                <a16:creationId xmlns:a16="http://schemas.microsoft.com/office/drawing/2014/main" id="{0E3DD26D-BBB8-B2A2-69C6-6646F31F2824}"/>
              </a:ext>
            </a:extLst>
          </p:cNvPr>
          <p:cNvSpPr txBox="1"/>
          <p:nvPr/>
        </p:nvSpPr>
        <p:spPr>
          <a:xfrm>
            <a:off x="4718962" y="941294"/>
            <a:ext cx="1235102" cy="369332"/>
          </a:xfrm>
          <a:prstGeom prst="rect">
            <a:avLst/>
          </a:prstGeom>
          <a:solidFill>
            <a:schemeClr val="accent4"/>
          </a:solidFill>
          <a:ln w="12700" cap="flat">
            <a:noFill/>
            <a:miter lim="400000"/>
          </a:ln>
          <a:effectLst/>
          <a:sp3d/>
        </p:spPr>
        <p:style>
          <a:lnRef idx="0">
            <a:scrgbClr r="0" g="0" b="0"/>
          </a:lnRef>
          <a:fillRef idx="0">
            <a:scrgbClr r="0" g="0" b="0"/>
          </a:fillRef>
          <a:effectRef idx="0">
            <a:scrgbClr r="0" g="0" b="0"/>
          </a:effectRef>
          <a:fontRef idx="none"/>
        </p:style>
        <p:txBody>
          <a:bodyPr wrap="square">
            <a:spAutoFit/>
          </a:bodyPr>
          <a:lstStyle/>
          <a:p>
            <a:pPr algn="ctr"/>
            <a:r>
              <a:rPr kumimoji="0" lang="en-US" sz="1800" b="0" i="0" u="none" strike="noStrike" kern="0" cap="none" spc="0" normalizeH="0" baseline="0" noProof="0" dirty="0" err="1">
                <a:ln>
                  <a:noFill/>
                </a:ln>
                <a:solidFill>
                  <a:srgbClr val="202020"/>
                </a:solidFill>
                <a:effectLst/>
                <a:uLnTx/>
                <a:uFillTx/>
                <a:latin typeface="Gill Sans MT" panose="020B0502020104020203" pitchFamily="34" charset="0"/>
                <a:cs typeface="Helvetica"/>
                <a:sym typeface="Helvetica"/>
              </a:rPr>
              <a:t>exercise.c</a:t>
            </a:r>
            <a:endParaRPr lang="en-US" dirty="0"/>
          </a:p>
        </p:txBody>
      </p:sp>
      <p:sp>
        <p:nvSpPr>
          <p:cNvPr id="11" name="文本框 8">
            <a:extLst>
              <a:ext uri="{FF2B5EF4-FFF2-40B4-BE49-F238E27FC236}">
                <a16:creationId xmlns:a16="http://schemas.microsoft.com/office/drawing/2014/main" id="{3EEA725B-360D-DDD8-AA35-9EB51F024E08}"/>
              </a:ext>
            </a:extLst>
          </p:cNvPr>
          <p:cNvSpPr txBox="1"/>
          <p:nvPr/>
        </p:nvSpPr>
        <p:spPr>
          <a:xfrm>
            <a:off x="5952302" y="941294"/>
            <a:ext cx="6100704" cy="5909310"/>
          </a:xfrm>
          <a:prstGeom prst="rect">
            <a:avLst/>
          </a:prstGeom>
          <a:noFill/>
          <a:ln>
            <a:solidFill>
              <a:schemeClr val="tx1"/>
            </a:solidFill>
          </a:ln>
        </p:spPr>
        <p:txBody>
          <a:bodyPr wrap="square" numCol="1">
            <a:spAutoFit/>
          </a:bodyPr>
          <a:lstStyle/>
          <a:p>
            <a:pPr algn="l"/>
            <a:r>
              <a:rPr lang="en-HK" altLang="zh-CN" sz="1400" b="0" i="0" dirty="0">
                <a:solidFill>
                  <a:srgbClr val="A626A4"/>
                </a:solidFill>
                <a:effectLst/>
                <a:latin typeface="Consolas" panose="020B0609020204030204" pitchFamily="49" charset="0"/>
              </a:rPr>
              <a:t>void</a:t>
            </a:r>
            <a:r>
              <a:rPr lang="en-HK" altLang="zh-CN" sz="1400" b="0" i="0" dirty="0">
                <a:solidFill>
                  <a:srgbClr val="5C5C5C"/>
                </a:solidFill>
                <a:effectLst/>
                <a:latin typeface="Consolas" panose="020B0609020204030204" pitchFamily="49" charset="0"/>
              </a:rPr>
              <a:t>* </a:t>
            </a:r>
            <a:r>
              <a:rPr lang="en-HK" altLang="zh-CN" sz="1400" b="0" i="0" dirty="0">
                <a:solidFill>
                  <a:srgbClr val="4078F2"/>
                </a:solidFill>
                <a:effectLst/>
                <a:latin typeface="Consolas" panose="020B0609020204030204" pitchFamily="49" charset="0"/>
              </a:rPr>
              <a:t>philosopher</a:t>
            </a:r>
            <a:r>
              <a:rPr lang="en-HK" altLang="zh-CN" sz="1400" b="0" i="0" dirty="0">
                <a:solidFill>
                  <a:srgbClr val="5C5C5C"/>
                </a:solidFill>
                <a:effectLst/>
                <a:latin typeface="Consolas" panose="020B0609020204030204" pitchFamily="49" charset="0"/>
              </a:rPr>
              <a:t>(</a:t>
            </a:r>
            <a:r>
              <a:rPr lang="en-HK" altLang="zh-CN" sz="1400" b="0" i="0" dirty="0">
                <a:solidFill>
                  <a:srgbClr val="A626A4"/>
                </a:solidFill>
                <a:effectLst/>
                <a:latin typeface="Consolas" panose="020B0609020204030204" pitchFamily="49" charset="0"/>
              </a:rPr>
              <a:t>void</a:t>
            </a:r>
            <a:r>
              <a:rPr lang="en-HK" altLang="zh-CN" sz="1400" b="0" i="0" dirty="0">
                <a:solidFill>
                  <a:srgbClr val="5C5C5C"/>
                </a:solidFill>
                <a:effectLst/>
                <a:latin typeface="Consolas" panose="020B0609020204030204" pitchFamily="49" charset="0"/>
              </a:rPr>
              <a:t>* </a:t>
            </a:r>
            <a:r>
              <a:rPr lang="en-HK" altLang="zh-CN" sz="1400" b="0" i="0" dirty="0" err="1">
                <a:solidFill>
                  <a:srgbClr val="5C5C5C"/>
                </a:solidFill>
                <a:effectLst/>
                <a:latin typeface="Consolas" panose="020B0609020204030204" pitchFamily="49" charset="0"/>
              </a:rPr>
              <a:t>arg</a:t>
            </a:r>
            <a:r>
              <a:rPr lang="en-HK" altLang="zh-CN" sz="1400" b="0" i="0" dirty="0">
                <a:solidFill>
                  <a:srgbClr val="5C5C5C"/>
                </a:solidFill>
                <a:effectLst/>
                <a:latin typeface="Consolas" panose="020B0609020204030204" pitchFamily="49" charset="0"/>
              </a:rPr>
              <a:t>) {</a:t>
            </a:r>
          </a:p>
          <a:p>
            <a:pPr algn="l"/>
            <a:r>
              <a:rPr lang="en-HK" altLang="zh-CN" sz="1400" b="0" i="0" dirty="0">
                <a:solidFill>
                  <a:srgbClr val="5C5C5C"/>
                </a:solidFill>
                <a:effectLst/>
                <a:latin typeface="Consolas" panose="020B0609020204030204" pitchFamily="49" charset="0"/>
              </a:rPr>
              <a:t>    </a:t>
            </a:r>
            <a:r>
              <a:rPr lang="en-HK" altLang="zh-CN" sz="1400" b="0" i="0" dirty="0">
                <a:solidFill>
                  <a:srgbClr val="A626A4"/>
                </a:solidFill>
                <a:effectLst/>
                <a:latin typeface="Consolas" panose="020B0609020204030204" pitchFamily="49" charset="0"/>
              </a:rPr>
              <a:t>int</a:t>
            </a:r>
            <a:r>
              <a:rPr lang="en-HK" altLang="zh-CN" sz="1400" b="0" i="0" dirty="0">
                <a:solidFill>
                  <a:srgbClr val="5C5C5C"/>
                </a:solidFill>
                <a:effectLst/>
                <a:latin typeface="Consolas" panose="020B0609020204030204" pitchFamily="49" charset="0"/>
              </a:rPr>
              <a:t> </a:t>
            </a:r>
            <a:r>
              <a:rPr lang="en-HK" altLang="zh-CN" sz="1400" b="0" i="0" dirty="0" err="1">
                <a:solidFill>
                  <a:srgbClr val="5C5C5C"/>
                </a:solidFill>
                <a:effectLst/>
                <a:latin typeface="Consolas" panose="020B0609020204030204" pitchFamily="49" charset="0"/>
              </a:rPr>
              <a:t>i</a:t>
            </a:r>
            <a:r>
              <a:rPr lang="en-HK" altLang="zh-CN" sz="1400" b="0" i="0" dirty="0">
                <a:solidFill>
                  <a:srgbClr val="5C5C5C"/>
                </a:solidFill>
                <a:effectLst/>
                <a:latin typeface="Consolas" panose="020B0609020204030204" pitchFamily="49" charset="0"/>
              </a:rPr>
              <a:t> = *(</a:t>
            </a:r>
            <a:r>
              <a:rPr lang="en-HK" altLang="zh-CN" sz="1400" b="0" i="0" dirty="0">
                <a:solidFill>
                  <a:srgbClr val="A626A4"/>
                </a:solidFill>
                <a:effectLst/>
                <a:latin typeface="Consolas" panose="020B0609020204030204" pitchFamily="49" charset="0"/>
              </a:rPr>
              <a:t>int</a:t>
            </a:r>
            <a:r>
              <a:rPr lang="en-HK" altLang="zh-CN" sz="1400" b="0" i="0" dirty="0">
                <a:solidFill>
                  <a:srgbClr val="5C5C5C"/>
                </a:solidFill>
                <a:effectLst/>
                <a:latin typeface="Consolas" panose="020B0609020204030204" pitchFamily="49" charset="0"/>
              </a:rPr>
              <a:t>*)</a:t>
            </a:r>
            <a:r>
              <a:rPr lang="en-HK" altLang="zh-CN" sz="1400" b="0" i="0" dirty="0" err="1">
                <a:solidFill>
                  <a:srgbClr val="5C5C5C"/>
                </a:solidFill>
                <a:effectLst/>
                <a:latin typeface="Consolas" panose="020B0609020204030204" pitchFamily="49" charset="0"/>
              </a:rPr>
              <a:t>arg</a:t>
            </a:r>
            <a:r>
              <a:rPr lang="en-HK" altLang="zh-CN" sz="1400" b="0" i="0" dirty="0">
                <a:solidFill>
                  <a:srgbClr val="5C5C5C"/>
                </a:solidFill>
                <a:effectLst/>
                <a:latin typeface="Consolas" panose="020B0609020204030204" pitchFamily="49" charset="0"/>
              </a:rPr>
              <a:t>;</a:t>
            </a:r>
          </a:p>
          <a:p>
            <a:pPr algn="l"/>
            <a:r>
              <a:rPr lang="en-HK" altLang="zh-CN" sz="1400" b="0" i="0" dirty="0">
                <a:solidFill>
                  <a:srgbClr val="5C5C5C"/>
                </a:solidFill>
                <a:effectLst/>
                <a:latin typeface="Consolas" panose="020B0609020204030204" pitchFamily="49" charset="0"/>
              </a:rPr>
              <a:t>    </a:t>
            </a:r>
            <a:r>
              <a:rPr lang="en-HK" altLang="zh-CN" sz="1400" b="0" i="0" dirty="0">
                <a:solidFill>
                  <a:srgbClr val="A626A4"/>
                </a:solidFill>
                <a:effectLst/>
                <a:latin typeface="Consolas" panose="020B0609020204030204" pitchFamily="49" charset="0"/>
              </a:rPr>
              <a:t>while</a:t>
            </a:r>
            <a:r>
              <a:rPr lang="en-HK" altLang="zh-CN" sz="1400" b="0" i="0" dirty="0">
                <a:solidFill>
                  <a:srgbClr val="5C5C5C"/>
                </a:solidFill>
                <a:effectLst/>
                <a:latin typeface="Consolas" panose="020B0609020204030204" pitchFamily="49" charset="0"/>
              </a:rPr>
              <a:t> (</a:t>
            </a:r>
            <a:r>
              <a:rPr lang="en-HK" altLang="zh-CN" sz="1400" b="0" i="0" dirty="0">
                <a:solidFill>
                  <a:srgbClr val="986801"/>
                </a:solidFill>
                <a:effectLst/>
                <a:latin typeface="Consolas" panose="020B0609020204030204" pitchFamily="49" charset="0"/>
              </a:rPr>
              <a:t>1</a:t>
            </a:r>
            <a:r>
              <a:rPr lang="en-HK" altLang="zh-CN" sz="1400" b="0" i="0" dirty="0">
                <a:solidFill>
                  <a:srgbClr val="5C5C5C"/>
                </a:solidFill>
                <a:effectLst/>
                <a:latin typeface="Consolas" panose="020B0609020204030204" pitchFamily="49" charset="0"/>
              </a:rPr>
              <a:t>) {</a:t>
            </a:r>
          </a:p>
          <a:p>
            <a:pPr algn="l"/>
            <a:r>
              <a:rPr lang="en-HK" altLang="zh-CN" sz="1400" b="0" i="0" dirty="0">
                <a:solidFill>
                  <a:srgbClr val="5C5C5C"/>
                </a:solidFill>
                <a:effectLst/>
                <a:latin typeface="Consolas" panose="020B0609020204030204" pitchFamily="49" charset="0"/>
              </a:rPr>
              <a:t>        </a:t>
            </a:r>
            <a:r>
              <a:rPr lang="en-HK" altLang="zh-CN" sz="1400" b="0" i="0" dirty="0" err="1">
                <a:solidFill>
                  <a:srgbClr val="C18401"/>
                </a:solidFill>
                <a:effectLst/>
                <a:latin typeface="Consolas" panose="020B0609020204030204" pitchFamily="49" charset="0"/>
              </a:rPr>
              <a:t>printf</a:t>
            </a:r>
            <a:r>
              <a:rPr lang="en-HK" altLang="zh-CN" sz="1400" b="0" i="0" dirty="0">
                <a:solidFill>
                  <a:srgbClr val="5C5C5C"/>
                </a:solidFill>
                <a:effectLst/>
                <a:latin typeface="Consolas" panose="020B0609020204030204" pitchFamily="49" charset="0"/>
              </a:rPr>
              <a:t>(</a:t>
            </a:r>
            <a:r>
              <a:rPr lang="en-HK" altLang="zh-CN" sz="1400" b="0" i="0" dirty="0">
                <a:solidFill>
                  <a:srgbClr val="50A14F"/>
                </a:solidFill>
                <a:effectLst/>
                <a:latin typeface="Consolas" panose="020B0609020204030204" pitchFamily="49" charset="0"/>
              </a:rPr>
              <a:t>"Philosopher %d is thinking.\n"</a:t>
            </a:r>
            <a:r>
              <a:rPr lang="en-HK" altLang="zh-CN" sz="1400" b="0" i="0" dirty="0">
                <a:solidFill>
                  <a:srgbClr val="5C5C5C"/>
                </a:solidFill>
                <a:effectLst/>
                <a:latin typeface="Consolas" panose="020B0609020204030204" pitchFamily="49" charset="0"/>
              </a:rPr>
              <a:t>, </a:t>
            </a:r>
            <a:r>
              <a:rPr lang="en-HK" altLang="zh-CN" sz="1400" b="0" i="0" dirty="0" err="1">
                <a:solidFill>
                  <a:srgbClr val="5C5C5C"/>
                </a:solidFill>
                <a:effectLst/>
                <a:latin typeface="Consolas" panose="020B0609020204030204" pitchFamily="49" charset="0"/>
              </a:rPr>
              <a:t>i</a:t>
            </a:r>
            <a:r>
              <a:rPr lang="en-HK" altLang="zh-CN" sz="1400" b="0" i="0" dirty="0">
                <a:solidFill>
                  <a:srgbClr val="5C5C5C"/>
                </a:solidFill>
                <a:effectLst/>
                <a:latin typeface="Consolas" panose="020B0609020204030204" pitchFamily="49" charset="0"/>
              </a:rPr>
              <a:t>);</a:t>
            </a:r>
          </a:p>
          <a:p>
            <a:pPr algn="l"/>
            <a:r>
              <a:rPr lang="en-HK" altLang="zh-CN" sz="1400" b="0" i="0" dirty="0">
                <a:solidFill>
                  <a:srgbClr val="5C5C5C"/>
                </a:solidFill>
                <a:effectLst/>
                <a:latin typeface="Consolas" panose="020B0609020204030204" pitchFamily="49" charset="0"/>
              </a:rPr>
              <a:t>        </a:t>
            </a:r>
            <a:r>
              <a:rPr lang="en-HK" altLang="zh-CN" sz="1400" b="0" i="0" dirty="0" err="1">
                <a:solidFill>
                  <a:srgbClr val="5C5C5C"/>
                </a:solidFill>
                <a:effectLst/>
                <a:latin typeface="Consolas" panose="020B0609020204030204" pitchFamily="49" charset="0"/>
              </a:rPr>
              <a:t>pickup_forks</a:t>
            </a:r>
            <a:r>
              <a:rPr lang="en-HK" altLang="zh-CN" sz="1400" b="0" i="0" dirty="0">
                <a:solidFill>
                  <a:srgbClr val="5C5C5C"/>
                </a:solidFill>
                <a:effectLst/>
                <a:latin typeface="Consolas" panose="020B0609020204030204" pitchFamily="49" charset="0"/>
              </a:rPr>
              <a:t>(</a:t>
            </a:r>
            <a:r>
              <a:rPr lang="en-HK" altLang="zh-CN" sz="1400" b="0" i="0" dirty="0" err="1">
                <a:solidFill>
                  <a:srgbClr val="5C5C5C"/>
                </a:solidFill>
                <a:effectLst/>
                <a:latin typeface="Consolas" panose="020B0609020204030204" pitchFamily="49" charset="0"/>
              </a:rPr>
              <a:t>i</a:t>
            </a:r>
            <a:r>
              <a:rPr lang="en-HK" altLang="zh-CN" sz="1400" b="0" i="0" dirty="0">
                <a:solidFill>
                  <a:srgbClr val="5C5C5C"/>
                </a:solidFill>
                <a:effectLst/>
                <a:latin typeface="Consolas" panose="020B0609020204030204" pitchFamily="49" charset="0"/>
              </a:rPr>
              <a:t>);</a:t>
            </a:r>
          </a:p>
          <a:p>
            <a:pPr algn="l"/>
            <a:r>
              <a:rPr lang="en-HK" altLang="zh-CN" sz="1400" b="0" i="0" dirty="0">
                <a:solidFill>
                  <a:srgbClr val="5C5C5C"/>
                </a:solidFill>
                <a:effectLst/>
                <a:latin typeface="Consolas" panose="020B0609020204030204" pitchFamily="49" charset="0"/>
              </a:rPr>
              <a:t>        </a:t>
            </a:r>
            <a:r>
              <a:rPr lang="en-HK" altLang="zh-CN" sz="1400" b="0" i="0" dirty="0" err="1">
                <a:solidFill>
                  <a:srgbClr val="C18401"/>
                </a:solidFill>
                <a:effectLst/>
                <a:latin typeface="Consolas" panose="020B0609020204030204" pitchFamily="49" charset="0"/>
              </a:rPr>
              <a:t>printf</a:t>
            </a:r>
            <a:r>
              <a:rPr lang="en-HK" altLang="zh-CN" sz="1400" b="0" i="0" dirty="0">
                <a:solidFill>
                  <a:srgbClr val="5C5C5C"/>
                </a:solidFill>
                <a:effectLst/>
                <a:latin typeface="Consolas" panose="020B0609020204030204" pitchFamily="49" charset="0"/>
              </a:rPr>
              <a:t>(</a:t>
            </a:r>
            <a:r>
              <a:rPr lang="en-HK" altLang="zh-CN" sz="1400" b="0" i="0" dirty="0">
                <a:solidFill>
                  <a:srgbClr val="50A14F"/>
                </a:solidFill>
                <a:effectLst/>
                <a:latin typeface="Consolas" panose="020B0609020204030204" pitchFamily="49" charset="0"/>
              </a:rPr>
              <a:t>"Philosopher %d is eating.\n"</a:t>
            </a:r>
            <a:r>
              <a:rPr lang="en-HK" altLang="zh-CN" sz="1400" b="0" i="0" dirty="0">
                <a:solidFill>
                  <a:srgbClr val="5C5C5C"/>
                </a:solidFill>
                <a:effectLst/>
                <a:latin typeface="Consolas" panose="020B0609020204030204" pitchFamily="49" charset="0"/>
              </a:rPr>
              <a:t>, </a:t>
            </a:r>
            <a:r>
              <a:rPr lang="en-HK" altLang="zh-CN" sz="1400" b="0" i="0" dirty="0" err="1">
                <a:solidFill>
                  <a:srgbClr val="5C5C5C"/>
                </a:solidFill>
                <a:effectLst/>
                <a:latin typeface="Consolas" panose="020B0609020204030204" pitchFamily="49" charset="0"/>
              </a:rPr>
              <a:t>i</a:t>
            </a:r>
            <a:r>
              <a:rPr lang="en-HK" altLang="zh-CN" sz="1400" b="0" i="0" dirty="0">
                <a:solidFill>
                  <a:srgbClr val="5C5C5C"/>
                </a:solidFill>
                <a:effectLst/>
                <a:latin typeface="Consolas" panose="020B0609020204030204" pitchFamily="49" charset="0"/>
              </a:rPr>
              <a:t>);</a:t>
            </a:r>
          </a:p>
          <a:p>
            <a:pPr algn="l"/>
            <a:r>
              <a:rPr lang="en-HK" altLang="zh-CN" sz="1400" b="0" i="0" dirty="0">
                <a:solidFill>
                  <a:srgbClr val="5C5C5C"/>
                </a:solidFill>
                <a:effectLst/>
                <a:latin typeface="Consolas" panose="020B0609020204030204" pitchFamily="49" charset="0"/>
              </a:rPr>
              <a:t>        </a:t>
            </a:r>
            <a:r>
              <a:rPr lang="en-HK" altLang="zh-CN" sz="1400" b="0" i="0" dirty="0" err="1">
                <a:solidFill>
                  <a:srgbClr val="5C5C5C"/>
                </a:solidFill>
                <a:effectLst/>
                <a:latin typeface="Consolas" panose="020B0609020204030204" pitchFamily="49" charset="0"/>
              </a:rPr>
              <a:t>return_forks</a:t>
            </a:r>
            <a:r>
              <a:rPr lang="en-HK" altLang="zh-CN" sz="1400" b="0" i="0" dirty="0">
                <a:solidFill>
                  <a:srgbClr val="5C5C5C"/>
                </a:solidFill>
                <a:effectLst/>
                <a:latin typeface="Consolas" panose="020B0609020204030204" pitchFamily="49" charset="0"/>
              </a:rPr>
              <a:t>(</a:t>
            </a:r>
            <a:r>
              <a:rPr lang="en-HK" altLang="zh-CN" sz="1400" b="0" i="0" dirty="0" err="1">
                <a:solidFill>
                  <a:srgbClr val="5C5C5C"/>
                </a:solidFill>
                <a:effectLst/>
                <a:latin typeface="Consolas" panose="020B0609020204030204" pitchFamily="49" charset="0"/>
              </a:rPr>
              <a:t>i</a:t>
            </a:r>
            <a:r>
              <a:rPr lang="en-HK" altLang="zh-CN" sz="1400" b="0" i="0" dirty="0">
                <a:solidFill>
                  <a:srgbClr val="5C5C5C"/>
                </a:solidFill>
                <a:effectLst/>
                <a:latin typeface="Consolas" panose="020B0609020204030204" pitchFamily="49" charset="0"/>
              </a:rPr>
              <a:t>);</a:t>
            </a:r>
          </a:p>
          <a:p>
            <a:pPr algn="l"/>
            <a:r>
              <a:rPr lang="en-HK" altLang="zh-CN" sz="1400" b="0" i="0" dirty="0">
                <a:solidFill>
                  <a:srgbClr val="5C5C5C"/>
                </a:solidFill>
                <a:effectLst/>
                <a:latin typeface="Consolas" panose="020B0609020204030204" pitchFamily="49" charset="0"/>
              </a:rPr>
              <a:t>    }</a:t>
            </a:r>
          </a:p>
          <a:p>
            <a:pPr algn="l"/>
            <a:r>
              <a:rPr lang="en-HK" altLang="zh-CN" sz="1400" b="0" i="0" dirty="0">
                <a:solidFill>
                  <a:srgbClr val="5C5C5C"/>
                </a:solidFill>
                <a:effectLst/>
                <a:latin typeface="Consolas" panose="020B0609020204030204" pitchFamily="49" charset="0"/>
              </a:rPr>
              <a:t>    </a:t>
            </a:r>
            <a:r>
              <a:rPr lang="en-HK" altLang="zh-CN" sz="1400" b="0" i="0" dirty="0">
                <a:solidFill>
                  <a:srgbClr val="A626A4"/>
                </a:solidFill>
                <a:effectLst/>
                <a:latin typeface="Consolas" panose="020B0609020204030204" pitchFamily="49" charset="0"/>
              </a:rPr>
              <a:t>return</a:t>
            </a:r>
            <a:r>
              <a:rPr lang="en-HK" altLang="zh-CN" sz="1400" b="0" i="0" dirty="0">
                <a:solidFill>
                  <a:srgbClr val="5C5C5C"/>
                </a:solidFill>
                <a:effectLst/>
                <a:latin typeface="Consolas" panose="020B0609020204030204" pitchFamily="49" charset="0"/>
              </a:rPr>
              <a:t> </a:t>
            </a:r>
            <a:r>
              <a:rPr lang="en-HK" altLang="zh-CN" sz="1400" b="0" i="0" dirty="0">
                <a:solidFill>
                  <a:srgbClr val="0184BB"/>
                </a:solidFill>
                <a:effectLst/>
                <a:latin typeface="Consolas" panose="020B0609020204030204" pitchFamily="49" charset="0"/>
              </a:rPr>
              <a:t>NULL</a:t>
            </a:r>
            <a:r>
              <a:rPr lang="en-HK" altLang="zh-CN" sz="1400" b="0" i="0" dirty="0">
                <a:solidFill>
                  <a:srgbClr val="5C5C5C"/>
                </a:solidFill>
                <a:effectLst/>
                <a:latin typeface="Consolas" panose="020B0609020204030204" pitchFamily="49" charset="0"/>
              </a:rPr>
              <a:t>;</a:t>
            </a:r>
          </a:p>
          <a:p>
            <a:pPr algn="l"/>
            <a:r>
              <a:rPr lang="en-HK" altLang="zh-CN" sz="1400" b="0" i="0" dirty="0">
                <a:solidFill>
                  <a:srgbClr val="5C5C5C"/>
                </a:solidFill>
                <a:effectLst/>
                <a:latin typeface="Consolas" panose="020B0609020204030204" pitchFamily="49" charset="0"/>
              </a:rPr>
              <a:t>}</a:t>
            </a:r>
          </a:p>
          <a:p>
            <a:pPr algn="l"/>
            <a:r>
              <a:rPr lang="en-HK" altLang="zh-CN" sz="1400" b="0" i="0" dirty="0">
                <a:solidFill>
                  <a:srgbClr val="A626A4"/>
                </a:solidFill>
                <a:effectLst/>
                <a:latin typeface="Consolas" panose="020B0609020204030204" pitchFamily="49" charset="0"/>
              </a:rPr>
              <a:t>int</a:t>
            </a:r>
            <a:r>
              <a:rPr lang="en-HK" altLang="zh-CN" sz="1400" b="0" i="0" dirty="0">
                <a:solidFill>
                  <a:srgbClr val="5C5C5C"/>
                </a:solidFill>
                <a:effectLst/>
                <a:latin typeface="Consolas" panose="020B0609020204030204" pitchFamily="49" charset="0"/>
              </a:rPr>
              <a:t> </a:t>
            </a:r>
            <a:r>
              <a:rPr lang="en-HK" altLang="zh-CN" sz="1400" b="0" i="0" dirty="0">
                <a:solidFill>
                  <a:srgbClr val="4078F2"/>
                </a:solidFill>
                <a:effectLst/>
                <a:latin typeface="Consolas" panose="020B0609020204030204" pitchFamily="49" charset="0"/>
              </a:rPr>
              <a:t>main</a:t>
            </a:r>
            <a:r>
              <a:rPr lang="en-HK" altLang="zh-CN" sz="1400" b="0" i="0" dirty="0">
                <a:solidFill>
                  <a:srgbClr val="5C5C5C"/>
                </a:solidFill>
                <a:effectLst/>
                <a:latin typeface="Consolas" panose="020B0609020204030204" pitchFamily="49" charset="0"/>
              </a:rPr>
              <a:t>() {</a:t>
            </a:r>
          </a:p>
          <a:p>
            <a:pPr algn="l"/>
            <a:r>
              <a:rPr lang="en-HK" altLang="zh-CN" sz="1400" b="0" i="0" dirty="0">
                <a:solidFill>
                  <a:srgbClr val="5C5C5C"/>
                </a:solidFill>
                <a:effectLst/>
                <a:latin typeface="Consolas" panose="020B0609020204030204" pitchFamily="49" charset="0"/>
              </a:rPr>
              <a:t>    </a:t>
            </a:r>
            <a:r>
              <a:rPr lang="en-HK" altLang="zh-CN" sz="1400" b="0" i="0" dirty="0" err="1">
                <a:solidFill>
                  <a:srgbClr val="A626A4"/>
                </a:solidFill>
                <a:effectLst/>
                <a:latin typeface="Consolas" panose="020B0609020204030204" pitchFamily="49" charset="0"/>
              </a:rPr>
              <a:t>pthread_t</a:t>
            </a:r>
            <a:r>
              <a:rPr lang="en-HK" altLang="zh-CN" sz="1400" b="0" i="0" dirty="0">
                <a:solidFill>
                  <a:srgbClr val="5C5C5C"/>
                </a:solidFill>
                <a:effectLst/>
                <a:latin typeface="Consolas" panose="020B0609020204030204" pitchFamily="49" charset="0"/>
              </a:rPr>
              <a:t> philosophers[NUM_PHILOSOPHERS];</a:t>
            </a:r>
          </a:p>
          <a:p>
            <a:pPr algn="l"/>
            <a:r>
              <a:rPr lang="en-HK" altLang="zh-CN" sz="1400" b="0" i="0" dirty="0">
                <a:solidFill>
                  <a:srgbClr val="5C5C5C"/>
                </a:solidFill>
                <a:effectLst/>
                <a:latin typeface="Consolas" panose="020B0609020204030204" pitchFamily="49" charset="0"/>
              </a:rPr>
              <a:t>    </a:t>
            </a:r>
            <a:r>
              <a:rPr lang="en-HK" altLang="zh-CN" sz="1400" b="0" i="0" dirty="0">
                <a:solidFill>
                  <a:srgbClr val="A626A4"/>
                </a:solidFill>
                <a:effectLst/>
                <a:latin typeface="Consolas" panose="020B0609020204030204" pitchFamily="49" charset="0"/>
              </a:rPr>
              <a:t>int</a:t>
            </a:r>
            <a:r>
              <a:rPr lang="en-HK" altLang="zh-CN" sz="1400" b="0" i="0" dirty="0">
                <a:solidFill>
                  <a:srgbClr val="5C5C5C"/>
                </a:solidFill>
                <a:effectLst/>
                <a:latin typeface="Consolas" panose="020B0609020204030204" pitchFamily="49" charset="0"/>
              </a:rPr>
              <a:t> ids[NUM_PHILOSOPHERS];</a:t>
            </a:r>
          </a:p>
          <a:p>
            <a:pPr algn="l"/>
            <a:r>
              <a:rPr lang="en-HK" altLang="zh-CN" sz="1400" b="0" i="0" dirty="0">
                <a:solidFill>
                  <a:srgbClr val="5C5C5C"/>
                </a:solidFill>
                <a:effectLst/>
                <a:latin typeface="Consolas" panose="020B0609020204030204" pitchFamily="49" charset="0"/>
              </a:rPr>
              <a:t>    </a:t>
            </a:r>
            <a:r>
              <a:rPr lang="en-HK" altLang="zh-CN" sz="1400" b="0" i="0" dirty="0">
                <a:solidFill>
                  <a:srgbClr val="A626A4"/>
                </a:solidFill>
                <a:effectLst/>
                <a:latin typeface="Consolas" panose="020B0609020204030204" pitchFamily="49" charset="0"/>
              </a:rPr>
              <a:t>for</a:t>
            </a:r>
            <a:r>
              <a:rPr lang="en-HK" altLang="zh-CN" sz="1400" b="0" i="0" dirty="0">
                <a:solidFill>
                  <a:srgbClr val="5C5C5C"/>
                </a:solidFill>
                <a:effectLst/>
                <a:latin typeface="Consolas" panose="020B0609020204030204" pitchFamily="49" charset="0"/>
              </a:rPr>
              <a:t> (</a:t>
            </a:r>
            <a:r>
              <a:rPr lang="en-HK" altLang="zh-CN" sz="1400" b="0" i="0" dirty="0">
                <a:solidFill>
                  <a:srgbClr val="A626A4"/>
                </a:solidFill>
                <a:effectLst/>
                <a:latin typeface="Consolas" panose="020B0609020204030204" pitchFamily="49" charset="0"/>
              </a:rPr>
              <a:t>int</a:t>
            </a:r>
            <a:r>
              <a:rPr lang="en-HK" altLang="zh-CN" sz="1400" b="0" i="0" dirty="0">
                <a:solidFill>
                  <a:srgbClr val="5C5C5C"/>
                </a:solidFill>
                <a:effectLst/>
                <a:latin typeface="Consolas" panose="020B0609020204030204" pitchFamily="49" charset="0"/>
              </a:rPr>
              <a:t> </a:t>
            </a:r>
            <a:r>
              <a:rPr lang="en-HK" altLang="zh-CN" sz="1400" b="0" i="0" dirty="0" err="1">
                <a:solidFill>
                  <a:srgbClr val="5C5C5C"/>
                </a:solidFill>
                <a:effectLst/>
                <a:latin typeface="Consolas" panose="020B0609020204030204" pitchFamily="49" charset="0"/>
              </a:rPr>
              <a:t>i</a:t>
            </a:r>
            <a:r>
              <a:rPr lang="en-HK" altLang="zh-CN" sz="1400" b="0" i="0" dirty="0">
                <a:solidFill>
                  <a:srgbClr val="5C5C5C"/>
                </a:solidFill>
                <a:effectLst/>
                <a:latin typeface="Consolas" panose="020B0609020204030204" pitchFamily="49" charset="0"/>
              </a:rPr>
              <a:t> = </a:t>
            </a:r>
            <a:r>
              <a:rPr lang="en-HK" altLang="zh-CN" sz="1400" b="0" i="0" dirty="0">
                <a:solidFill>
                  <a:srgbClr val="986801"/>
                </a:solidFill>
                <a:effectLst/>
                <a:latin typeface="Consolas" panose="020B0609020204030204" pitchFamily="49" charset="0"/>
              </a:rPr>
              <a:t>0</a:t>
            </a:r>
            <a:r>
              <a:rPr lang="en-HK" altLang="zh-CN" sz="1400" b="0" i="0" dirty="0">
                <a:solidFill>
                  <a:srgbClr val="5C5C5C"/>
                </a:solidFill>
                <a:effectLst/>
                <a:latin typeface="Consolas" panose="020B0609020204030204" pitchFamily="49" charset="0"/>
              </a:rPr>
              <a:t>; </a:t>
            </a:r>
            <a:r>
              <a:rPr lang="en-HK" altLang="zh-CN" sz="1400" b="0" i="0" dirty="0" err="1">
                <a:solidFill>
                  <a:srgbClr val="5C5C5C"/>
                </a:solidFill>
                <a:effectLst/>
                <a:latin typeface="Consolas" panose="020B0609020204030204" pitchFamily="49" charset="0"/>
              </a:rPr>
              <a:t>i</a:t>
            </a:r>
            <a:r>
              <a:rPr lang="en-HK" altLang="zh-CN" sz="1400" b="0" i="0" dirty="0">
                <a:solidFill>
                  <a:srgbClr val="5C5C5C"/>
                </a:solidFill>
                <a:effectLst/>
                <a:latin typeface="Consolas" panose="020B0609020204030204" pitchFamily="49" charset="0"/>
              </a:rPr>
              <a:t> &lt; NUM_PHILOSOPHERS; </a:t>
            </a:r>
            <a:r>
              <a:rPr lang="en-HK" altLang="zh-CN" sz="1400" b="0" i="0" dirty="0" err="1">
                <a:solidFill>
                  <a:srgbClr val="5C5C5C"/>
                </a:solidFill>
                <a:effectLst/>
                <a:latin typeface="Consolas" panose="020B0609020204030204" pitchFamily="49" charset="0"/>
              </a:rPr>
              <a:t>i</a:t>
            </a:r>
            <a:r>
              <a:rPr lang="en-HK" altLang="zh-CN" sz="1400" b="0" i="0" dirty="0">
                <a:solidFill>
                  <a:srgbClr val="5C5C5C"/>
                </a:solidFill>
                <a:effectLst/>
                <a:latin typeface="Consolas" panose="020B0609020204030204" pitchFamily="49" charset="0"/>
              </a:rPr>
              <a:t>++) {</a:t>
            </a:r>
          </a:p>
          <a:p>
            <a:pPr algn="l"/>
            <a:r>
              <a:rPr lang="en-HK" altLang="zh-CN" sz="1400" b="0" i="0" dirty="0">
                <a:solidFill>
                  <a:srgbClr val="5C5C5C"/>
                </a:solidFill>
                <a:effectLst/>
                <a:latin typeface="Consolas" panose="020B0609020204030204" pitchFamily="49" charset="0"/>
              </a:rPr>
              <a:t>        </a:t>
            </a:r>
            <a:r>
              <a:rPr lang="en-HK" altLang="zh-CN" sz="1400" b="0" i="0" dirty="0" err="1">
                <a:solidFill>
                  <a:srgbClr val="5C5C5C"/>
                </a:solidFill>
                <a:effectLst/>
                <a:latin typeface="Consolas" panose="020B0609020204030204" pitchFamily="49" charset="0"/>
              </a:rPr>
              <a:t>pthread_cond_init</a:t>
            </a:r>
            <a:r>
              <a:rPr lang="en-HK" altLang="zh-CN" sz="1400" b="0" i="0" dirty="0">
                <a:solidFill>
                  <a:srgbClr val="5C5C5C"/>
                </a:solidFill>
                <a:effectLst/>
                <a:latin typeface="Consolas" panose="020B0609020204030204" pitchFamily="49" charset="0"/>
              </a:rPr>
              <a:t>(&amp;</a:t>
            </a:r>
            <a:r>
              <a:rPr lang="en-HK" altLang="zh-CN" sz="1400" b="0" i="0" dirty="0" err="1">
                <a:solidFill>
                  <a:srgbClr val="5C5C5C"/>
                </a:solidFill>
                <a:effectLst/>
                <a:latin typeface="Consolas" panose="020B0609020204030204" pitchFamily="49" charset="0"/>
              </a:rPr>
              <a:t>cond_vars</a:t>
            </a:r>
            <a:r>
              <a:rPr lang="en-HK" altLang="zh-CN" sz="1400" b="0" i="0" dirty="0">
                <a:solidFill>
                  <a:srgbClr val="5C5C5C"/>
                </a:solidFill>
                <a:effectLst/>
                <a:latin typeface="Consolas" panose="020B0609020204030204" pitchFamily="49" charset="0"/>
              </a:rPr>
              <a:t>[</a:t>
            </a:r>
            <a:r>
              <a:rPr lang="en-HK" altLang="zh-CN" sz="1400" b="0" i="0" dirty="0" err="1">
                <a:solidFill>
                  <a:srgbClr val="5C5C5C"/>
                </a:solidFill>
                <a:effectLst/>
                <a:latin typeface="Consolas" panose="020B0609020204030204" pitchFamily="49" charset="0"/>
              </a:rPr>
              <a:t>i</a:t>
            </a:r>
            <a:r>
              <a:rPr lang="en-HK" altLang="zh-CN" sz="1400" b="0" i="0" dirty="0">
                <a:solidFill>
                  <a:srgbClr val="5C5C5C"/>
                </a:solidFill>
                <a:effectLst/>
                <a:latin typeface="Consolas" panose="020B0609020204030204" pitchFamily="49" charset="0"/>
              </a:rPr>
              <a:t>], </a:t>
            </a:r>
            <a:r>
              <a:rPr lang="en-HK" altLang="zh-CN" sz="1400" b="0" i="0" dirty="0">
                <a:solidFill>
                  <a:srgbClr val="0184BB"/>
                </a:solidFill>
                <a:effectLst/>
                <a:latin typeface="Consolas" panose="020B0609020204030204" pitchFamily="49" charset="0"/>
              </a:rPr>
              <a:t>NULL</a:t>
            </a:r>
            <a:r>
              <a:rPr lang="en-HK" altLang="zh-CN" sz="1400" b="0" i="0" dirty="0">
                <a:solidFill>
                  <a:srgbClr val="5C5C5C"/>
                </a:solidFill>
                <a:effectLst/>
                <a:latin typeface="Consolas" panose="020B0609020204030204" pitchFamily="49" charset="0"/>
              </a:rPr>
              <a:t>);</a:t>
            </a:r>
          </a:p>
          <a:p>
            <a:pPr algn="l"/>
            <a:r>
              <a:rPr lang="en-HK" altLang="zh-CN" sz="1400" b="0" i="0" dirty="0">
                <a:solidFill>
                  <a:srgbClr val="5C5C5C"/>
                </a:solidFill>
                <a:effectLst/>
                <a:latin typeface="Consolas" panose="020B0609020204030204" pitchFamily="49" charset="0"/>
              </a:rPr>
              <a:t>        ids[</a:t>
            </a:r>
            <a:r>
              <a:rPr lang="en-HK" altLang="zh-CN" sz="1400" b="0" i="0" dirty="0" err="1">
                <a:solidFill>
                  <a:srgbClr val="5C5C5C"/>
                </a:solidFill>
                <a:effectLst/>
                <a:latin typeface="Consolas" panose="020B0609020204030204" pitchFamily="49" charset="0"/>
              </a:rPr>
              <a:t>i</a:t>
            </a:r>
            <a:r>
              <a:rPr lang="en-HK" altLang="zh-CN" sz="1400" b="0" i="0" dirty="0">
                <a:solidFill>
                  <a:srgbClr val="5C5C5C"/>
                </a:solidFill>
                <a:effectLst/>
                <a:latin typeface="Consolas" panose="020B0609020204030204" pitchFamily="49" charset="0"/>
              </a:rPr>
              <a:t>] = </a:t>
            </a:r>
            <a:r>
              <a:rPr lang="en-HK" altLang="zh-CN" sz="1400" b="0" i="0" dirty="0" err="1">
                <a:solidFill>
                  <a:srgbClr val="5C5C5C"/>
                </a:solidFill>
                <a:effectLst/>
                <a:latin typeface="Consolas" panose="020B0609020204030204" pitchFamily="49" charset="0"/>
              </a:rPr>
              <a:t>i</a:t>
            </a:r>
            <a:r>
              <a:rPr lang="en-HK" altLang="zh-CN" sz="1400" b="0" i="0" dirty="0">
                <a:solidFill>
                  <a:srgbClr val="5C5C5C"/>
                </a:solidFill>
                <a:effectLst/>
                <a:latin typeface="Consolas" panose="020B0609020204030204" pitchFamily="49" charset="0"/>
              </a:rPr>
              <a:t>;</a:t>
            </a:r>
          </a:p>
          <a:p>
            <a:pPr algn="l"/>
            <a:r>
              <a:rPr lang="en-HK" altLang="zh-CN" sz="1400" b="0" i="0" dirty="0">
                <a:solidFill>
                  <a:srgbClr val="5C5C5C"/>
                </a:solidFill>
                <a:effectLst/>
                <a:latin typeface="Consolas" panose="020B0609020204030204" pitchFamily="49" charset="0"/>
              </a:rPr>
              <a:t>        </a:t>
            </a:r>
            <a:r>
              <a:rPr lang="en-HK" altLang="zh-CN" sz="1400" b="0" i="0" dirty="0" err="1">
                <a:solidFill>
                  <a:srgbClr val="5C5C5C"/>
                </a:solidFill>
                <a:effectLst/>
                <a:latin typeface="Consolas" panose="020B0609020204030204" pitchFamily="49" charset="0"/>
              </a:rPr>
              <a:t>pthread_create</a:t>
            </a:r>
            <a:r>
              <a:rPr lang="en-HK" altLang="zh-CN" sz="1400" b="0" i="0" dirty="0">
                <a:solidFill>
                  <a:srgbClr val="5C5C5C"/>
                </a:solidFill>
                <a:effectLst/>
                <a:latin typeface="Consolas" panose="020B0609020204030204" pitchFamily="49" charset="0"/>
              </a:rPr>
              <a:t>(&amp;philosophers[</a:t>
            </a:r>
            <a:r>
              <a:rPr lang="en-HK" altLang="zh-CN" sz="1400" b="0" i="0" dirty="0" err="1">
                <a:solidFill>
                  <a:srgbClr val="5C5C5C"/>
                </a:solidFill>
                <a:effectLst/>
                <a:latin typeface="Consolas" panose="020B0609020204030204" pitchFamily="49" charset="0"/>
              </a:rPr>
              <a:t>i</a:t>
            </a:r>
            <a:r>
              <a:rPr lang="en-HK" altLang="zh-CN" sz="1400" b="0" i="0" dirty="0">
                <a:solidFill>
                  <a:srgbClr val="5C5C5C"/>
                </a:solidFill>
                <a:effectLst/>
                <a:latin typeface="Consolas" panose="020B0609020204030204" pitchFamily="49" charset="0"/>
              </a:rPr>
              <a:t>], </a:t>
            </a:r>
            <a:r>
              <a:rPr lang="en-HK" altLang="zh-CN" sz="1400" b="0" i="0" dirty="0">
                <a:solidFill>
                  <a:srgbClr val="0184BB"/>
                </a:solidFill>
                <a:effectLst/>
                <a:latin typeface="Consolas" panose="020B0609020204030204" pitchFamily="49" charset="0"/>
              </a:rPr>
              <a:t>NULL</a:t>
            </a:r>
            <a:r>
              <a:rPr lang="en-HK" altLang="zh-CN" sz="1400" b="0" i="0" dirty="0">
                <a:solidFill>
                  <a:srgbClr val="5C5C5C"/>
                </a:solidFill>
                <a:effectLst/>
                <a:latin typeface="Consolas" panose="020B0609020204030204" pitchFamily="49" charset="0"/>
              </a:rPr>
              <a:t>, philosopher, &amp;ids[</a:t>
            </a:r>
            <a:r>
              <a:rPr lang="en-HK" altLang="zh-CN" sz="1400" b="0" i="0" dirty="0" err="1">
                <a:solidFill>
                  <a:srgbClr val="5C5C5C"/>
                </a:solidFill>
                <a:effectLst/>
                <a:latin typeface="Consolas" panose="020B0609020204030204" pitchFamily="49" charset="0"/>
              </a:rPr>
              <a:t>i</a:t>
            </a:r>
            <a:r>
              <a:rPr lang="en-HK" altLang="zh-CN" sz="1400" b="0" i="0" dirty="0">
                <a:solidFill>
                  <a:srgbClr val="5C5C5C"/>
                </a:solidFill>
                <a:effectLst/>
                <a:latin typeface="Consolas" panose="020B0609020204030204" pitchFamily="49" charset="0"/>
              </a:rPr>
              <a:t>]);</a:t>
            </a:r>
          </a:p>
          <a:p>
            <a:pPr algn="l"/>
            <a:r>
              <a:rPr lang="en-HK" altLang="zh-CN" sz="1400" b="0" i="0" dirty="0">
                <a:solidFill>
                  <a:srgbClr val="5C5C5C"/>
                </a:solidFill>
                <a:effectLst/>
                <a:latin typeface="Consolas" panose="020B0609020204030204" pitchFamily="49" charset="0"/>
              </a:rPr>
              <a:t>    }</a:t>
            </a:r>
          </a:p>
          <a:p>
            <a:pPr algn="l"/>
            <a:r>
              <a:rPr lang="en-HK" altLang="zh-CN" sz="1400" b="0" i="0" dirty="0">
                <a:solidFill>
                  <a:srgbClr val="5C5C5C"/>
                </a:solidFill>
                <a:effectLst/>
                <a:latin typeface="Consolas" panose="020B0609020204030204" pitchFamily="49" charset="0"/>
              </a:rPr>
              <a:t>    </a:t>
            </a:r>
            <a:r>
              <a:rPr lang="en-HK" altLang="zh-CN" sz="1400" b="0" i="0" dirty="0">
                <a:solidFill>
                  <a:srgbClr val="A626A4"/>
                </a:solidFill>
                <a:effectLst/>
                <a:latin typeface="Consolas" panose="020B0609020204030204" pitchFamily="49" charset="0"/>
              </a:rPr>
              <a:t>for</a:t>
            </a:r>
            <a:r>
              <a:rPr lang="en-HK" altLang="zh-CN" sz="1400" b="0" i="0" dirty="0">
                <a:solidFill>
                  <a:srgbClr val="5C5C5C"/>
                </a:solidFill>
                <a:effectLst/>
                <a:latin typeface="Consolas" panose="020B0609020204030204" pitchFamily="49" charset="0"/>
              </a:rPr>
              <a:t> (</a:t>
            </a:r>
            <a:r>
              <a:rPr lang="en-HK" altLang="zh-CN" sz="1400" b="0" i="0" dirty="0">
                <a:solidFill>
                  <a:srgbClr val="A626A4"/>
                </a:solidFill>
                <a:effectLst/>
                <a:latin typeface="Consolas" panose="020B0609020204030204" pitchFamily="49" charset="0"/>
              </a:rPr>
              <a:t>int</a:t>
            </a:r>
            <a:r>
              <a:rPr lang="en-HK" altLang="zh-CN" sz="1400" b="0" i="0" dirty="0">
                <a:solidFill>
                  <a:srgbClr val="5C5C5C"/>
                </a:solidFill>
                <a:effectLst/>
                <a:latin typeface="Consolas" panose="020B0609020204030204" pitchFamily="49" charset="0"/>
              </a:rPr>
              <a:t> </a:t>
            </a:r>
            <a:r>
              <a:rPr lang="en-HK" altLang="zh-CN" sz="1400" b="0" i="0" dirty="0" err="1">
                <a:solidFill>
                  <a:srgbClr val="5C5C5C"/>
                </a:solidFill>
                <a:effectLst/>
                <a:latin typeface="Consolas" panose="020B0609020204030204" pitchFamily="49" charset="0"/>
              </a:rPr>
              <a:t>i</a:t>
            </a:r>
            <a:r>
              <a:rPr lang="en-HK" altLang="zh-CN" sz="1400" b="0" i="0" dirty="0">
                <a:solidFill>
                  <a:srgbClr val="5C5C5C"/>
                </a:solidFill>
                <a:effectLst/>
                <a:latin typeface="Consolas" panose="020B0609020204030204" pitchFamily="49" charset="0"/>
              </a:rPr>
              <a:t> = </a:t>
            </a:r>
            <a:r>
              <a:rPr lang="en-HK" altLang="zh-CN" sz="1400" b="0" i="0" dirty="0">
                <a:solidFill>
                  <a:srgbClr val="986801"/>
                </a:solidFill>
                <a:effectLst/>
                <a:latin typeface="Consolas" panose="020B0609020204030204" pitchFamily="49" charset="0"/>
              </a:rPr>
              <a:t>0</a:t>
            </a:r>
            <a:r>
              <a:rPr lang="en-HK" altLang="zh-CN" sz="1400" b="0" i="0" dirty="0">
                <a:solidFill>
                  <a:srgbClr val="5C5C5C"/>
                </a:solidFill>
                <a:effectLst/>
                <a:latin typeface="Consolas" panose="020B0609020204030204" pitchFamily="49" charset="0"/>
              </a:rPr>
              <a:t>; </a:t>
            </a:r>
            <a:r>
              <a:rPr lang="en-HK" altLang="zh-CN" sz="1400" b="0" i="0" dirty="0" err="1">
                <a:solidFill>
                  <a:srgbClr val="5C5C5C"/>
                </a:solidFill>
                <a:effectLst/>
                <a:latin typeface="Consolas" panose="020B0609020204030204" pitchFamily="49" charset="0"/>
              </a:rPr>
              <a:t>i</a:t>
            </a:r>
            <a:r>
              <a:rPr lang="en-HK" altLang="zh-CN" sz="1400" b="0" i="0" dirty="0">
                <a:solidFill>
                  <a:srgbClr val="5C5C5C"/>
                </a:solidFill>
                <a:effectLst/>
                <a:latin typeface="Consolas" panose="020B0609020204030204" pitchFamily="49" charset="0"/>
              </a:rPr>
              <a:t> &lt; NUM_PHILOSOPHERS; </a:t>
            </a:r>
            <a:r>
              <a:rPr lang="en-HK" altLang="zh-CN" sz="1400" b="0" i="0" dirty="0" err="1">
                <a:solidFill>
                  <a:srgbClr val="5C5C5C"/>
                </a:solidFill>
                <a:effectLst/>
                <a:latin typeface="Consolas" panose="020B0609020204030204" pitchFamily="49" charset="0"/>
              </a:rPr>
              <a:t>i</a:t>
            </a:r>
            <a:r>
              <a:rPr lang="en-HK" altLang="zh-CN" sz="1400" b="0" i="0" dirty="0">
                <a:solidFill>
                  <a:srgbClr val="5C5C5C"/>
                </a:solidFill>
                <a:effectLst/>
                <a:latin typeface="Consolas" panose="020B0609020204030204" pitchFamily="49" charset="0"/>
              </a:rPr>
              <a:t>++) {</a:t>
            </a:r>
          </a:p>
          <a:p>
            <a:pPr algn="l"/>
            <a:r>
              <a:rPr lang="en-HK" altLang="zh-CN" sz="1400" b="0" i="0" dirty="0">
                <a:solidFill>
                  <a:srgbClr val="5C5C5C"/>
                </a:solidFill>
                <a:effectLst/>
                <a:latin typeface="Consolas" panose="020B0609020204030204" pitchFamily="49" charset="0"/>
              </a:rPr>
              <a:t>        </a:t>
            </a:r>
            <a:r>
              <a:rPr lang="en-HK" altLang="zh-CN" sz="1400" b="0" i="0" dirty="0" err="1">
                <a:solidFill>
                  <a:srgbClr val="5C5C5C"/>
                </a:solidFill>
                <a:effectLst/>
                <a:latin typeface="Consolas" panose="020B0609020204030204" pitchFamily="49" charset="0"/>
              </a:rPr>
              <a:t>pthread_join</a:t>
            </a:r>
            <a:r>
              <a:rPr lang="en-HK" altLang="zh-CN" sz="1400" b="0" i="0" dirty="0">
                <a:solidFill>
                  <a:srgbClr val="5C5C5C"/>
                </a:solidFill>
                <a:effectLst/>
                <a:latin typeface="Consolas" panose="020B0609020204030204" pitchFamily="49" charset="0"/>
              </a:rPr>
              <a:t>(philosophers[</a:t>
            </a:r>
            <a:r>
              <a:rPr lang="en-HK" altLang="zh-CN" sz="1400" b="0" i="0" dirty="0" err="1">
                <a:solidFill>
                  <a:srgbClr val="5C5C5C"/>
                </a:solidFill>
                <a:effectLst/>
                <a:latin typeface="Consolas" panose="020B0609020204030204" pitchFamily="49" charset="0"/>
              </a:rPr>
              <a:t>i</a:t>
            </a:r>
            <a:r>
              <a:rPr lang="en-HK" altLang="zh-CN" sz="1400" b="0" i="0" dirty="0">
                <a:solidFill>
                  <a:srgbClr val="5C5C5C"/>
                </a:solidFill>
                <a:effectLst/>
                <a:latin typeface="Consolas" panose="020B0609020204030204" pitchFamily="49" charset="0"/>
              </a:rPr>
              <a:t>], </a:t>
            </a:r>
            <a:r>
              <a:rPr lang="en-HK" altLang="zh-CN" sz="1400" b="0" i="0" dirty="0">
                <a:solidFill>
                  <a:srgbClr val="0184BB"/>
                </a:solidFill>
                <a:effectLst/>
                <a:latin typeface="Consolas" panose="020B0609020204030204" pitchFamily="49" charset="0"/>
              </a:rPr>
              <a:t>NULL</a:t>
            </a:r>
            <a:r>
              <a:rPr lang="en-HK" altLang="zh-CN" sz="1400" b="0" i="0" dirty="0">
                <a:solidFill>
                  <a:srgbClr val="5C5C5C"/>
                </a:solidFill>
                <a:effectLst/>
                <a:latin typeface="Consolas" panose="020B0609020204030204" pitchFamily="49" charset="0"/>
              </a:rPr>
              <a:t>);</a:t>
            </a:r>
          </a:p>
          <a:p>
            <a:pPr algn="l"/>
            <a:r>
              <a:rPr lang="en-HK" altLang="zh-CN" sz="1400" b="0" i="0" dirty="0">
                <a:solidFill>
                  <a:srgbClr val="5C5C5C"/>
                </a:solidFill>
                <a:effectLst/>
                <a:latin typeface="Consolas" panose="020B0609020204030204" pitchFamily="49" charset="0"/>
              </a:rPr>
              <a:t>    }</a:t>
            </a:r>
          </a:p>
          <a:p>
            <a:pPr algn="l"/>
            <a:r>
              <a:rPr lang="en-HK" altLang="zh-CN" sz="1400" b="0" i="0" dirty="0">
                <a:solidFill>
                  <a:srgbClr val="5C5C5C"/>
                </a:solidFill>
                <a:effectLst/>
                <a:latin typeface="Consolas" panose="020B0609020204030204" pitchFamily="49" charset="0"/>
              </a:rPr>
              <a:t>    </a:t>
            </a:r>
            <a:r>
              <a:rPr lang="en-HK" altLang="zh-CN" sz="1400" b="0" i="0" dirty="0">
                <a:solidFill>
                  <a:srgbClr val="A626A4"/>
                </a:solidFill>
                <a:effectLst/>
                <a:latin typeface="Consolas" panose="020B0609020204030204" pitchFamily="49" charset="0"/>
              </a:rPr>
              <a:t>for</a:t>
            </a:r>
            <a:r>
              <a:rPr lang="en-HK" altLang="zh-CN" sz="1400" b="0" i="0" dirty="0">
                <a:solidFill>
                  <a:srgbClr val="5C5C5C"/>
                </a:solidFill>
                <a:effectLst/>
                <a:latin typeface="Consolas" panose="020B0609020204030204" pitchFamily="49" charset="0"/>
              </a:rPr>
              <a:t> (</a:t>
            </a:r>
            <a:r>
              <a:rPr lang="en-HK" altLang="zh-CN" sz="1400" b="0" i="0" dirty="0">
                <a:solidFill>
                  <a:srgbClr val="A626A4"/>
                </a:solidFill>
                <a:effectLst/>
                <a:latin typeface="Consolas" panose="020B0609020204030204" pitchFamily="49" charset="0"/>
              </a:rPr>
              <a:t>int</a:t>
            </a:r>
            <a:r>
              <a:rPr lang="en-HK" altLang="zh-CN" sz="1400" b="0" i="0" dirty="0">
                <a:solidFill>
                  <a:srgbClr val="5C5C5C"/>
                </a:solidFill>
                <a:effectLst/>
                <a:latin typeface="Consolas" panose="020B0609020204030204" pitchFamily="49" charset="0"/>
              </a:rPr>
              <a:t> </a:t>
            </a:r>
            <a:r>
              <a:rPr lang="en-HK" altLang="zh-CN" sz="1400" b="0" i="0" dirty="0" err="1">
                <a:solidFill>
                  <a:srgbClr val="5C5C5C"/>
                </a:solidFill>
                <a:effectLst/>
                <a:latin typeface="Consolas" panose="020B0609020204030204" pitchFamily="49" charset="0"/>
              </a:rPr>
              <a:t>i</a:t>
            </a:r>
            <a:r>
              <a:rPr lang="en-HK" altLang="zh-CN" sz="1400" b="0" i="0" dirty="0">
                <a:solidFill>
                  <a:srgbClr val="5C5C5C"/>
                </a:solidFill>
                <a:effectLst/>
                <a:latin typeface="Consolas" panose="020B0609020204030204" pitchFamily="49" charset="0"/>
              </a:rPr>
              <a:t> = </a:t>
            </a:r>
            <a:r>
              <a:rPr lang="en-HK" altLang="zh-CN" sz="1400" b="0" i="0" dirty="0">
                <a:solidFill>
                  <a:srgbClr val="986801"/>
                </a:solidFill>
                <a:effectLst/>
                <a:latin typeface="Consolas" panose="020B0609020204030204" pitchFamily="49" charset="0"/>
              </a:rPr>
              <a:t>0</a:t>
            </a:r>
            <a:r>
              <a:rPr lang="en-HK" altLang="zh-CN" sz="1400" b="0" i="0" dirty="0">
                <a:solidFill>
                  <a:srgbClr val="5C5C5C"/>
                </a:solidFill>
                <a:effectLst/>
                <a:latin typeface="Consolas" panose="020B0609020204030204" pitchFamily="49" charset="0"/>
              </a:rPr>
              <a:t>; </a:t>
            </a:r>
            <a:r>
              <a:rPr lang="en-HK" altLang="zh-CN" sz="1400" b="0" i="0" dirty="0" err="1">
                <a:solidFill>
                  <a:srgbClr val="5C5C5C"/>
                </a:solidFill>
                <a:effectLst/>
                <a:latin typeface="Consolas" panose="020B0609020204030204" pitchFamily="49" charset="0"/>
              </a:rPr>
              <a:t>i</a:t>
            </a:r>
            <a:r>
              <a:rPr lang="en-HK" altLang="zh-CN" sz="1400" b="0" i="0" dirty="0">
                <a:solidFill>
                  <a:srgbClr val="5C5C5C"/>
                </a:solidFill>
                <a:effectLst/>
                <a:latin typeface="Consolas" panose="020B0609020204030204" pitchFamily="49" charset="0"/>
              </a:rPr>
              <a:t> &lt; NUM_PHILOSOPHERS; </a:t>
            </a:r>
            <a:r>
              <a:rPr lang="en-HK" altLang="zh-CN" sz="1400" b="0" i="0" dirty="0" err="1">
                <a:solidFill>
                  <a:srgbClr val="5C5C5C"/>
                </a:solidFill>
                <a:effectLst/>
                <a:latin typeface="Consolas" panose="020B0609020204030204" pitchFamily="49" charset="0"/>
              </a:rPr>
              <a:t>i</a:t>
            </a:r>
            <a:r>
              <a:rPr lang="en-HK" altLang="zh-CN" sz="1400" b="0" i="0" dirty="0">
                <a:solidFill>
                  <a:srgbClr val="5C5C5C"/>
                </a:solidFill>
                <a:effectLst/>
                <a:latin typeface="Consolas" panose="020B0609020204030204" pitchFamily="49" charset="0"/>
              </a:rPr>
              <a:t>++) {</a:t>
            </a:r>
          </a:p>
          <a:p>
            <a:pPr algn="l"/>
            <a:r>
              <a:rPr lang="en-HK" altLang="zh-CN" sz="1400" b="0" i="0" dirty="0">
                <a:solidFill>
                  <a:srgbClr val="5C5C5C"/>
                </a:solidFill>
                <a:effectLst/>
                <a:latin typeface="Consolas" panose="020B0609020204030204" pitchFamily="49" charset="0"/>
              </a:rPr>
              <a:t>        </a:t>
            </a:r>
            <a:r>
              <a:rPr lang="en-HK" altLang="zh-CN" sz="1400" b="0" i="0" dirty="0" err="1">
                <a:solidFill>
                  <a:srgbClr val="5C5C5C"/>
                </a:solidFill>
                <a:effectLst/>
                <a:latin typeface="Consolas" panose="020B0609020204030204" pitchFamily="49" charset="0"/>
              </a:rPr>
              <a:t>pthread_cond_destroy</a:t>
            </a:r>
            <a:r>
              <a:rPr lang="en-HK" altLang="zh-CN" sz="1400" b="0" i="0" dirty="0">
                <a:solidFill>
                  <a:srgbClr val="5C5C5C"/>
                </a:solidFill>
                <a:effectLst/>
                <a:latin typeface="Consolas" panose="020B0609020204030204" pitchFamily="49" charset="0"/>
              </a:rPr>
              <a:t>(&amp;</a:t>
            </a:r>
            <a:r>
              <a:rPr lang="en-HK" altLang="zh-CN" sz="1400" b="0" i="0" dirty="0" err="1">
                <a:solidFill>
                  <a:srgbClr val="5C5C5C"/>
                </a:solidFill>
                <a:effectLst/>
                <a:latin typeface="Consolas" panose="020B0609020204030204" pitchFamily="49" charset="0"/>
              </a:rPr>
              <a:t>cond_vars</a:t>
            </a:r>
            <a:r>
              <a:rPr lang="en-HK" altLang="zh-CN" sz="1400" b="0" i="0" dirty="0">
                <a:solidFill>
                  <a:srgbClr val="5C5C5C"/>
                </a:solidFill>
                <a:effectLst/>
                <a:latin typeface="Consolas" panose="020B0609020204030204" pitchFamily="49" charset="0"/>
              </a:rPr>
              <a:t>[</a:t>
            </a:r>
            <a:r>
              <a:rPr lang="en-HK" altLang="zh-CN" sz="1400" b="0" i="0" dirty="0" err="1">
                <a:solidFill>
                  <a:srgbClr val="5C5C5C"/>
                </a:solidFill>
                <a:effectLst/>
                <a:latin typeface="Consolas" panose="020B0609020204030204" pitchFamily="49" charset="0"/>
              </a:rPr>
              <a:t>i</a:t>
            </a:r>
            <a:r>
              <a:rPr lang="en-HK" altLang="zh-CN" sz="1400" b="0" i="0" dirty="0">
                <a:solidFill>
                  <a:srgbClr val="5C5C5C"/>
                </a:solidFill>
                <a:effectLst/>
                <a:latin typeface="Consolas" panose="020B0609020204030204" pitchFamily="49" charset="0"/>
              </a:rPr>
              <a:t>]);</a:t>
            </a:r>
          </a:p>
          <a:p>
            <a:pPr algn="l"/>
            <a:r>
              <a:rPr lang="en-HK" altLang="zh-CN" sz="1400" b="0" i="0" dirty="0">
                <a:solidFill>
                  <a:srgbClr val="5C5C5C"/>
                </a:solidFill>
                <a:effectLst/>
                <a:latin typeface="Consolas" panose="020B0609020204030204" pitchFamily="49" charset="0"/>
              </a:rPr>
              <a:t>    }</a:t>
            </a:r>
          </a:p>
          <a:p>
            <a:pPr algn="l"/>
            <a:r>
              <a:rPr lang="en-HK" altLang="zh-CN" sz="1400" b="0" i="0" dirty="0">
                <a:solidFill>
                  <a:srgbClr val="5C5C5C"/>
                </a:solidFill>
                <a:effectLst/>
                <a:latin typeface="Consolas" panose="020B0609020204030204" pitchFamily="49" charset="0"/>
              </a:rPr>
              <a:t>    </a:t>
            </a:r>
            <a:r>
              <a:rPr lang="en-HK" altLang="zh-CN" sz="1400" b="0" i="0" dirty="0">
                <a:solidFill>
                  <a:srgbClr val="A626A4"/>
                </a:solidFill>
                <a:effectLst/>
                <a:latin typeface="Consolas" panose="020B0609020204030204" pitchFamily="49" charset="0"/>
              </a:rPr>
              <a:t>return</a:t>
            </a:r>
            <a:r>
              <a:rPr lang="en-HK" altLang="zh-CN" sz="1400" b="0" i="0" dirty="0">
                <a:solidFill>
                  <a:srgbClr val="5C5C5C"/>
                </a:solidFill>
                <a:effectLst/>
                <a:latin typeface="Consolas" panose="020B0609020204030204" pitchFamily="49" charset="0"/>
              </a:rPr>
              <a:t> </a:t>
            </a:r>
            <a:r>
              <a:rPr lang="en-HK" altLang="zh-CN" sz="1400" b="0" i="0" dirty="0">
                <a:solidFill>
                  <a:srgbClr val="986801"/>
                </a:solidFill>
                <a:effectLst/>
                <a:latin typeface="Consolas" panose="020B0609020204030204" pitchFamily="49" charset="0"/>
              </a:rPr>
              <a:t>0</a:t>
            </a:r>
            <a:r>
              <a:rPr lang="en-HK" altLang="zh-CN" sz="1400" b="0" i="0" dirty="0">
                <a:solidFill>
                  <a:srgbClr val="5C5C5C"/>
                </a:solidFill>
                <a:effectLst/>
                <a:latin typeface="Consolas" panose="020B0609020204030204" pitchFamily="49" charset="0"/>
              </a:rPr>
              <a:t>;</a:t>
            </a:r>
          </a:p>
          <a:p>
            <a:pPr algn="l"/>
            <a:r>
              <a:rPr lang="en-HK" altLang="zh-CN" sz="1400" b="0" i="0" dirty="0">
                <a:solidFill>
                  <a:srgbClr val="5C5C5C"/>
                </a:solidFill>
                <a:effectLst/>
                <a:latin typeface="Consolas" panose="020B0609020204030204" pitchFamily="49" charset="0"/>
              </a:rPr>
              <a:t>}</a:t>
            </a:r>
          </a:p>
        </p:txBody>
      </p:sp>
      <p:sp>
        <p:nvSpPr>
          <p:cNvPr id="23" name="Slide Number Placeholder 3">
            <a:extLst>
              <a:ext uri="{FF2B5EF4-FFF2-40B4-BE49-F238E27FC236}">
                <a16:creationId xmlns:a16="http://schemas.microsoft.com/office/drawing/2014/main" id="{68B40315-921F-F5C0-BEF1-A218B56ECC14}"/>
              </a:ext>
            </a:extLst>
          </p:cNvPr>
          <p:cNvSpPr txBox="1">
            <a:spLocks/>
          </p:cNvSpPr>
          <p:nvPr/>
        </p:nvSpPr>
        <p:spPr>
          <a:xfrm>
            <a:off x="11896196" y="6553200"/>
            <a:ext cx="102657" cy="379591"/>
          </a:xfrm>
          <a:prstGeom prst="rect">
            <a:avLst/>
          </a:prstGeom>
          <a:ln w="12700">
            <a:miter lim="400000"/>
          </a:ln>
        </p:spPr>
        <p:txBody>
          <a:bodyPr wrap="none" lIns="50800" tIns="50800" rIns="50800" bIns="50800">
            <a:spAutoFit/>
          </a:bodyPr>
          <a:lstStyle>
            <a:defPPr>
              <a:defRPr lang="en-US"/>
            </a:defPPr>
            <a:lvl1pPr marL="0" algn="l" defTabSz="412750" rtl="0" eaLnBrk="1" latinLnBrk="0" hangingPunct="1">
              <a:defRPr sz="1800" kern="1200">
                <a:solidFill>
                  <a:srgbClr val="800080"/>
                </a:solidFill>
                <a:latin typeface="Gill Sans MT" panose="020B0502020104020203" pitchFamily="34" charset="0"/>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algn="ctr" hangingPunct="0">
              <a:defRPr/>
            </a:pPr>
            <a:endParaRPr lang="en-US" kern="0" dirty="0">
              <a:cs typeface="Helvetica"/>
              <a:sym typeface="Helvetica"/>
            </a:endParaRPr>
          </a:p>
        </p:txBody>
      </p:sp>
    </p:spTree>
    <p:extLst>
      <p:ext uri="{BB962C8B-B14F-4D97-AF65-F5344CB8AC3E}">
        <p14:creationId xmlns:p14="http://schemas.microsoft.com/office/powerpoint/2010/main" val="2131429469"/>
      </p:ext>
    </p:extLst>
  </p:cSld>
  <p:clrMapOvr>
    <a:masterClrMapping/>
  </p:clrMapOvr>
  <p:transition spd="med"/>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2715A2E-656D-EC5D-FDE7-230488526EFC}"/>
              </a:ext>
            </a:extLst>
          </p:cNvPr>
          <p:cNvSpPr>
            <a:spLocks noGrp="1"/>
          </p:cNvSpPr>
          <p:nvPr>
            <p:ph type="title"/>
          </p:nvPr>
        </p:nvSpPr>
        <p:spPr/>
        <p:txBody>
          <a:bodyPr/>
          <a:lstStyle/>
          <a:p>
            <a:r>
              <a:rPr lang="en-US" dirty="0"/>
              <a:t>General Hints for Using Condition Variables</a:t>
            </a:r>
          </a:p>
        </p:txBody>
      </p:sp>
      <p:sp>
        <p:nvSpPr>
          <p:cNvPr id="4" name="Slide Number Placeholder 3">
            <a:extLst>
              <a:ext uri="{FF2B5EF4-FFF2-40B4-BE49-F238E27FC236}">
                <a16:creationId xmlns:a16="http://schemas.microsoft.com/office/drawing/2014/main" id="{C903FAE4-3A59-50C4-1BA6-A9AEC61D52CB}"/>
              </a:ext>
            </a:extLst>
          </p:cNvPr>
          <p:cNvSpPr>
            <a:spLocks noGrp="1"/>
          </p:cNvSpPr>
          <p:nvPr>
            <p:ph type="sldNum" sz="quarter" idx="2"/>
          </p:nvPr>
        </p:nvSpPr>
        <p:spPr>
          <a:xfrm>
            <a:off x="11686121" y="6400800"/>
            <a:ext cx="218008" cy="379591"/>
          </a:xfrm>
        </p:spPr>
        <p:txBody>
          <a:bodyPr/>
          <a:lstStyle/>
          <a:p>
            <a:pPr marL="0" marR="0" lvl="0" indent="0" algn="ctr" defTabSz="412750" rtl="0" eaLnBrk="1" fontAlgn="auto" latinLnBrk="0" hangingPunct="0">
              <a:lnSpc>
                <a:spcPct val="100000"/>
              </a:lnSpc>
              <a:spcBef>
                <a:spcPts val="0"/>
              </a:spcBef>
              <a:spcAft>
                <a:spcPts val="0"/>
              </a:spcAft>
              <a:buClrTx/>
              <a:buSzTx/>
              <a:buFontTx/>
              <a:buNone/>
              <a:tabLst/>
              <a:defRPr/>
            </a:pPr>
            <a:fld id="{86CB4B4D-7CA3-9044-876B-883B54F8677D}" type="slidenum">
              <a:rPr kumimoji="0" lang="en-US" sz="1800" b="0" i="0" u="none" strike="noStrike" kern="0" cap="none" spc="0" normalizeH="0" baseline="0" noProof="0">
                <a:ln>
                  <a:noFill/>
                </a:ln>
                <a:solidFill>
                  <a:srgbClr val="800080"/>
                </a:solidFill>
                <a:effectLst/>
                <a:uLnTx/>
                <a:uFillTx/>
                <a:latin typeface="Gill Sans MT" panose="020B0502020104020203" pitchFamily="34" charset="0"/>
                <a:cs typeface="Helvetica"/>
                <a:sym typeface="Helvetica"/>
              </a:rPr>
              <a:pPr marL="0" marR="0" lvl="0" indent="0" algn="ctr" defTabSz="412750" rtl="0" eaLnBrk="1" fontAlgn="auto" latinLnBrk="0" hangingPunct="0">
                <a:lnSpc>
                  <a:spcPct val="100000"/>
                </a:lnSpc>
                <a:spcBef>
                  <a:spcPts val="0"/>
                </a:spcBef>
                <a:spcAft>
                  <a:spcPts val="0"/>
                </a:spcAft>
                <a:buClrTx/>
                <a:buSzTx/>
                <a:buFontTx/>
                <a:buNone/>
                <a:tabLst/>
                <a:defRPr/>
              </a:pPr>
              <a:t>19</a:t>
            </a:fld>
            <a:endParaRPr kumimoji="0" lang="en-US" sz="1800" b="0" i="0" u="none" strike="noStrike" kern="0" cap="none" spc="0" normalizeH="0" baseline="0" noProof="0" dirty="0">
              <a:ln>
                <a:noFill/>
              </a:ln>
              <a:solidFill>
                <a:srgbClr val="800080"/>
              </a:solidFill>
              <a:effectLst/>
              <a:uLnTx/>
              <a:uFillTx/>
              <a:latin typeface="Gill Sans MT" panose="020B0502020104020203" pitchFamily="34" charset="0"/>
              <a:cs typeface="Helvetica"/>
              <a:sym typeface="Helvetica"/>
            </a:endParaRPr>
          </a:p>
        </p:txBody>
      </p:sp>
      <p:sp>
        <p:nvSpPr>
          <p:cNvPr id="3" name="Text Placeholder 2">
            <a:extLst>
              <a:ext uri="{FF2B5EF4-FFF2-40B4-BE49-F238E27FC236}">
                <a16:creationId xmlns:a16="http://schemas.microsoft.com/office/drawing/2014/main" id="{4F9DF121-5295-B8EB-2410-E170AB4E45F1}"/>
              </a:ext>
            </a:extLst>
          </p:cNvPr>
          <p:cNvSpPr>
            <a:spLocks noGrp="1"/>
          </p:cNvSpPr>
          <p:nvPr>
            <p:ph type="body" idx="1"/>
          </p:nvPr>
        </p:nvSpPr>
        <p:spPr>
          <a:xfrm>
            <a:off x="844551" y="1531406"/>
            <a:ext cx="10593290" cy="2268237"/>
          </a:xfrm>
        </p:spPr>
        <p:txBody>
          <a:bodyPr lIns="25400" tIns="25400" rIns="25400" bIns="25400" anchor="t">
            <a:normAutofit/>
          </a:bodyPr>
          <a:lstStyle/>
          <a:p>
            <a:pPr marL="288925" indent="-288925">
              <a:buFont typeface="Wingdings" pitchFamily="2" charset="2"/>
              <a:buChar char="Ø"/>
              <a:defRPr/>
            </a:pPr>
            <a:r>
              <a:rPr lang="en-US" altLang="zh-CN" sz="2600" dirty="0">
                <a:cs typeface="Helvetica"/>
              </a:rPr>
              <a:t>Always lock the mutex before using condition variables.</a:t>
            </a:r>
          </a:p>
          <a:p>
            <a:pPr marL="288925" indent="-288925">
              <a:buFont typeface="Wingdings" pitchFamily="2" charset="2"/>
              <a:buChar char="Ø"/>
              <a:defRPr/>
            </a:pPr>
            <a:r>
              <a:rPr lang="en-US" altLang="zh-CN" sz="2600" dirty="0">
                <a:cs typeface="Helvetica"/>
              </a:rPr>
              <a:t>Use while loops for </a:t>
            </a:r>
            <a:r>
              <a:rPr lang="en-US" altLang="zh-CN" sz="2600" dirty="0" err="1">
                <a:cs typeface="Helvetica"/>
              </a:rPr>
              <a:t>pthread_cond_wait</a:t>
            </a:r>
            <a:r>
              <a:rPr lang="en-US" altLang="zh-CN" sz="2600" dirty="0">
                <a:cs typeface="Helvetica"/>
              </a:rPr>
              <a:t> to handle spurious wakeups.</a:t>
            </a:r>
          </a:p>
          <a:p>
            <a:pPr marL="288925" indent="-288925">
              <a:buFont typeface="Wingdings" pitchFamily="2" charset="2"/>
              <a:buChar char="Ø"/>
              <a:defRPr/>
            </a:pPr>
            <a:r>
              <a:rPr lang="en-US" altLang="zh-CN" sz="2600" dirty="0">
                <a:cs typeface="Helvetica"/>
              </a:rPr>
              <a:t>Ensure proper cleanup using </a:t>
            </a:r>
            <a:r>
              <a:rPr lang="en-US" altLang="zh-CN" sz="2600" dirty="0" err="1">
                <a:cs typeface="Helvetica"/>
              </a:rPr>
              <a:t>pthread_cond_destroy</a:t>
            </a:r>
            <a:r>
              <a:rPr lang="en-US" altLang="zh-CN" sz="2600" dirty="0">
                <a:cs typeface="Helvetica"/>
              </a:rPr>
              <a:t>.</a:t>
            </a:r>
          </a:p>
        </p:txBody>
      </p:sp>
    </p:spTree>
    <p:extLst>
      <p:ext uri="{BB962C8B-B14F-4D97-AF65-F5344CB8AC3E}">
        <p14:creationId xmlns:p14="http://schemas.microsoft.com/office/powerpoint/2010/main" val="3566911339"/>
      </p:ext>
    </p:extLst>
  </p:cSld>
  <p:clrMapOvr>
    <a:masterClrMapping/>
  </p:clrMapOvr>
  <p:transition spd="med"/>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TextBox 6">
            <a:extLst>
              <a:ext uri="{FF2B5EF4-FFF2-40B4-BE49-F238E27FC236}">
                <a16:creationId xmlns:a16="http://schemas.microsoft.com/office/drawing/2014/main" id="{8D32768C-F15F-6E75-41D1-9F14D317D991}"/>
              </a:ext>
            </a:extLst>
          </p:cNvPr>
          <p:cNvSpPr txBox="1"/>
          <p:nvPr/>
        </p:nvSpPr>
        <p:spPr>
          <a:xfrm>
            <a:off x="779780" y="3128918"/>
            <a:ext cx="10632440" cy="600164"/>
          </a:xfrm>
          <a:prstGeom prst="rect">
            <a:avLst/>
          </a:prstGeom>
          <a:noFill/>
          <a:ln w="12700" cap="flat">
            <a:noFill/>
            <a:miter lim="400000"/>
          </a:ln>
          <a:effectLst/>
          <a:sp3d/>
        </p:spPr>
        <p:style>
          <a:lnRef idx="0">
            <a:scrgbClr r="0" g="0" b="0"/>
          </a:lnRef>
          <a:fillRef idx="0">
            <a:scrgbClr r="0" g="0" b="0"/>
          </a:fillRef>
          <a:effectRef idx="0">
            <a:scrgbClr r="0" g="0" b="0"/>
          </a:effectRef>
          <a:fontRef idx="none"/>
        </p:style>
        <p:txBody>
          <a:bodyPr wrap="square">
            <a:spAutoFit/>
          </a:bodyPr>
          <a:lstStyle/>
          <a:p>
            <a:pPr marL="0" lvl="1" algn="ctr" defTabSz="292100" hangingPunct="0"/>
            <a:r>
              <a:rPr lang="en-US" sz="3300" b="1" kern="0" dirty="0">
                <a:solidFill>
                  <a:srgbClr val="FFFFFF">
                    <a:lumMod val="95000"/>
                  </a:srgbClr>
                </a:solidFill>
                <a:latin typeface="Gill Sans MT" panose="020B0502020104020203" pitchFamily="34" charset="0"/>
                <a:cs typeface="Helvetica"/>
                <a:sym typeface="Helvetica"/>
              </a:rPr>
              <a:t>Q &amp; A</a:t>
            </a:r>
            <a:endParaRPr lang="en-US" sz="2800" b="1" kern="0" dirty="0">
              <a:solidFill>
                <a:srgbClr val="FFFFFF">
                  <a:lumMod val="95000"/>
                </a:srgbClr>
              </a:solidFill>
              <a:latin typeface="Gill Sans MT" panose="020B0502020104020203" pitchFamily="34" charset="0"/>
              <a:cs typeface="Helvetica"/>
              <a:sym typeface="Helvetica"/>
            </a:endParaRPr>
          </a:p>
        </p:txBody>
      </p:sp>
    </p:spTree>
    <p:extLst>
      <p:ext uri="{BB962C8B-B14F-4D97-AF65-F5344CB8AC3E}">
        <p14:creationId xmlns:p14="http://schemas.microsoft.com/office/powerpoint/2010/main" val="1187496923"/>
      </p:ext>
    </p:extLst>
  </p:cSld>
  <p:clrMapOvr>
    <a:masterClrMapping/>
  </p:clrMapOvr>
  <p:transition spd="med"/>
</p:sld>
</file>

<file path=ppt/theme/theme1.xml><?xml version="1.0" encoding="utf-8"?>
<a:theme xmlns:a="http://schemas.openxmlformats.org/drawingml/2006/main" name="White">
  <a:themeElements>
    <a:clrScheme name="White">
      <a:dk1>
        <a:srgbClr val="5E5E5E"/>
      </a:dk1>
      <a:lt1>
        <a:srgbClr val="FFFFFF"/>
      </a:lt1>
      <a:dk2>
        <a:srgbClr val="A7A7A7"/>
      </a:dk2>
      <a:lt2>
        <a:srgbClr val="535353"/>
      </a:lt2>
      <a:accent1>
        <a:srgbClr val="00A2FF"/>
      </a:accent1>
      <a:accent2>
        <a:srgbClr val="16E7CF"/>
      </a:accent2>
      <a:accent3>
        <a:srgbClr val="61D836"/>
      </a:accent3>
      <a:accent4>
        <a:srgbClr val="FAE232"/>
      </a:accent4>
      <a:accent5>
        <a:srgbClr val="FF644E"/>
      </a:accent5>
      <a:accent6>
        <a:srgbClr val="EF5FA7"/>
      </a:accent6>
      <a:hlink>
        <a:srgbClr val="0000FF"/>
      </a:hlink>
      <a:folHlink>
        <a:srgbClr val="FF00FF"/>
      </a:folHlink>
    </a:clrScheme>
    <a:fontScheme name="White">
      <a:majorFont>
        <a:latin typeface="Helvetica"/>
        <a:ea typeface="Helvetica"/>
        <a:cs typeface="Helvetica"/>
      </a:majorFont>
      <a:minorFont>
        <a:latin typeface="Helvetica"/>
        <a:ea typeface="Helvetica"/>
        <a:cs typeface="Helvetica"/>
      </a:minorFont>
    </a:fontScheme>
    <a:fmtScheme name="Whit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29999"/>
              </a:schemeClr>
            </a:gs>
            <a:gs pos="100000">
              <a:schemeClr val="phClr">
                <a:tint val="50000"/>
                <a:shade val="100000"/>
                <a:satMod val="350000"/>
              </a:schemeClr>
            </a:gs>
          </a:gsLst>
          <a:lin ang="16200000" scaled="0"/>
        </a:gradFill>
      </a:fillStyleLst>
      <a:lnStyleLst>
        <a:ln w="9525" cap="flat" cmpd="sng" algn="ctr">
          <a:solidFill>
            <a:schemeClr val="phClr">
              <a:shade val="95000"/>
              <a:satMod val="104999"/>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effectStyle>
        <a:effectStyle>
          <a:effectLst/>
        </a:effectStyle>
        <a:effectStyle>
          <a:effectLst/>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solidFill>
          <a:srgbClr val="005E00"/>
        </a:solidFill>
        <a:ln w="25400" cap="flat">
          <a:solidFill>
            <a:schemeClr val="accent1"/>
          </a:solidFill>
          <a:prstDash val="solid"/>
          <a:round/>
        </a:ln>
        <a:effectLst/>
        <a:sp3d/>
      </a:spPr>
      <a:bodyPr rot="0" spcFirstLastPara="1" vertOverflow="overflow" horzOverflow="overflow" vert="horz" wrap="square" lIns="0" tIns="0" rIns="0" bIns="0" numCol="1" spcCol="38100" rtlCol="0" anchor="ctr">
        <a:spAutoFit/>
      </a:bodyPr>
      <a:lstStyle>
        <a:defPPr marL="0" marR="0" indent="0" algn="ctr" defTabSz="584200" rtl="0" fontAlgn="auto" latinLnBrk="0" hangingPunct="0">
          <a:lnSpc>
            <a:spcPct val="100000"/>
          </a:lnSpc>
          <a:spcBef>
            <a:spcPts val="0"/>
          </a:spcBef>
          <a:spcAft>
            <a:spcPts val="0"/>
          </a:spcAft>
          <a:buClrTx/>
          <a:buSzTx/>
          <a:buFontTx/>
          <a:buNone/>
          <a:tabLst/>
          <a:defRPr kumimoji="0" sz="5800" b="0" i="0" u="none" strike="noStrike" cap="none" spc="0" normalizeH="0" baseline="0">
            <a:ln>
              <a:noFill/>
            </a:ln>
            <a:solidFill>
              <a:srgbClr val="5E5E5E"/>
            </a:solidFill>
            <a:effectLst/>
            <a:uFillTx/>
            <a:latin typeface="+mn-lt"/>
            <a:ea typeface="+mn-ea"/>
            <a:cs typeface="+mn-cs"/>
            <a:sym typeface="Helvetica"/>
          </a:defRPr>
        </a:defPPr>
        <a:lvl1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1pPr>
        <a:lvl2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2pPr>
        <a:lvl3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3pPr>
        <a:lvl4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4pPr>
        <a:lvl5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5pPr>
        <a:lvl6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6pPr>
        <a:lvl7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7pPr>
        <a:lvl8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8pPr>
        <a:lvl9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9pPr>
      </a:lstStyle>
      <a:style>
        <a:lnRef idx="0">
          <a:scrgbClr r="0" g="0" b="0"/>
        </a:lnRef>
        <a:fillRef idx="0">
          <a:scrgbClr r="0" g="0" b="0"/>
        </a:fillRef>
        <a:effectRef idx="0">
          <a:scrgbClr r="0" g="0" b="0"/>
        </a:effectRef>
        <a:fontRef idx="none"/>
      </a:style>
    </a:spDef>
    <a:lnDef>
      <a:spPr>
        <a:noFill/>
        <a:ln w="25400" cap="flat">
          <a:solidFill>
            <a:schemeClr val="accent1"/>
          </a:solidFill>
          <a:prstDash val="solid"/>
          <a:round/>
        </a:ln>
        <a:effectLst/>
        <a:sp3d/>
      </a:spPr>
      <a:bodyPr rot="0" spcFirstLastPara="1" vertOverflow="overflow" horzOverflow="overflow" vert="horz" wrap="square" lIns="91439" tIns="45719" rIns="91439" bIns="45719" numCol="1" spcCol="38100" rtlCol="0" anchor="t">
        <a:noAutofit/>
      </a:bodyPr>
      <a:lstStyle>
        <a:def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defPPr>
        <a:lvl1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1pPr>
        <a:lvl2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2pPr>
        <a:lvl3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3pPr>
        <a:lvl4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4pPr>
        <a:lvl5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5pPr>
        <a:lvl6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6pPr>
        <a:lvl7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7pPr>
        <a:lvl8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8pPr>
        <a:lvl9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9pPr>
      </a:lstStyle>
      <a:style>
        <a:lnRef idx="0">
          <a:scrgbClr r="0" g="0" b="0"/>
        </a:lnRef>
        <a:fillRef idx="0">
          <a:scrgbClr r="0" g="0" b="0"/>
        </a:fillRef>
        <a:effectRef idx="0">
          <a:scrgbClr r="0" g="0" b="0"/>
        </a:effectRef>
        <a:fontRef idx="none"/>
      </a:style>
    </a:lnDef>
    <a:txDef>
      <a:spPr>
        <a:noFill/>
        <a:ln w="12700" cap="flat">
          <a:noFill/>
          <a:miter lim="400000"/>
        </a:ln>
        <a:effectLst/>
        <a:sp3d/>
      </a:spPr>
      <a:bodyPr rot="0" spcFirstLastPara="1" vertOverflow="overflow" horzOverflow="overflow" vert="horz" wrap="square" lIns="50800" tIns="50800" rIns="50800" bIns="50800" numCol="1" spcCol="38100" rtlCol="0" anchor="ctr">
        <a:spAutoFit/>
      </a:bodyPr>
      <a:lstStyle>
        <a:defPPr marL="0" marR="0" indent="0" algn="ctr" defTabSz="584200" rtl="0" fontAlgn="auto" latinLnBrk="0" hangingPunct="0">
          <a:lnSpc>
            <a:spcPct val="100000"/>
          </a:lnSpc>
          <a:spcBef>
            <a:spcPts val="0"/>
          </a:spcBef>
          <a:spcAft>
            <a:spcPts val="0"/>
          </a:spcAft>
          <a:buClrTx/>
          <a:buSzTx/>
          <a:buFontTx/>
          <a:buNone/>
          <a:tabLst/>
          <a:defRPr kumimoji="0" sz="5800" b="0" i="0" u="none" strike="noStrike" cap="none" spc="0" normalizeH="0" baseline="0">
            <a:ln>
              <a:noFill/>
            </a:ln>
            <a:solidFill>
              <a:srgbClr val="5E5E5E"/>
            </a:solidFill>
            <a:effectLst/>
            <a:uFillTx/>
            <a:latin typeface="+mn-lt"/>
            <a:ea typeface="+mn-ea"/>
            <a:cs typeface="+mn-cs"/>
            <a:sym typeface="Helvetica"/>
          </a:defRPr>
        </a:defPPr>
        <a:lvl1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1pPr>
        <a:lvl2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2pPr>
        <a:lvl3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3pPr>
        <a:lvl4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4pPr>
        <a:lvl5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5pPr>
        <a:lvl6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6pPr>
        <a:lvl7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7pPr>
        <a:lvl8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8pPr>
        <a:lvl9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9pPr>
      </a:lstStyle>
      <a:style>
        <a:lnRef idx="0">
          <a:scrgbClr r="0" g="0" b="0"/>
        </a:lnRef>
        <a:fillRef idx="0">
          <a:scrgbClr r="0" g="0" b="0"/>
        </a:fillRef>
        <a:effectRef idx="0">
          <a:scrgbClr r="0" g="0" b="0"/>
        </a:effectRef>
        <a:fontRef idx="none"/>
      </a:style>
    </a:txDef>
  </a:objectDefaults>
  <a:extraClrSchemeLst/>
</a:theme>
</file>

<file path=ppt/theme/theme2.xml><?xml version="1.0" encoding="utf-8"?>
<a:theme xmlns:a="http://schemas.openxmlformats.org/drawingml/2006/main" name="Office 主题​​">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2013 - 2022"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2445</TotalTime>
  <Words>2382</Words>
  <Application>Microsoft Macintosh PowerPoint</Application>
  <PresentationFormat>宽屏</PresentationFormat>
  <Paragraphs>301</Paragraphs>
  <Slides>20</Slides>
  <Notes>20</Notes>
  <HiddenSlides>0</HiddenSlides>
  <MMClips>0</MMClips>
  <ScaleCrop>false</ScaleCrop>
  <HeadingPairs>
    <vt:vector size="6" baseType="variant">
      <vt:variant>
        <vt:lpstr>已用的字体</vt:lpstr>
      </vt:variant>
      <vt:variant>
        <vt:i4>9</vt:i4>
      </vt:variant>
      <vt:variant>
        <vt:lpstr>主题</vt:lpstr>
      </vt:variant>
      <vt:variant>
        <vt:i4>1</vt:i4>
      </vt:variant>
      <vt:variant>
        <vt:lpstr>幻灯片标题</vt:lpstr>
      </vt:variant>
      <vt:variant>
        <vt:i4>20</vt:i4>
      </vt:variant>
    </vt:vector>
  </HeadingPairs>
  <TitlesOfParts>
    <vt:vector size="30" baseType="lpstr">
      <vt:lpstr>-apple-system</vt:lpstr>
      <vt:lpstr>Arial</vt:lpstr>
      <vt:lpstr>Calibri</vt:lpstr>
      <vt:lpstr>Consolas</vt:lpstr>
      <vt:lpstr>Gill Sans MT</vt:lpstr>
      <vt:lpstr>Helvetica</vt:lpstr>
      <vt:lpstr>Helvetica Light</vt:lpstr>
      <vt:lpstr>Helvetica Neue Light</vt:lpstr>
      <vt:lpstr>Wingdings</vt:lpstr>
      <vt:lpstr>White</vt:lpstr>
      <vt:lpstr>PowerPoint 演示文稿</vt:lpstr>
      <vt:lpstr>Reminder</vt:lpstr>
      <vt:lpstr>Reminder</vt:lpstr>
      <vt:lpstr>Overview</vt:lpstr>
      <vt:lpstr>Review: Pthread Library part 1</vt:lpstr>
      <vt:lpstr>Pthread Library part 2</vt:lpstr>
      <vt:lpstr>1. pthread_cond_init</vt:lpstr>
      <vt:lpstr>2. pthread_cond_wait</vt:lpstr>
      <vt:lpstr>2. pthread_cond_wait</vt:lpstr>
      <vt:lpstr>3. pthread_cond_signal</vt:lpstr>
      <vt:lpstr>4. pthread_cond_broadcast</vt:lpstr>
      <vt:lpstr>5. pthread_cond_destroy</vt:lpstr>
      <vt:lpstr>Example 1: Multiple Producers and Consumers</vt:lpstr>
      <vt:lpstr>Example 1: Multiple Producers and Consumers</vt:lpstr>
      <vt:lpstr>Example 2: Barrier Synchronization</vt:lpstr>
      <vt:lpstr>Example 2: Barrier Synchronization</vt:lpstr>
      <vt:lpstr>Exercise: Dining Philosophers Problem</vt:lpstr>
      <vt:lpstr>Exercise: Dining Philosophers Problem</vt:lpstr>
      <vt:lpstr>General Hints for Using Condition Variables</vt:lpstr>
      <vt:lpstr>PowerPoint 演示文稿</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PowerPoint 演示文稿</dc:title>
  <dc:creator>LI Jianqiang</dc:creator>
  <cp:lastModifiedBy>Yicheng Feng</cp:lastModifiedBy>
  <cp:revision>38</cp:revision>
  <dcterms:created xsi:type="dcterms:W3CDTF">2023-01-06T06:17:44Z</dcterms:created>
  <dcterms:modified xsi:type="dcterms:W3CDTF">2026-02-04T07:22:11Z</dcterms:modified>
</cp:coreProperties>
</file>