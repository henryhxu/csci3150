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Masters/slideMaster2.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theme/theme2.xml" ContentType="application/vnd.openxmlformats-officedocument.theme+xml"/>
  <Override PartName="/ppt/theme/theme3.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changesInfos/changesInfo1.xml" ContentType="application/vnd.ms-powerpoint.changesinfo+xml"/>
  <Override PartName="/ppt/revisionInfo.xml" ContentType="application/vnd.ms-powerpoint.revisioninfo+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60" r:id="rId1"/>
    <p:sldMasterId id="2147483674" r:id="rId2"/>
  </p:sldMasterIdLst>
  <p:notesMasterIdLst>
    <p:notesMasterId r:id="rId27"/>
  </p:notesMasterIdLst>
  <p:sldIdLst>
    <p:sldId id="613" r:id="rId3"/>
    <p:sldId id="624" r:id="rId4"/>
    <p:sldId id="646" r:id="rId5"/>
    <p:sldId id="657" r:id="rId6"/>
    <p:sldId id="658" r:id="rId7"/>
    <p:sldId id="659" r:id="rId8"/>
    <p:sldId id="2846" r:id="rId9"/>
    <p:sldId id="2847" r:id="rId10"/>
    <p:sldId id="2849" r:id="rId11"/>
    <p:sldId id="2850" r:id="rId12"/>
    <p:sldId id="660" r:id="rId13"/>
    <p:sldId id="661" r:id="rId14"/>
    <p:sldId id="2845" r:id="rId15"/>
    <p:sldId id="2843" r:id="rId16"/>
    <p:sldId id="2851" r:id="rId17"/>
    <p:sldId id="662" r:id="rId18"/>
    <p:sldId id="666" r:id="rId19"/>
    <p:sldId id="667" r:id="rId20"/>
    <p:sldId id="2852" r:id="rId21"/>
    <p:sldId id="663" r:id="rId22"/>
    <p:sldId id="2840" r:id="rId23"/>
    <p:sldId id="2841" r:id="rId24"/>
    <p:sldId id="2842" r:id="rId25"/>
    <p:sldId id="634" r:id="rId26"/>
  </p:sldIdLst>
  <p:sldSz cx="12192000" cy="68580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4D4FDBB8-D121-6146-AFA4-5D24E55EB5BD}" v="3" dt="2024-10-24T04:28:14.614"/>
  </p1510:revLst>
</p1510:revInfo>
</file>

<file path=ppt/tableStyles.xml><?xml version="1.0" encoding="utf-8"?>
<a:tblStyleLst xmlns:a="http://schemas.openxmlformats.org/drawingml/2006/main" def="{5C22544A-7EE6-4342-B048-85BDC9FD1C3A}">
  <a:tblStyle styleId="{93296810-A885-4BE3-A3E7-6D5BEEA58F35}" styleName="中度样式 2 - 强调 6">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6">
              <a:tint val="20000"/>
            </a:schemeClr>
          </a:solidFill>
        </a:fill>
      </a:tcStyle>
    </a:wholeTbl>
    <a:band1H>
      <a:tcStyle>
        <a:tcBdr/>
        <a:fill>
          <a:solidFill>
            <a:schemeClr val="accent6">
              <a:tint val="40000"/>
            </a:schemeClr>
          </a:solidFill>
        </a:fill>
      </a:tcStyle>
    </a:band1H>
    <a:band2H>
      <a:tcStyle>
        <a:tcBdr/>
      </a:tcStyle>
    </a:band2H>
    <a:band1V>
      <a:tcStyle>
        <a:tcBdr/>
        <a:fill>
          <a:solidFill>
            <a:schemeClr val="accent6">
              <a:tint val="40000"/>
            </a:schemeClr>
          </a:solidFill>
        </a:fill>
      </a:tcStyle>
    </a:band1V>
    <a:band2V>
      <a:tcStyle>
        <a:tcBdr/>
      </a:tcStyle>
    </a:band2V>
    <a:lastCol>
      <a:tcTxStyle b="on">
        <a:fontRef idx="minor">
          <a:prstClr val="black"/>
        </a:fontRef>
        <a:schemeClr val="lt1"/>
      </a:tcTxStyle>
      <a:tcStyle>
        <a:tcBdr/>
        <a:fill>
          <a:solidFill>
            <a:schemeClr val="accent6"/>
          </a:solidFill>
        </a:fill>
      </a:tcStyle>
    </a:lastCol>
    <a:firstCol>
      <a:tcTxStyle b="on">
        <a:fontRef idx="minor">
          <a:prstClr val="black"/>
        </a:fontRef>
        <a:schemeClr val="lt1"/>
      </a:tcTxStyle>
      <a:tcStyle>
        <a:tcBdr/>
        <a:fill>
          <a:solidFill>
            <a:schemeClr val="accent6"/>
          </a:solidFill>
        </a:fill>
      </a:tcStyle>
    </a:firstCol>
    <a:lastRow>
      <a:tcTxStyle b="on">
        <a:fontRef idx="minor">
          <a:prstClr val="black"/>
        </a:fontRef>
        <a:schemeClr val="lt1"/>
      </a:tcTxStyle>
      <a:tcStyle>
        <a:tcBdr>
          <a:top>
            <a:ln w="38100" cmpd="sng">
              <a:solidFill>
                <a:schemeClr val="lt1"/>
              </a:solidFill>
            </a:ln>
          </a:top>
        </a:tcBdr>
        <a:fill>
          <a:solidFill>
            <a:schemeClr val="accent6"/>
          </a:solidFill>
        </a:fill>
      </a:tcStyle>
    </a:lastRow>
    <a:firstRow>
      <a:tcTxStyle b="on">
        <a:fontRef idx="minor">
          <a:prstClr val="black"/>
        </a:fontRef>
        <a:schemeClr val="lt1"/>
      </a:tcTxStyle>
      <a:tcStyle>
        <a:tcBdr>
          <a:bottom>
            <a:ln w="38100" cmpd="sng">
              <a:solidFill>
                <a:schemeClr val="lt1"/>
              </a:solidFill>
            </a:ln>
          </a:bottom>
        </a:tcBdr>
        <a:fill>
          <a:solidFill>
            <a:schemeClr val="accent6"/>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p:restoredLeft sz="21975"/>
    <p:restoredTop sz="79787"/>
  </p:normalViewPr>
  <p:slideViewPr>
    <p:cSldViewPr snapToGrid="0">
      <p:cViewPr varScale="1">
        <p:scale>
          <a:sx n="96" d="100"/>
          <a:sy n="96" d="100"/>
        </p:scale>
        <p:origin x="944" y="176"/>
      </p:cViewPr>
      <p:guideLst/>
    </p:cSldViewPr>
  </p:slid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13" Type="http://schemas.openxmlformats.org/officeDocument/2006/relationships/slide" Target="slides/slide11.xml"/><Relationship Id="rId18" Type="http://schemas.openxmlformats.org/officeDocument/2006/relationships/slide" Target="slides/slide16.xml"/><Relationship Id="rId26" Type="http://schemas.openxmlformats.org/officeDocument/2006/relationships/slide" Target="slides/slide24.xml"/><Relationship Id="rId3" Type="http://schemas.openxmlformats.org/officeDocument/2006/relationships/slide" Target="slides/slide1.xml"/><Relationship Id="rId21" Type="http://schemas.openxmlformats.org/officeDocument/2006/relationships/slide" Target="slides/slide19.xml"/><Relationship Id="rId7" Type="http://schemas.openxmlformats.org/officeDocument/2006/relationships/slide" Target="slides/slide5.xml"/><Relationship Id="rId12" Type="http://schemas.openxmlformats.org/officeDocument/2006/relationships/slide" Target="slides/slide10.xml"/><Relationship Id="rId17" Type="http://schemas.openxmlformats.org/officeDocument/2006/relationships/slide" Target="slides/slide15.xml"/><Relationship Id="rId25" Type="http://schemas.openxmlformats.org/officeDocument/2006/relationships/slide" Target="slides/slide23.xml"/><Relationship Id="rId33" Type="http://schemas.microsoft.com/office/2015/10/relationships/revisionInfo" Target="revisionInfo.xml"/><Relationship Id="rId2" Type="http://schemas.openxmlformats.org/officeDocument/2006/relationships/slideMaster" Target="slideMasters/slideMaster2.xml"/><Relationship Id="rId16" Type="http://schemas.openxmlformats.org/officeDocument/2006/relationships/slide" Target="slides/slide14.xml"/><Relationship Id="rId20" Type="http://schemas.openxmlformats.org/officeDocument/2006/relationships/slide" Target="slides/slide18.xml"/><Relationship Id="rId29" Type="http://schemas.openxmlformats.org/officeDocument/2006/relationships/viewProps" Target="viewProps.xml"/><Relationship Id="rId1" Type="http://schemas.openxmlformats.org/officeDocument/2006/relationships/slideMaster" Target="slideMasters/slideMaster1.xml"/><Relationship Id="rId6" Type="http://schemas.openxmlformats.org/officeDocument/2006/relationships/slide" Target="slides/slide4.xml"/><Relationship Id="rId11" Type="http://schemas.openxmlformats.org/officeDocument/2006/relationships/slide" Target="slides/slide9.xml"/><Relationship Id="rId24" Type="http://schemas.openxmlformats.org/officeDocument/2006/relationships/slide" Target="slides/slide22.xml"/><Relationship Id="rId32" Type="http://schemas.microsoft.com/office/2016/11/relationships/changesInfo" Target="changesInfos/changesInfo1.xml"/><Relationship Id="rId5" Type="http://schemas.openxmlformats.org/officeDocument/2006/relationships/slide" Target="slides/slide3.xml"/><Relationship Id="rId15" Type="http://schemas.openxmlformats.org/officeDocument/2006/relationships/slide" Target="slides/slide13.xml"/><Relationship Id="rId23" Type="http://schemas.openxmlformats.org/officeDocument/2006/relationships/slide" Target="slides/slide21.xml"/><Relationship Id="rId28" Type="http://schemas.openxmlformats.org/officeDocument/2006/relationships/presProps" Target="presProps.xml"/><Relationship Id="rId10" Type="http://schemas.openxmlformats.org/officeDocument/2006/relationships/slide" Target="slides/slide8.xml"/><Relationship Id="rId19" Type="http://schemas.openxmlformats.org/officeDocument/2006/relationships/slide" Target="slides/slide17.xml"/><Relationship Id="rId31" Type="http://schemas.openxmlformats.org/officeDocument/2006/relationships/tableStyles" Target="tableStyles.xml"/><Relationship Id="rId4" Type="http://schemas.openxmlformats.org/officeDocument/2006/relationships/slide" Target="slides/slide2.xml"/><Relationship Id="rId9" Type="http://schemas.openxmlformats.org/officeDocument/2006/relationships/slide" Target="slides/slide7.xml"/><Relationship Id="rId14" Type="http://schemas.openxmlformats.org/officeDocument/2006/relationships/slide" Target="slides/slide12.xml"/><Relationship Id="rId22" Type="http://schemas.openxmlformats.org/officeDocument/2006/relationships/slide" Target="slides/slide20.xml"/><Relationship Id="rId27" Type="http://schemas.openxmlformats.org/officeDocument/2006/relationships/notesMaster" Target="notesMasters/notesMaster1.xml"/><Relationship Id="rId30" Type="http://schemas.openxmlformats.org/officeDocument/2006/relationships/theme" Target="theme/theme1.xml"/><Relationship Id="rId8" Type="http://schemas.openxmlformats.org/officeDocument/2006/relationships/slide" Target="slides/slide6.xml"/></Relationships>
</file>

<file path=ppt/changesInfos/changesInfo1.xml><?xml version="1.0" encoding="utf-8"?>
<pc:chgInfo xmlns:a="http://schemas.openxmlformats.org/drawingml/2006/main" xmlns:r="http://schemas.openxmlformats.org/officeDocument/2006/relationships" xmlns:ac="http://schemas.microsoft.com/office/drawing/2013/main/command" xmlns:pc="http://schemas.microsoft.com/office/powerpoint/2013/main/command">
  <pc:docChgLst>
    <pc:chgData name="CHEN, Kaiwen" userId="d2b7700c-ac07-4aef-b2bf-800af199d77b" providerId="ADAL" clId="{5B09029C-1F73-FB44-9607-ED1C3E43A07B}"/>
    <pc:docChg chg="undo custSel addSld modSld">
      <pc:chgData name="CHEN, Kaiwen" userId="d2b7700c-ac07-4aef-b2bf-800af199d77b" providerId="ADAL" clId="{5B09029C-1F73-FB44-9607-ED1C3E43A07B}" dt="2024-10-22T02:31:13.958" v="773" actId="20577"/>
      <pc:docMkLst>
        <pc:docMk/>
      </pc:docMkLst>
      <pc:sldChg chg="modSp mod">
        <pc:chgData name="CHEN, Kaiwen" userId="d2b7700c-ac07-4aef-b2bf-800af199d77b" providerId="ADAL" clId="{5B09029C-1F73-FB44-9607-ED1C3E43A07B}" dt="2024-10-21T14:17:19.073" v="26" actId="20577"/>
        <pc:sldMkLst>
          <pc:docMk/>
          <pc:sldMk cId="2808513160" sldId="613"/>
        </pc:sldMkLst>
        <pc:spChg chg="mod">
          <ac:chgData name="CHEN, Kaiwen" userId="d2b7700c-ac07-4aef-b2bf-800af199d77b" providerId="ADAL" clId="{5B09029C-1F73-FB44-9607-ED1C3E43A07B}" dt="2024-10-21T14:17:19.073" v="26" actId="20577"/>
          <ac:spMkLst>
            <pc:docMk/>
            <pc:sldMk cId="2808513160" sldId="613"/>
            <ac:spMk id="3" creationId="{F8C13C63-B26A-4A9C-A1CA-724346AB2906}"/>
          </ac:spMkLst>
        </pc:spChg>
      </pc:sldChg>
      <pc:sldChg chg="modSp mod">
        <pc:chgData name="CHEN, Kaiwen" userId="d2b7700c-ac07-4aef-b2bf-800af199d77b" providerId="ADAL" clId="{5B09029C-1F73-FB44-9607-ED1C3E43A07B}" dt="2024-10-22T02:31:13.958" v="773" actId="20577"/>
        <pc:sldMkLst>
          <pc:docMk/>
          <pc:sldMk cId="4196136796" sldId="624"/>
        </pc:sldMkLst>
        <pc:spChg chg="mod">
          <ac:chgData name="CHEN, Kaiwen" userId="d2b7700c-ac07-4aef-b2bf-800af199d77b" providerId="ADAL" clId="{5B09029C-1F73-FB44-9607-ED1C3E43A07B}" dt="2024-10-22T02:31:13.958" v="773" actId="20577"/>
          <ac:spMkLst>
            <pc:docMk/>
            <pc:sldMk cId="4196136796" sldId="624"/>
            <ac:spMk id="3" creationId="{36A5FFEE-E22C-7E2F-1F3B-D8658E79FF2E}"/>
          </ac:spMkLst>
        </pc:spChg>
      </pc:sldChg>
      <pc:sldChg chg="addSp delSp modSp mod modNotesTx">
        <pc:chgData name="CHEN, Kaiwen" userId="d2b7700c-ac07-4aef-b2bf-800af199d77b" providerId="ADAL" clId="{5B09029C-1F73-FB44-9607-ED1C3E43A07B}" dt="2024-10-22T02:18:36.183" v="689" actId="20577"/>
        <pc:sldMkLst>
          <pc:docMk/>
          <pc:sldMk cId="1157754618" sldId="659"/>
        </pc:sldMkLst>
        <pc:spChg chg="del">
          <ac:chgData name="CHEN, Kaiwen" userId="d2b7700c-ac07-4aef-b2bf-800af199d77b" providerId="ADAL" clId="{5B09029C-1F73-FB44-9607-ED1C3E43A07B}" dt="2024-10-22T00:51:11.968" v="29" actId="478"/>
          <ac:spMkLst>
            <pc:docMk/>
            <pc:sldMk cId="1157754618" sldId="659"/>
            <ac:spMk id="3" creationId="{B161272D-C3A9-7227-9F2F-ECB2E34D5B70}"/>
          </ac:spMkLst>
        </pc:spChg>
        <pc:spChg chg="add mod">
          <ac:chgData name="CHEN, Kaiwen" userId="d2b7700c-ac07-4aef-b2bf-800af199d77b" providerId="ADAL" clId="{5B09029C-1F73-FB44-9607-ED1C3E43A07B}" dt="2024-10-22T01:15:40.231" v="93" actId="20577"/>
          <ac:spMkLst>
            <pc:docMk/>
            <pc:sldMk cId="1157754618" sldId="659"/>
            <ac:spMk id="6" creationId="{14824D63-9D36-7F96-67CB-798D693398C1}"/>
          </ac:spMkLst>
        </pc:spChg>
        <pc:spChg chg="add del mod">
          <ac:chgData name="CHEN, Kaiwen" userId="d2b7700c-ac07-4aef-b2bf-800af199d77b" providerId="ADAL" clId="{5B09029C-1F73-FB44-9607-ED1C3E43A07B}" dt="2024-10-22T01:09:32.739" v="70" actId="478"/>
          <ac:spMkLst>
            <pc:docMk/>
            <pc:sldMk cId="1157754618" sldId="659"/>
            <ac:spMk id="10" creationId="{38D2AD5B-9106-86B9-FA69-79A279E58B5B}"/>
          </ac:spMkLst>
        </pc:spChg>
        <pc:spChg chg="add mod">
          <ac:chgData name="CHEN, Kaiwen" userId="d2b7700c-ac07-4aef-b2bf-800af199d77b" providerId="ADAL" clId="{5B09029C-1F73-FB44-9607-ED1C3E43A07B}" dt="2024-10-22T01:15:31.868" v="87" actId="20577"/>
          <ac:spMkLst>
            <pc:docMk/>
            <pc:sldMk cId="1157754618" sldId="659"/>
            <ac:spMk id="11" creationId="{99D8DC3C-D5E2-BFA1-7874-CCE829104617}"/>
          </ac:spMkLst>
        </pc:spChg>
        <pc:spChg chg="add del mod">
          <ac:chgData name="CHEN, Kaiwen" userId="d2b7700c-ac07-4aef-b2bf-800af199d77b" providerId="ADAL" clId="{5B09029C-1F73-FB44-9607-ED1C3E43A07B}" dt="2024-10-22T01:15:18.664" v="80"/>
          <ac:spMkLst>
            <pc:docMk/>
            <pc:sldMk cId="1157754618" sldId="659"/>
            <ac:spMk id="15" creationId="{5CA296D5-C649-78B3-E1C3-3BF22FAD4C95}"/>
          </ac:spMkLst>
        </pc:spChg>
        <pc:spChg chg="add mod">
          <ac:chgData name="CHEN, Kaiwen" userId="d2b7700c-ac07-4aef-b2bf-800af199d77b" providerId="ADAL" clId="{5B09029C-1F73-FB44-9607-ED1C3E43A07B}" dt="2024-10-22T02:18:36.183" v="689" actId="20577"/>
          <ac:spMkLst>
            <pc:docMk/>
            <pc:sldMk cId="1157754618" sldId="659"/>
            <ac:spMk id="16" creationId="{60ABDEC1-2509-F551-2F4F-1BBBB7732109}"/>
          </ac:spMkLst>
        </pc:spChg>
        <pc:picChg chg="add mod">
          <ac:chgData name="CHEN, Kaiwen" userId="d2b7700c-ac07-4aef-b2bf-800af199d77b" providerId="ADAL" clId="{5B09029C-1F73-FB44-9607-ED1C3E43A07B}" dt="2024-10-22T01:15:50.851" v="95" actId="1076"/>
          <ac:picMkLst>
            <pc:docMk/>
            <pc:sldMk cId="1157754618" sldId="659"/>
            <ac:picMk id="5" creationId="{41F10996-45A7-224B-DBE9-2583EF72972C}"/>
          </ac:picMkLst>
        </pc:picChg>
        <pc:cxnChg chg="add mod">
          <ac:chgData name="CHEN, Kaiwen" userId="d2b7700c-ac07-4aef-b2bf-800af199d77b" providerId="ADAL" clId="{5B09029C-1F73-FB44-9607-ED1C3E43A07B}" dt="2024-10-22T00:53:12.973" v="39" actId="14100"/>
          <ac:cxnSpMkLst>
            <pc:docMk/>
            <pc:sldMk cId="1157754618" sldId="659"/>
            <ac:cxnSpMk id="7" creationId="{F6BF1B47-96A1-D867-0746-EB098E6CC42B}"/>
          </ac:cxnSpMkLst>
        </pc:cxnChg>
        <pc:cxnChg chg="add mod">
          <ac:chgData name="CHEN, Kaiwen" userId="d2b7700c-ac07-4aef-b2bf-800af199d77b" providerId="ADAL" clId="{5B09029C-1F73-FB44-9607-ED1C3E43A07B}" dt="2024-10-22T01:15:31.868" v="87" actId="20577"/>
          <ac:cxnSpMkLst>
            <pc:docMk/>
            <pc:sldMk cId="1157754618" sldId="659"/>
            <ac:cxnSpMk id="12" creationId="{97095900-A699-7A89-9036-6ED787763AA5}"/>
          </ac:cxnSpMkLst>
        </pc:cxnChg>
        <pc:cxnChg chg="add mod">
          <ac:chgData name="CHEN, Kaiwen" userId="d2b7700c-ac07-4aef-b2bf-800af199d77b" providerId="ADAL" clId="{5B09029C-1F73-FB44-9607-ED1C3E43A07B}" dt="2024-10-22T02:18:19.306" v="684" actId="20577"/>
          <ac:cxnSpMkLst>
            <pc:docMk/>
            <pc:sldMk cId="1157754618" sldId="659"/>
            <ac:cxnSpMk id="17" creationId="{14AAD3D6-D842-B830-7816-B52F7BE79C25}"/>
          </ac:cxnSpMkLst>
        </pc:cxnChg>
      </pc:sldChg>
      <pc:sldChg chg="addSp delSp modSp mod">
        <pc:chgData name="CHEN, Kaiwen" userId="d2b7700c-ac07-4aef-b2bf-800af199d77b" providerId="ADAL" clId="{5B09029C-1F73-FB44-9607-ED1C3E43A07B}" dt="2024-10-22T02:19:57.047" v="715" actId="20577"/>
        <pc:sldMkLst>
          <pc:docMk/>
          <pc:sldMk cId="2666601468" sldId="660"/>
        </pc:sldMkLst>
        <pc:spChg chg="del">
          <ac:chgData name="CHEN, Kaiwen" userId="d2b7700c-ac07-4aef-b2bf-800af199d77b" providerId="ADAL" clId="{5B09029C-1F73-FB44-9607-ED1C3E43A07B}" dt="2024-10-22T01:17:42.375" v="100" actId="478"/>
          <ac:spMkLst>
            <pc:docMk/>
            <pc:sldMk cId="2666601468" sldId="660"/>
            <ac:spMk id="3" creationId="{B161272D-C3A9-7227-9F2F-ECB2E34D5B70}"/>
          </ac:spMkLst>
        </pc:spChg>
        <pc:spChg chg="add mod">
          <ac:chgData name="CHEN, Kaiwen" userId="d2b7700c-ac07-4aef-b2bf-800af199d77b" providerId="ADAL" clId="{5B09029C-1F73-FB44-9607-ED1C3E43A07B}" dt="2024-10-22T02:19:57.047" v="715" actId="20577"/>
          <ac:spMkLst>
            <pc:docMk/>
            <pc:sldMk cId="2666601468" sldId="660"/>
            <ac:spMk id="7" creationId="{0CBF8105-41BA-4233-41C9-4D6B97E2FDF5}"/>
          </ac:spMkLst>
        </pc:spChg>
        <pc:picChg chg="add mod">
          <ac:chgData name="CHEN, Kaiwen" userId="d2b7700c-ac07-4aef-b2bf-800af199d77b" providerId="ADAL" clId="{5B09029C-1F73-FB44-9607-ED1C3E43A07B}" dt="2024-10-22T01:30:24.109" v="103" actId="1076"/>
          <ac:picMkLst>
            <pc:docMk/>
            <pc:sldMk cId="2666601468" sldId="660"/>
            <ac:picMk id="5" creationId="{53FB03D5-AB09-D37A-9B04-E6C329A24EE3}"/>
          </ac:picMkLst>
        </pc:picChg>
        <pc:picChg chg="add del mod">
          <ac:chgData name="CHEN, Kaiwen" userId="d2b7700c-ac07-4aef-b2bf-800af199d77b" providerId="ADAL" clId="{5B09029C-1F73-FB44-9607-ED1C3E43A07B}" dt="2024-10-22T01:30:48.174" v="108" actId="478"/>
          <ac:picMkLst>
            <pc:docMk/>
            <pc:sldMk cId="2666601468" sldId="660"/>
            <ac:picMk id="6" creationId="{DCFADEB1-8118-3626-A0E7-38DEAA4BEBE0}"/>
          </ac:picMkLst>
        </pc:picChg>
      </pc:sldChg>
      <pc:sldChg chg="addSp modSp mod">
        <pc:chgData name="CHEN, Kaiwen" userId="d2b7700c-ac07-4aef-b2bf-800af199d77b" providerId="ADAL" clId="{5B09029C-1F73-FB44-9607-ED1C3E43A07B}" dt="2024-10-22T02:22:11.125" v="727" actId="20577"/>
        <pc:sldMkLst>
          <pc:docMk/>
          <pc:sldMk cId="2777384990" sldId="661"/>
        </pc:sldMkLst>
        <pc:spChg chg="mod">
          <ac:chgData name="CHEN, Kaiwen" userId="d2b7700c-ac07-4aef-b2bf-800af199d77b" providerId="ADAL" clId="{5B09029C-1F73-FB44-9607-ED1C3E43A07B}" dt="2024-10-22T02:22:11.125" v="727" actId="20577"/>
          <ac:spMkLst>
            <pc:docMk/>
            <pc:sldMk cId="2777384990" sldId="661"/>
            <ac:spMk id="3" creationId="{B161272D-C3A9-7227-9F2F-ECB2E34D5B70}"/>
          </ac:spMkLst>
        </pc:spChg>
        <pc:picChg chg="add mod">
          <ac:chgData name="CHEN, Kaiwen" userId="d2b7700c-ac07-4aef-b2bf-800af199d77b" providerId="ADAL" clId="{5B09029C-1F73-FB44-9607-ED1C3E43A07B}" dt="2024-10-22T01:56:42.406" v="380" actId="1076"/>
          <ac:picMkLst>
            <pc:docMk/>
            <pc:sldMk cId="2777384990" sldId="661"/>
            <ac:picMk id="5" creationId="{684859E8-BCEA-48B6-18FC-BDF076567EE0}"/>
          </ac:picMkLst>
        </pc:picChg>
        <pc:picChg chg="add mod">
          <ac:chgData name="CHEN, Kaiwen" userId="d2b7700c-ac07-4aef-b2bf-800af199d77b" providerId="ADAL" clId="{5B09029C-1F73-FB44-9607-ED1C3E43A07B}" dt="2024-10-22T01:56:50.464" v="385" actId="1076"/>
          <ac:picMkLst>
            <pc:docMk/>
            <pc:sldMk cId="2777384990" sldId="661"/>
            <ac:picMk id="6" creationId="{2186DCAD-55FF-55B8-5297-2C832B13166F}"/>
          </ac:picMkLst>
        </pc:picChg>
      </pc:sldChg>
      <pc:sldChg chg="addSp delSp modSp new mod modNotesTx">
        <pc:chgData name="CHEN, Kaiwen" userId="d2b7700c-ac07-4aef-b2bf-800af199d77b" providerId="ADAL" clId="{5B09029C-1F73-FB44-9607-ED1C3E43A07B}" dt="2024-10-22T02:09:52.716" v="678" actId="1076"/>
        <pc:sldMkLst>
          <pc:docMk/>
          <pc:sldMk cId="3515130477" sldId="2843"/>
        </pc:sldMkLst>
        <pc:spChg chg="mod">
          <ac:chgData name="CHEN, Kaiwen" userId="d2b7700c-ac07-4aef-b2bf-800af199d77b" providerId="ADAL" clId="{5B09029C-1F73-FB44-9607-ED1C3E43A07B}" dt="2024-10-22T01:57:06.636" v="398" actId="20577"/>
          <ac:spMkLst>
            <pc:docMk/>
            <pc:sldMk cId="3515130477" sldId="2843"/>
            <ac:spMk id="2" creationId="{A0E4A1AF-CD2D-8F01-7FE6-773722EFB1BC}"/>
          </ac:spMkLst>
        </pc:spChg>
        <pc:spChg chg="del">
          <ac:chgData name="CHEN, Kaiwen" userId="d2b7700c-ac07-4aef-b2bf-800af199d77b" providerId="ADAL" clId="{5B09029C-1F73-FB44-9607-ED1C3E43A07B}" dt="2024-10-22T01:58:47.530" v="404" actId="478"/>
          <ac:spMkLst>
            <pc:docMk/>
            <pc:sldMk cId="3515130477" sldId="2843"/>
            <ac:spMk id="3" creationId="{A546FFEC-8543-A84D-590B-54D2196A58EF}"/>
          </ac:spMkLst>
        </pc:spChg>
        <pc:spChg chg="add mod">
          <ac:chgData name="CHEN, Kaiwen" userId="d2b7700c-ac07-4aef-b2bf-800af199d77b" providerId="ADAL" clId="{5B09029C-1F73-FB44-9607-ED1C3E43A07B}" dt="2024-10-22T02:09:52.716" v="678" actId="1076"/>
          <ac:spMkLst>
            <pc:docMk/>
            <pc:sldMk cId="3515130477" sldId="2843"/>
            <ac:spMk id="6" creationId="{DF470B89-0FEE-7D33-8348-21826B82AA35}"/>
          </ac:spMkLst>
        </pc:spChg>
        <pc:picChg chg="add mod">
          <ac:chgData name="CHEN, Kaiwen" userId="d2b7700c-ac07-4aef-b2bf-800af199d77b" providerId="ADAL" clId="{5B09029C-1F73-FB44-9607-ED1C3E43A07B}" dt="2024-10-22T01:59:04.601" v="406" actId="1076"/>
          <ac:picMkLst>
            <pc:docMk/>
            <pc:sldMk cId="3515130477" sldId="2843"/>
            <ac:picMk id="5" creationId="{A4997782-40D5-7CD4-7AE0-8B236413B11C}"/>
          </ac:picMkLst>
        </pc:picChg>
      </pc:sldChg>
    </pc:docChg>
  </pc:docChgLst>
  <pc:docChgLst>
    <pc:chgData name="LI, Jianqiang" userId="cff57bb5-6b3d-420f-8247-78e7019450b8" providerId="ADAL" clId="{7FD6641B-B20E-440C-9CED-6BEEFC5E54F0}"/>
    <pc:docChg chg="undo redo custSel addSld delSld modSld">
      <pc:chgData name="LI, Jianqiang" userId="cff57bb5-6b3d-420f-8247-78e7019450b8" providerId="ADAL" clId="{7FD6641B-B20E-440C-9CED-6BEEFC5E54F0}" dt="2024-09-30T13:08:46.676" v="1634" actId="1076"/>
      <pc:docMkLst>
        <pc:docMk/>
      </pc:docMkLst>
      <pc:sldChg chg="modSp mod">
        <pc:chgData name="LI, Jianqiang" userId="cff57bb5-6b3d-420f-8247-78e7019450b8" providerId="ADAL" clId="{7FD6641B-B20E-440C-9CED-6BEEFC5E54F0}" dt="2024-09-30T10:56:26.345" v="18" actId="20577"/>
        <pc:sldMkLst>
          <pc:docMk/>
          <pc:sldMk cId="2808513160" sldId="613"/>
        </pc:sldMkLst>
        <pc:spChg chg="mod">
          <ac:chgData name="LI, Jianqiang" userId="cff57bb5-6b3d-420f-8247-78e7019450b8" providerId="ADAL" clId="{7FD6641B-B20E-440C-9CED-6BEEFC5E54F0}" dt="2024-09-30T10:56:26.345" v="18" actId="20577"/>
          <ac:spMkLst>
            <pc:docMk/>
            <pc:sldMk cId="2808513160" sldId="613"/>
            <ac:spMk id="7" creationId="{8D32768C-F15F-6E75-41D1-9F14D317D991}"/>
          </ac:spMkLst>
        </pc:spChg>
      </pc:sldChg>
      <pc:sldChg chg="modSp mod">
        <pc:chgData name="LI, Jianqiang" userId="cff57bb5-6b3d-420f-8247-78e7019450b8" providerId="ADAL" clId="{7FD6641B-B20E-440C-9CED-6BEEFC5E54F0}" dt="2024-09-30T10:58:12.168" v="64" actId="20577"/>
        <pc:sldMkLst>
          <pc:docMk/>
          <pc:sldMk cId="4196136796" sldId="624"/>
        </pc:sldMkLst>
        <pc:spChg chg="mod">
          <ac:chgData name="LI, Jianqiang" userId="cff57bb5-6b3d-420f-8247-78e7019450b8" providerId="ADAL" clId="{7FD6641B-B20E-440C-9CED-6BEEFC5E54F0}" dt="2024-09-30T10:58:12.168" v="64" actId="20577"/>
          <ac:spMkLst>
            <pc:docMk/>
            <pc:sldMk cId="4196136796" sldId="624"/>
            <ac:spMk id="3" creationId="{36A5FFEE-E22C-7E2F-1F3B-D8658E79FF2E}"/>
          </ac:spMkLst>
        </pc:spChg>
      </pc:sldChg>
      <pc:sldChg chg="addSp modSp mod">
        <pc:chgData name="LI, Jianqiang" userId="cff57bb5-6b3d-420f-8247-78e7019450b8" providerId="ADAL" clId="{7FD6641B-B20E-440C-9CED-6BEEFC5E54F0}" dt="2024-09-30T11:39:06.202" v="504" actId="5793"/>
        <pc:sldMkLst>
          <pc:docMk/>
          <pc:sldMk cId="1164986566" sldId="625"/>
        </pc:sldMkLst>
        <pc:spChg chg="mod">
          <ac:chgData name="LI, Jianqiang" userId="cff57bb5-6b3d-420f-8247-78e7019450b8" providerId="ADAL" clId="{7FD6641B-B20E-440C-9CED-6BEEFC5E54F0}" dt="2024-09-30T11:30:06.673" v="415" actId="20577"/>
          <ac:spMkLst>
            <pc:docMk/>
            <pc:sldMk cId="1164986566" sldId="625"/>
            <ac:spMk id="2" creationId="{62715A2E-656D-EC5D-FDE7-230488526EFC}"/>
          </ac:spMkLst>
        </pc:spChg>
        <pc:spChg chg="add">
          <ac:chgData name="LI, Jianqiang" userId="cff57bb5-6b3d-420f-8247-78e7019450b8" providerId="ADAL" clId="{7FD6641B-B20E-440C-9CED-6BEEFC5E54F0}" dt="2024-09-30T11:33:45.642" v="427"/>
          <ac:spMkLst>
            <pc:docMk/>
            <pc:sldMk cId="1164986566" sldId="625"/>
            <ac:spMk id="3" creationId="{6DB42A9E-B0E0-7591-8D55-D12982DFFB9A}"/>
          </ac:spMkLst>
        </pc:spChg>
        <pc:spChg chg="add mod">
          <ac:chgData name="LI, Jianqiang" userId="cff57bb5-6b3d-420f-8247-78e7019450b8" providerId="ADAL" clId="{7FD6641B-B20E-440C-9CED-6BEEFC5E54F0}" dt="2024-09-30T11:38:04.279" v="498" actId="1076"/>
          <ac:spMkLst>
            <pc:docMk/>
            <pc:sldMk cId="1164986566" sldId="625"/>
            <ac:spMk id="5" creationId="{2FDCD3FE-D6B0-4C91-E321-88FD53C77A3E}"/>
          </ac:spMkLst>
        </pc:spChg>
        <pc:spChg chg="add mod">
          <ac:chgData name="LI, Jianqiang" userId="cff57bb5-6b3d-420f-8247-78e7019450b8" providerId="ADAL" clId="{7FD6641B-B20E-440C-9CED-6BEEFC5E54F0}" dt="2024-09-30T11:38:27.983" v="501" actId="1076"/>
          <ac:spMkLst>
            <pc:docMk/>
            <pc:sldMk cId="1164986566" sldId="625"/>
            <ac:spMk id="6" creationId="{11970F9F-5EC6-EC7C-76FE-811228D7001B}"/>
          </ac:spMkLst>
        </pc:spChg>
        <pc:spChg chg="mod">
          <ac:chgData name="LI, Jianqiang" userId="cff57bb5-6b3d-420f-8247-78e7019450b8" providerId="ADAL" clId="{7FD6641B-B20E-440C-9CED-6BEEFC5E54F0}" dt="2024-09-30T11:30:42.262" v="421" actId="20577"/>
          <ac:spMkLst>
            <pc:docMk/>
            <pc:sldMk cId="1164986566" sldId="625"/>
            <ac:spMk id="8" creationId="{1D68554F-5AF8-7E1E-17A3-DE6F9E0E8871}"/>
          </ac:spMkLst>
        </pc:spChg>
        <pc:spChg chg="mod">
          <ac:chgData name="LI, Jianqiang" userId="cff57bb5-6b3d-420f-8247-78e7019450b8" providerId="ADAL" clId="{7FD6641B-B20E-440C-9CED-6BEEFC5E54F0}" dt="2024-09-30T11:33:02.916" v="425" actId="5793"/>
          <ac:spMkLst>
            <pc:docMk/>
            <pc:sldMk cId="1164986566" sldId="625"/>
            <ac:spMk id="17" creationId="{6581B964-F4DA-382E-A5CC-2C7FCE505809}"/>
          </ac:spMkLst>
        </pc:spChg>
        <pc:spChg chg="mod">
          <ac:chgData name="LI, Jianqiang" userId="cff57bb5-6b3d-420f-8247-78e7019450b8" providerId="ADAL" clId="{7FD6641B-B20E-440C-9CED-6BEEFC5E54F0}" dt="2024-09-30T11:35:17.420" v="438" actId="1076"/>
          <ac:spMkLst>
            <pc:docMk/>
            <pc:sldMk cId="1164986566" sldId="625"/>
            <ac:spMk id="18" creationId="{A18B1B3D-31B5-29E2-CF84-EA37A5C3394F}"/>
          </ac:spMkLst>
        </pc:spChg>
        <pc:spChg chg="mod">
          <ac:chgData name="LI, Jianqiang" userId="cff57bb5-6b3d-420f-8247-78e7019450b8" providerId="ADAL" clId="{7FD6641B-B20E-440C-9CED-6BEEFC5E54F0}" dt="2024-09-30T11:35:42.830" v="439" actId="1076"/>
          <ac:spMkLst>
            <pc:docMk/>
            <pc:sldMk cId="1164986566" sldId="625"/>
            <ac:spMk id="19" creationId="{5CABB9FE-E2BB-4A06-2289-2E62E1541A6C}"/>
          </ac:spMkLst>
        </pc:spChg>
        <pc:spChg chg="mod">
          <ac:chgData name="LI, Jianqiang" userId="cff57bb5-6b3d-420f-8247-78e7019450b8" providerId="ADAL" clId="{7FD6641B-B20E-440C-9CED-6BEEFC5E54F0}" dt="2024-09-30T11:39:06.202" v="504" actId="5793"/>
          <ac:spMkLst>
            <pc:docMk/>
            <pc:sldMk cId="1164986566" sldId="625"/>
            <ac:spMk id="20" creationId="{3169D8BD-A06F-D6F6-ABD3-B05ED15363F3}"/>
          </ac:spMkLst>
        </pc:spChg>
      </pc:sldChg>
      <pc:sldChg chg="addSp delSp modSp mod">
        <pc:chgData name="LI, Jianqiang" userId="cff57bb5-6b3d-420f-8247-78e7019450b8" providerId="ADAL" clId="{7FD6641B-B20E-440C-9CED-6BEEFC5E54F0}" dt="2024-09-30T11:27:32.760" v="366"/>
        <pc:sldMkLst>
          <pc:docMk/>
          <pc:sldMk cId="2856971437" sldId="635"/>
        </pc:sldMkLst>
        <pc:spChg chg="mod">
          <ac:chgData name="LI, Jianqiang" userId="cff57bb5-6b3d-420f-8247-78e7019450b8" providerId="ADAL" clId="{7FD6641B-B20E-440C-9CED-6BEEFC5E54F0}" dt="2024-09-30T11:04:58.071" v="170" actId="20577"/>
          <ac:spMkLst>
            <pc:docMk/>
            <pc:sldMk cId="2856971437" sldId="635"/>
            <ac:spMk id="2" creationId="{62715A2E-656D-EC5D-FDE7-230488526EFC}"/>
          </ac:spMkLst>
        </pc:spChg>
        <pc:spChg chg="add mod">
          <ac:chgData name="LI, Jianqiang" userId="cff57bb5-6b3d-420f-8247-78e7019450b8" providerId="ADAL" clId="{7FD6641B-B20E-440C-9CED-6BEEFC5E54F0}" dt="2024-09-30T11:27:32.760" v="366"/>
          <ac:spMkLst>
            <pc:docMk/>
            <pc:sldMk cId="2856971437" sldId="635"/>
            <ac:spMk id="5" creationId="{1685A8AE-1515-1CD8-E585-D9ACDDB386DB}"/>
          </ac:spMkLst>
        </pc:spChg>
        <pc:spChg chg="del mod">
          <ac:chgData name="LI, Jianqiang" userId="cff57bb5-6b3d-420f-8247-78e7019450b8" providerId="ADAL" clId="{7FD6641B-B20E-440C-9CED-6BEEFC5E54F0}" dt="2024-09-30T11:27:27.298" v="365" actId="478"/>
          <ac:spMkLst>
            <pc:docMk/>
            <pc:sldMk cId="2856971437" sldId="635"/>
            <ac:spMk id="22" creationId="{5DCBAE54-B59D-659D-C2B5-B734C662961B}"/>
          </ac:spMkLst>
        </pc:spChg>
      </pc:sldChg>
      <pc:sldChg chg="addSp modSp mod">
        <pc:chgData name="LI, Jianqiang" userId="cff57bb5-6b3d-420f-8247-78e7019450b8" providerId="ADAL" clId="{7FD6641B-B20E-440C-9CED-6BEEFC5E54F0}" dt="2024-09-30T11:48:16.764" v="555" actId="20577"/>
        <pc:sldMkLst>
          <pc:docMk/>
          <pc:sldMk cId="2876691948" sldId="636"/>
        </pc:sldMkLst>
        <pc:spChg chg="mod">
          <ac:chgData name="LI, Jianqiang" userId="cff57bb5-6b3d-420f-8247-78e7019450b8" providerId="ADAL" clId="{7FD6641B-B20E-440C-9CED-6BEEFC5E54F0}" dt="2024-09-30T11:40:48.297" v="517" actId="20577"/>
          <ac:spMkLst>
            <pc:docMk/>
            <pc:sldMk cId="2876691948" sldId="636"/>
            <ac:spMk id="2" creationId="{62715A2E-656D-EC5D-FDE7-230488526EFC}"/>
          </ac:spMkLst>
        </pc:spChg>
        <pc:spChg chg="add">
          <ac:chgData name="LI, Jianqiang" userId="cff57bb5-6b3d-420f-8247-78e7019450b8" providerId="ADAL" clId="{7FD6641B-B20E-440C-9CED-6BEEFC5E54F0}" dt="2024-09-30T11:44:59.049" v="532"/>
          <ac:spMkLst>
            <pc:docMk/>
            <pc:sldMk cId="2876691948" sldId="636"/>
            <ac:spMk id="3" creationId="{954E4F1E-57E8-7E7A-C6C6-29085BFC20F8}"/>
          </ac:spMkLst>
        </pc:spChg>
        <pc:spChg chg="add">
          <ac:chgData name="LI, Jianqiang" userId="cff57bb5-6b3d-420f-8247-78e7019450b8" providerId="ADAL" clId="{7FD6641B-B20E-440C-9CED-6BEEFC5E54F0}" dt="2024-09-30T11:45:18.864" v="534"/>
          <ac:spMkLst>
            <pc:docMk/>
            <pc:sldMk cId="2876691948" sldId="636"/>
            <ac:spMk id="5" creationId="{4CAD8998-F8BF-8869-BB1D-C339F8931E5B}"/>
          </ac:spMkLst>
        </pc:spChg>
        <pc:spChg chg="mod">
          <ac:chgData name="LI, Jianqiang" userId="cff57bb5-6b3d-420f-8247-78e7019450b8" providerId="ADAL" clId="{7FD6641B-B20E-440C-9CED-6BEEFC5E54F0}" dt="2024-09-30T11:42:33.003" v="529" actId="20577"/>
          <ac:spMkLst>
            <pc:docMk/>
            <pc:sldMk cId="2876691948" sldId="636"/>
            <ac:spMk id="8" creationId="{1D68554F-5AF8-7E1E-17A3-DE6F9E0E8871}"/>
          </ac:spMkLst>
        </pc:spChg>
        <pc:spChg chg="mod">
          <ac:chgData name="LI, Jianqiang" userId="cff57bb5-6b3d-420f-8247-78e7019450b8" providerId="ADAL" clId="{7FD6641B-B20E-440C-9CED-6BEEFC5E54F0}" dt="2024-09-30T11:42:27.408" v="526" actId="1076"/>
          <ac:spMkLst>
            <pc:docMk/>
            <pc:sldMk cId="2876691948" sldId="636"/>
            <ac:spMk id="13" creationId="{ED25030F-4FDC-B91B-5C28-8CD4A7CDFC47}"/>
          </ac:spMkLst>
        </pc:spChg>
        <pc:spChg chg="mod">
          <ac:chgData name="LI, Jianqiang" userId="cff57bb5-6b3d-420f-8247-78e7019450b8" providerId="ADAL" clId="{7FD6641B-B20E-440C-9CED-6BEEFC5E54F0}" dt="2024-09-30T11:44:13.974" v="531" actId="5793"/>
          <ac:spMkLst>
            <pc:docMk/>
            <pc:sldMk cId="2876691948" sldId="636"/>
            <ac:spMk id="17" creationId="{6581B964-F4DA-382E-A5CC-2C7FCE505809}"/>
          </ac:spMkLst>
        </pc:spChg>
        <pc:spChg chg="mod">
          <ac:chgData name="LI, Jianqiang" userId="cff57bb5-6b3d-420f-8247-78e7019450b8" providerId="ADAL" clId="{7FD6641B-B20E-440C-9CED-6BEEFC5E54F0}" dt="2024-09-30T11:46:21.326" v="546" actId="1076"/>
          <ac:spMkLst>
            <pc:docMk/>
            <pc:sldMk cId="2876691948" sldId="636"/>
            <ac:spMk id="18" creationId="{A18B1B3D-31B5-29E2-CF84-EA37A5C3394F}"/>
          </ac:spMkLst>
        </pc:spChg>
        <pc:spChg chg="mod">
          <ac:chgData name="LI, Jianqiang" userId="cff57bb5-6b3d-420f-8247-78e7019450b8" providerId="ADAL" clId="{7FD6641B-B20E-440C-9CED-6BEEFC5E54F0}" dt="2024-09-30T11:46:28.212" v="547" actId="1076"/>
          <ac:spMkLst>
            <pc:docMk/>
            <pc:sldMk cId="2876691948" sldId="636"/>
            <ac:spMk id="19" creationId="{5CABB9FE-E2BB-4A06-2289-2E62E1541A6C}"/>
          </ac:spMkLst>
        </pc:spChg>
        <pc:spChg chg="mod">
          <ac:chgData name="LI, Jianqiang" userId="cff57bb5-6b3d-420f-8247-78e7019450b8" providerId="ADAL" clId="{7FD6641B-B20E-440C-9CED-6BEEFC5E54F0}" dt="2024-09-30T11:48:16.764" v="555" actId="20577"/>
          <ac:spMkLst>
            <pc:docMk/>
            <pc:sldMk cId="2876691948" sldId="636"/>
            <ac:spMk id="20" creationId="{3169D8BD-A06F-D6F6-ABD3-B05ED15363F3}"/>
          </ac:spMkLst>
        </pc:spChg>
      </pc:sldChg>
      <pc:sldChg chg="addSp modSp mod">
        <pc:chgData name="LI, Jianqiang" userId="cff57bb5-6b3d-420f-8247-78e7019450b8" providerId="ADAL" clId="{7FD6641B-B20E-440C-9CED-6BEEFC5E54F0}" dt="2024-09-30T11:57:29.299" v="701" actId="5793"/>
        <pc:sldMkLst>
          <pc:docMk/>
          <pc:sldMk cId="2520553328" sldId="637"/>
        </pc:sldMkLst>
        <pc:spChg chg="mod">
          <ac:chgData name="LI, Jianqiang" userId="cff57bb5-6b3d-420f-8247-78e7019450b8" providerId="ADAL" clId="{7FD6641B-B20E-440C-9CED-6BEEFC5E54F0}" dt="2024-09-30T11:54:46.288" v="682" actId="20577"/>
          <ac:spMkLst>
            <pc:docMk/>
            <pc:sldMk cId="2520553328" sldId="637"/>
            <ac:spMk id="2" creationId="{62715A2E-656D-EC5D-FDE7-230488526EFC}"/>
          </ac:spMkLst>
        </pc:spChg>
        <pc:spChg chg="add">
          <ac:chgData name="LI, Jianqiang" userId="cff57bb5-6b3d-420f-8247-78e7019450b8" providerId="ADAL" clId="{7FD6641B-B20E-440C-9CED-6BEEFC5E54F0}" dt="2024-09-30T11:56:05.532" v="691"/>
          <ac:spMkLst>
            <pc:docMk/>
            <pc:sldMk cId="2520553328" sldId="637"/>
            <ac:spMk id="3" creationId="{0E1011CA-3D6B-80AA-70F7-3F5040094DB8}"/>
          </ac:spMkLst>
        </pc:spChg>
        <pc:spChg chg="mod">
          <ac:chgData name="LI, Jianqiang" userId="cff57bb5-6b3d-420f-8247-78e7019450b8" providerId="ADAL" clId="{7FD6641B-B20E-440C-9CED-6BEEFC5E54F0}" dt="2024-09-30T11:55:06.670" v="688" actId="20577"/>
          <ac:spMkLst>
            <pc:docMk/>
            <pc:sldMk cId="2520553328" sldId="637"/>
            <ac:spMk id="8" creationId="{1D68554F-5AF8-7E1E-17A3-DE6F9E0E8871}"/>
          </ac:spMkLst>
        </pc:spChg>
        <pc:spChg chg="mod">
          <ac:chgData name="LI, Jianqiang" userId="cff57bb5-6b3d-420f-8247-78e7019450b8" providerId="ADAL" clId="{7FD6641B-B20E-440C-9CED-6BEEFC5E54F0}" dt="2024-09-30T11:55:43.407" v="690" actId="5793"/>
          <ac:spMkLst>
            <pc:docMk/>
            <pc:sldMk cId="2520553328" sldId="637"/>
            <ac:spMk id="17" creationId="{6581B964-F4DA-382E-A5CC-2C7FCE505809}"/>
          </ac:spMkLst>
        </pc:spChg>
        <pc:spChg chg="mod">
          <ac:chgData name="LI, Jianqiang" userId="cff57bb5-6b3d-420f-8247-78e7019450b8" providerId="ADAL" clId="{7FD6641B-B20E-440C-9CED-6BEEFC5E54F0}" dt="2024-09-30T11:56:25.535" v="696" actId="20577"/>
          <ac:spMkLst>
            <pc:docMk/>
            <pc:sldMk cId="2520553328" sldId="637"/>
            <ac:spMk id="18" creationId="{A18B1B3D-31B5-29E2-CF84-EA37A5C3394F}"/>
          </ac:spMkLst>
        </pc:spChg>
        <pc:spChg chg="mod">
          <ac:chgData name="LI, Jianqiang" userId="cff57bb5-6b3d-420f-8247-78e7019450b8" providerId="ADAL" clId="{7FD6641B-B20E-440C-9CED-6BEEFC5E54F0}" dt="2024-09-30T11:57:29.299" v="701" actId="5793"/>
          <ac:spMkLst>
            <pc:docMk/>
            <pc:sldMk cId="2520553328" sldId="637"/>
            <ac:spMk id="20" creationId="{3169D8BD-A06F-D6F6-ABD3-B05ED15363F3}"/>
          </ac:spMkLst>
        </pc:spChg>
      </pc:sldChg>
      <pc:sldChg chg="del">
        <pc:chgData name="LI, Jianqiang" userId="cff57bb5-6b3d-420f-8247-78e7019450b8" providerId="ADAL" clId="{7FD6641B-B20E-440C-9CED-6BEEFC5E54F0}" dt="2024-09-30T11:59:03.618" v="757" actId="47"/>
        <pc:sldMkLst>
          <pc:docMk/>
          <pc:sldMk cId="6090341" sldId="638"/>
        </pc:sldMkLst>
      </pc:sldChg>
      <pc:sldChg chg="del">
        <pc:chgData name="LI, Jianqiang" userId="cff57bb5-6b3d-420f-8247-78e7019450b8" providerId="ADAL" clId="{7FD6641B-B20E-440C-9CED-6BEEFC5E54F0}" dt="2024-09-30T12:00:58.992" v="819" actId="47"/>
        <pc:sldMkLst>
          <pc:docMk/>
          <pc:sldMk cId="3588725488" sldId="639"/>
        </pc:sldMkLst>
      </pc:sldChg>
      <pc:sldChg chg="del">
        <pc:chgData name="LI, Jianqiang" userId="cff57bb5-6b3d-420f-8247-78e7019450b8" providerId="ADAL" clId="{7FD6641B-B20E-440C-9CED-6BEEFC5E54F0}" dt="2024-09-30T12:01:00.685" v="820" actId="47"/>
        <pc:sldMkLst>
          <pc:docMk/>
          <pc:sldMk cId="378689546" sldId="640"/>
        </pc:sldMkLst>
      </pc:sldChg>
      <pc:sldChg chg="addSp delSp modSp mod">
        <pc:chgData name="LI, Jianqiang" userId="cff57bb5-6b3d-420f-8247-78e7019450b8" providerId="ADAL" clId="{7FD6641B-B20E-440C-9CED-6BEEFC5E54F0}" dt="2024-09-30T12:05:49.368" v="875" actId="14100"/>
        <pc:sldMkLst>
          <pc:docMk/>
          <pc:sldMk cId="2060659652" sldId="642"/>
        </pc:sldMkLst>
        <pc:spChg chg="mod">
          <ac:chgData name="LI, Jianqiang" userId="cff57bb5-6b3d-420f-8247-78e7019450b8" providerId="ADAL" clId="{7FD6641B-B20E-440C-9CED-6BEEFC5E54F0}" dt="2024-09-30T12:03:28.671" v="836" actId="20577"/>
          <ac:spMkLst>
            <pc:docMk/>
            <pc:sldMk cId="2060659652" sldId="642"/>
            <ac:spMk id="2" creationId="{62715A2E-656D-EC5D-FDE7-230488526EFC}"/>
          </ac:spMkLst>
        </pc:spChg>
        <pc:spChg chg="del">
          <ac:chgData name="LI, Jianqiang" userId="cff57bb5-6b3d-420f-8247-78e7019450b8" providerId="ADAL" clId="{7FD6641B-B20E-440C-9CED-6BEEFC5E54F0}" dt="2024-09-30T12:04:18.614" v="842" actId="478"/>
          <ac:spMkLst>
            <pc:docMk/>
            <pc:sldMk cId="2060659652" sldId="642"/>
            <ac:spMk id="3" creationId="{35E5DA3A-C303-88DD-0A47-ED3BBBDE8233}"/>
          </ac:spMkLst>
        </pc:spChg>
        <pc:spChg chg="add mod">
          <ac:chgData name="LI, Jianqiang" userId="cff57bb5-6b3d-420f-8247-78e7019450b8" providerId="ADAL" clId="{7FD6641B-B20E-440C-9CED-6BEEFC5E54F0}" dt="2024-09-30T12:05:49.368" v="875" actId="14100"/>
          <ac:spMkLst>
            <pc:docMk/>
            <pc:sldMk cId="2060659652" sldId="642"/>
            <ac:spMk id="5" creationId="{14771B40-21CF-5E90-3A74-392C5D51EA85}"/>
          </ac:spMkLst>
        </pc:spChg>
        <pc:spChg chg="del">
          <ac:chgData name="LI, Jianqiang" userId="cff57bb5-6b3d-420f-8247-78e7019450b8" providerId="ADAL" clId="{7FD6641B-B20E-440C-9CED-6BEEFC5E54F0}" dt="2024-09-30T12:04:20.319" v="843" actId="478"/>
          <ac:spMkLst>
            <pc:docMk/>
            <pc:sldMk cId="2060659652" sldId="642"/>
            <ac:spMk id="6" creationId="{7EE45859-8B74-CD35-C8F3-849759F3278B}"/>
          </ac:spMkLst>
        </pc:spChg>
        <pc:spChg chg="del">
          <ac:chgData name="LI, Jianqiang" userId="cff57bb5-6b3d-420f-8247-78e7019450b8" providerId="ADAL" clId="{7FD6641B-B20E-440C-9CED-6BEEFC5E54F0}" dt="2024-09-30T12:04:10.023" v="838" actId="478"/>
          <ac:spMkLst>
            <pc:docMk/>
            <pc:sldMk cId="2060659652" sldId="642"/>
            <ac:spMk id="8" creationId="{3048482A-26CD-6A78-76DB-978B6FC022D8}"/>
          </ac:spMkLst>
        </pc:spChg>
        <pc:spChg chg="del">
          <ac:chgData name="LI, Jianqiang" userId="cff57bb5-6b3d-420f-8247-78e7019450b8" providerId="ADAL" clId="{7FD6641B-B20E-440C-9CED-6BEEFC5E54F0}" dt="2024-09-30T12:04:24.134" v="848" actId="478"/>
          <ac:spMkLst>
            <pc:docMk/>
            <pc:sldMk cId="2060659652" sldId="642"/>
            <ac:spMk id="9" creationId="{74711B85-1C2F-4DBF-35CA-8DCBE468A6FA}"/>
          </ac:spMkLst>
        </pc:spChg>
        <pc:spChg chg="del">
          <ac:chgData name="LI, Jianqiang" userId="cff57bb5-6b3d-420f-8247-78e7019450b8" providerId="ADAL" clId="{7FD6641B-B20E-440C-9CED-6BEEFC5E54F0}" dt="2024-09-30T12:04:11.755" v="840" actId="478"/>
          <ac:spMkLst>
            <pc:docMk/>
            <pc:sldMk cId="2060659652" sldId="642"/>
            <ac:spMk id="10" creationId="{6F4E3837-8892-964F-FB2E-D35C0E50373D}"/>
          </ac:spMkLst>
        </pc:spChg>
        <pc:spChg chg="del">
          <ac:chgData name="LI, Jianqiang" userId="cff57bb5-6b3d-420f-8247-78e7019450b8" providerId="ADAL" clId="{7FD6641B-B20E-440C-9CED-6BEEFC5E54F0}" dt="2024-09-30T12:04:10.816" v="839" actId="478"/>
          <ac:spMkLst>
            <pc:docMk/>
            <pc:sldMk cId="2060659652" sldId="642"/>
            <ac:spMk id="16" creationId="{D7E0E3E0-4908-AD85-ACC2-2BB6E0E3D7C1}"/>
          </ac:spMkLst>
        </pc:spChg>
        <pc:spChg chg="del">
          <ac:chgData name="LI, Jianqiang" userId="cff57bb5-6b3d-420f-8247-78e7019450b8" providerId="ADAL" clId="{7FD6641B-B20E-440C-9CED-6BEEFC5E54F0}" dt="2024-09-30T12:04:18.014" v="841" actId="478"/>
          <ac:spMkLst>
            <pc:docMk/>
            <pc:sldMk cId="2060659652" sldId="642"/>
            <ac:spMk id="17" creationId="{2E1FC83A-FC50-61B8-ECB8-E3A1EAD8B237}"/>
          </ac:spMkLst>
        </pc:spChg>
        <pc:cxnChg chg="del mod">
          <ac:chgData name="LI, Jianqiang" userId="cff57bb5-6b3d-420f-8247-78e7019450b8" providerId="ADAL" clId="{7FD6641B-B20E-440C-9CED-6BEEFC5E54F0}" dt="2024-09-30T12:04:23.398" v="847" actId="478"/>
          <ac:cxnSpMkLst>
            <pc:docMk/>
            <pc:sldMk cId="2060659652" sldId="642"/>
            <ac:cxnSpMk id="12" creationId="{F314B3D1-4056-D011-C64C-CD297CB4AE59}"/>
          </ac:cxnSpMkLst>
        </pc:cxnChg>
        <pc:cxnChg chg="del mod">
          <ac:chgData name="LI, Jianqiang" userId="cff57bb5-6b3d-420f-8247-78e7019450b8" providerId="ADAL" clId="{7FD6641B-B20E-440C-9CED-6BEEFC5E54F0}" dt="2024-09-30T12:04:21.360" v="844" actId="478"/>
          <ac:cxnSpMkLst>
            <pc:docMk/>
            <pc:sldMk cId="2060659652" sldId="642"/>
            <ac:cxnSpMk id="18" creationId="{EE8F97F7-2B9E-3047-2FC9-B916CDDEDB1D}"/>
          </ac:cxnSpMkLst>
        </pc:cxnChg>
        <pc:cxnChg chg="del mod">
          <ac:chgData name="LI, Jianqiang" userId="cff57bb5-6b3d-420f-8247-78e7019450b8" providerId="ADAL" clId="{7FD6641B-B20E-440C-9CED-6BEEFC5E54F0}" dt="2024-09-30T12:04:22.589" v="846" actId="478"/>
          <ac:cxnSpMkLst>
            <pc:docMk/>
            <pc:sldMk cId="2060659652" sldId="642"/>
            <ac:cxnSpMk id="21" creationId="{F2399818-F202-0D7F-2B8F-C821FE027F03}"/>
          </ac:cxnSpMkLst>
        </pc:cxnChg>
        <pc:cxnChg chg="del mod">
          <ac:chgData name="LI, Jianqiang" userId="cff57bb5-6b3d-420f-8247-78e7019450b8" providerId="ADAL" clId="{7FD6641B-B20E-440C-9CED-6BEEFC5E54F0}" dt="2024-09-30T12:04:21.871" v="845" actId="478"/>
          <ac:cxnSpMkLst>
            <pc:docMk/>
            <pc:sldMk cId="2060659652" sldId="642"/>
            <ac:cxnSpMk id="25" creationId="{B11A0F1E-1BF9-1932-8DA5-2D409E5DB4C7}"/>
          </ac:cxnSpMkLst>
        </pc:cxnChg>
      </pc:sldChg>
      <pc:sldChg chg="del">
        <pc:chgData name="LI, Jianqiang" userId="cff57bb5-6b3d-420f-8247-78e7019450b8" providerId="ADAL" clId="{7FD6641B-B20E-440C-9CED-6BEEFC5E54F0}" dt="2024-09-30T12:14:09.143" v="974" actId="47"/>
        <pc:sldMkLst>
          <pc:docMk/>
          <pc:sldMk cId="4229940086" sldId="643"/>
        </pc:sldMkLst>
      </pc:sldChg>
      <pc:sldChg chg="add del">
        <pc:chgData name="LI, Jianqiang" userId="cff57bb5-6b3d-420f-8247-78e7019450b8" providerId="ADAL" clId="{7FD6641B-B20E-440C-9CED-6BEEFC5E54F0}" dt="2024-09-30T12:48:44.259" v="1544" actId="47"/>
        <pc:sldMkLst>
          <pc:docMk/>
          <pc:sldMk cId="3302421189" sldId="644"/>
        </pc:sldMkLst>
      </pc:sldChg>
      <pc:sldChg chg="addSp delSp modSp mod">
        <pc:chgData name="LI, Jianqiang" userId="cff57bb5-6b3d-420f-8247-78e7019450b8" providerId="ADAL" clId="{7FD6641B-B20E-440C-9CED-6BEEFC5E54F0}" dt="2024-09-30T12:50:37.494" v="1601" actId="1076"/>
        <pc:sldMkLst>
          <pc:docMk/>
          <pc:sldMk cId="3566911339" sldId="645"/>
        </pc:sldMkLst>
        <pc:spChg chg="mod">
          <ac:chgData name="LI, Jianqiang" userId="cff57bb5-6b3d-420f-8247-78e7019450b8" providerId="ADAL" clId="{7FD6641B-B20E-440C-9CED-6BEEFC5E54F0}" dt="2024-09-30T12:49:46.411" v="1591" actId="20577"/>
          <ac:spMkLst>
            <pc:docMk/>
            <pc:sldMk cId="3566911339" sldId="645"/>
            <ac:spMk id="2" creationId="{62715A2E-656D-EC5D-FDE7-230488526EFC}"/>
          </ac:spMkLst>
        </pc:spChg>
        <pc:spChg chg="add del mod">
          <ac:chgData name="LI, Jianqiang" userId="cff57bb5-6b3d-420f-8247-78e7019450b8" providerId="ADAL" clId="{7FD6641B-B20E-440C-9CED-6BEEFC5E54F0}" dt="2024-09-30T12:50:37.494" v="1601" actId="1076"/>
          <ac:spMkLst>
            <pc:docMk/>
            <pc:sldMk cId="3566911339" sldId="645"/>
            <ac:spMk id="3" creationId="{4F9DF121-5295-B8EB-2410-E170AB4E45F1}"/>
          </ac:spMkLst>
        </pc:spChg>
        <pc:spChg chg="add">
          <ac:chgData name="LI, Jianqiang" userId="cff57bb5-6b3d-420f-8247-78e7019450b8" providerId="ADAL" clId="{7FD6641B-B20E-440C-9CED-6BEEFC5E54F0}" dt="2024-09-30T12:49:51.310" v="1592"/>
          <ac:spMkLst>
            <pc:docMk/>
            <pc:sldMk cId="3566911339" sldId="645"/>
            <ac:spMk id="5" creationId="{291291A2-0E07-1253-F828-51DC0790D5CF}"/>
          </ac:spMkLst>
        </pc:spChg>
        <pc:spChg chg="add mod">
          <ac:chgData name="LI, Jianqiang" userId="cff57bb5-6b3d-420f-8247-78e7019450b8" providerId="ADAL" clId="{7FD6641B-B20E-440C-9CED-6BEEFC5E54F0}" dt="2024-09-30T12:50:16.048" v="1595"/>
          <ac:spMkLst>
            <pc:docMk/>
            <pc:sldMk cId="3566911339" sldId="645"/>
            <ac:spMk id="6" creationId="{B7BB7740-8207-AE59-A1B6-0892D5653535}"/>
          </ac:spMkLst>
        </pc:spChg>
        <pc:spChg chg="del">
          <ac:chgData name="LI, Jianqiang" userId="cff57bb5-6b3d-420f-8247-78e7019450b8" providerId="ADAL" clId="{7FD6641B-B20E-440C-9CED-6BEEFC5E54F0}" dt="2024-09-30T12:50:24.666" v="1599" actId="478"/>
          <ac:spMkLst>
            <pc:docMk/>
            <pc:sldMk cId="3566911339" sldId="645"/>
            <ac:spMk id="7" creationId="{B159820B-810A-2284-B21D-5FC5B32C919A}"/>
          </ac:spMkLst>
        </pc:spChg>
      </pc:sldChg>
      <pc:sldChg chg="modSp mod">
        <pc:chgData name="LI, Jianqiang" userId="cff57bb5-6b3d-420f-8247-78e7019450b8" providerId="ADAL" clId="{7FD6641B-B20E-440C-9CED-6BEEFC5E54F0}" dt="2024-09-30T12:30:05.111" v="1385" actId="20577"/>
        <pc:sldMkLst>
          <pc:docMk/>
          <pc:sldMk cId="1415499555" sldId="646"/>
        </pc:sldMkLst>
        <pc:spChg chg="mod">
          <ac:chgData name="LI, Jianqiang" userId="cff57bb5-6b3d-420f-8247-78e7019450b8" providerId="ADAL" clId="{7FD6641B-B20E-440C-9CED-6BEEFC5E54F0}" dt="2024-09-30T11:02:19.232" v="72" actId="20577"/>
          <ac:spMkLst>
            <pc:docMk/>
            <pc:sldMk cId="1415499555" sldId="646"/>
            <ac:spMk id="2" creationId="{62715A2E-656D-EC5D-FDE7-230488526EFC}"/>
          </ac:spMkLst>
        </pc:spChg>
        <pc:spChg chg="mod">
          <ac:chgData name="LI, Jianqiang" userId="cff57bb5-6b3d-420f-8247-78e7019450b8" providerId="ADAL" clId="{7FD6641B-B20E-440C-9CED-6BEEFC5E54F0}" dt="2024-09-30T12:30:05.111" v="1385" actId="20577"/>
          <ac:spMkLst>
            <pc:docMk/>
            <pc:sldMk cId="1415499555" sldId="646"/>
            <ac:spMk id="3" creationId="{36A5FFEE-E22C-7E2F-1F3B-D8658E79FF2E}"/>
          </ac:spMkLst>
        </pc:spChg>
        <pc:spChg chg="mod">
          <ac:chgData name="LI, Jianqiang" userId="cff57bb5-6b3d-420f-8247-78e7019450b8" providerId="ADAL" clId="{7FD6641B-B20E-440C-9CED-6BEEFC5E54F0}" dt="2024-09-30T11:22:06.107" v="268" actId="1076"/>
          <ac:spMkLst>
            <pc:docMk/>
            <pc:sldMk cId="1415499555" sldId="646"/>
            <ac:spMk id="6" creationId="{059666F3-2E33-F336-CBC8-9499F9D78784}"/>
          </ac:spMkLst>
        </pc:spChg>
      </pc:sldChg>
      <pc:sldChg chg="add del">
        <pc:chgData name="LI, Jianqiang" userId="cff57bb5-6b3d-420f-8247-78e7019450b8" providerId="ADAL" clId="{7FD6641B-B20E-440C-9CED-6BEEFC5E54F0}" dt="2024-09-30T11:27:14.570" v="364" actId="47"/>
        <pc:sldMkLst>
          <pc:docMk/>
          <pc:sldMk cId="3857821750" sldId="647"/>
        </pc:sldMkLst>
      </pc:sldChg>
      <pc:sldChg chg="addSp modSp add mod">
        <pc:chgData name="LI, Jianqiang" userId="cff57bb5-6b3d-420f-8247-78e7019450b8" providerId="ADAL" clId="{7FD6641B-B20E-440C-9CED-6BEEFC5E54F0}" dt="2024-09-30T11:41:55.164" v="525" actId="1076"/>
        <pc:sldMkLst>
          <pc:docMk/>
          <pc:sldMk cId="618963421" sldId="648"/>
        </pc:sldMkLst>
        <pc:spChg chg="mod">
          <ac:chgData name="LI, Jianqiang" userId="cff57bb5-6b3d-420f-8247-78e7019450b8" providerId="ADAL" clId="{7FD6641B-B20E-440C-9CED-6BEEFC5E54F0}" dt="2024-09-30T11:22:30.833" v="272" actId="20577"/>
          <ac:spMkLst>
            <pc:docMk/>
            <pc:sldMk cId="618963421" sldId="648"/>
            <ac:spMk id="2" creationId="{62715A2E-656D-EC5D-FDE7-230488526EFC}"/>
          </ac:spMkLst>
        </pc:spChg>
        <pc:spChg chg="add mod">
          <ac:chgData name="LI, Jianqiang" userId="cff57bb5-6b3d-420f-8247-78e7019450b8" providerId="ADAL" clId="{7FD6641B-B20E-440C-9CED-6BEEFC5E54F0}" dt="2024-09-30T11:25:57.766" v="363" actId="207"/>
          <ac:spMkLst>
            <pc:docMk/>
            <pc:sldMk cId="618963421" sldId="648"/>
            <ac:spMk id="5" creationId="{EA6380A2-20C4-B83D-453D-5410F86E9B40}"/>
          </ac:spMkLst>
        </pc:spChg>
        <pc:spChg chg="mod">
          <ac:chgData name="LI, Jianqiang" userId="cff57bb5-6b3d-420f-8247-78e7019450b8" providerId="ADAL" clId="{7FD6641B-B20E-440C-9CED-6BEEFC5E54F0}" dt="2024-09-30T11:41:55.164" v="525" actId="1076"/>
          <ac:spMkLst>
            <pc:docMk/>
            <pc:sldMk cId="618963421" sldId="648"/>
            <ac:spMk id="22" creationId="{5DCBAE54-B59D-659D-C2B5-B734C662961B}"/>
          </ac:spMkLst>
        </pc:spChg>
      </pc:sldChg>
      <pc:sldChg chg="delSp modSp add mod">
        <pc:chgData name="LI, Jianqiang" userId="cff57bb5-6b3d-420f-8247-78e7019450b8" providerId="ADAL" clId="{7FD6641B-B20E-440C-9CED-6BEEFC5E54F0}" dt="2024-09-30T11:54:13.671" v="667" actId="108"/>
        <pc:sldMkLst>
          <pc:docMk/>
          <pc:sldMk cId="2107550131" sldId="649"/>
        </pc:sldMkLst>
        <pc:spChg chg="mod">
          <ac:chgData name="LI, Jianqiang" userId="cff57bb5-6b3d-420f-8247-78e7019450b8" providerId="ADAL" clId="{7FD6641B-B20E-440C-9CED-6BEEFC5E54F0}" dt="2024-09-30T11:50:40.223" v="610" actId="20577"/>
          <ac:spMkLst>
            <pc:docMk/>
            <pc:sldMk cId="2107550131" sldId="649"/>
            <ac:spMk id="8" creationId="{1D68554F-5AF8-7E1E-17A3-DE6F9E0E8871}"/>
          </ac:spMkLst>
        </pc:spChg>
        <pc:spChg chg="del">
          <ac:chgData name="LI, Jianqiang" userId="cff57bb5-6b3d-420f-8247-78e7019450b8" providerId="ADAL" clId="{7FD6641B-B20E-440C-9CED-6BEEFC5E54F0}" dt="2024-09-30T11:51:03.684" v="611" actId="478"/>
          <ac:spMkLst>
            <pc:docMk/>
            <pc:sldMk cId="2107550131" sldId="649"/>
            <ac:spMk id="13" creationId="{ED25030F-4FDC-B91B-5C28-8CD4A7CDFC47}"/>
          </ac:spMkLst>
        </pc:spChg>
        <pc:spChg chg="del">
          <ac:chgData name="LI, Jianqiang" userId="cff57bb5-6b3d-420f-8247-78e7019450b8" providerId="ADAL" clId="{7FD6641B-B20E-440C-9CED-6BEEFC5E54F0}" dt="2024-09-30T11:51:05.042" v="612" actId="478"/>
          <ac:spMkLst>
            <pc:docMk/>
            <pc:sldMk cId="2107550131" sldId="649"/>
            <ac:spMk id="17" creationId="{6581B964-F4DA-382E-A5CC-2C7FCE505809}"/>
          </ac:spMkLst>
        </pc:spChg>
        <pc:spChg chg="del">
          <ac:chgData name="LI, Jianqiang" userId="cff57bb5-6b3d-420f-8247-78e7019450b8" providerId="ADAL" clId="{7FD6641B-B20E-440C-9CED-6BEEFC5E54F0}" dt="2024-09-30T11:51:06.511" v="613" actId="478"/>
          <ac:spMkLst>
            <pc:docMk/>
            <pc:sldMk cId="2107550131" sldId="649"/>
            <ac:spMk id="18" creationId="{A18B1B3D-31B5-29E2-CF84-EA37A5C3394F}"/>
          </ac:spMkLst>
        </pc:spChg>
        <pc:spChg chg="mod">
          <ac:chgData name="LI, Jianqiang" userId="cff57bb5-6b3d-420f-8247-78e7019450b8" providerId="ADAL" clId="{7FD6641B-B20E-440C-9CED-6BEEFC5E54F0}" dt="2024-09-30T11:51:24.249" v="651" actId="20577"/>
          <ac:spMkLst>
            <pc:docMk/>
            <pc:sldMk cId="2107550131" sldId="649"/>
            <ac:spMk id="19" creationId="{5CABB9FE-E2BB-4A06-2289-2E62E1541A6C}"/>
          </ac:spMkLst>
        </pc:spChg>
        <pc:spChg chg="mod">
          <ac:chgData name="LI, Jianqiang" userId="cff57bb5-6b3d-420f-8247-78e7019450b8" providerId="ADAL" clId="{7FD6641B-B20E-440C-9CED-6BEEFC5E54F0}" dt="2024-09-30T11:54:13.671" v="667" actId="108"/>
          <ac:spMkLst>
            <pc:docMk/>
            <pc:sldMk cId="2107550131" sldId="649"/>
            <ac:spMk id="20" creationId="{3169D8BD-A06F-D6F6-ABD3-B05ED15363F3}"/>
          </ac:spMkLst>
        </pc:spChg>
      </pc:sldChg>
      <pc:sldChg chg="modSp add mod">
        <pc:chgData name="LI, Jianqiang" userId="cff57bb5-6b3d-420f-8247-78e7019450b8" providerId="ADAL" clId="{7FD6641B-B20E-440C-9CED-6BEEFC5E54F0}" dt="2024-09-30T11:59:00.049" v="756" actId="20577"/>
        <pc:sldMkLst>
          <pc:docMk/>
          <pc:sldMk cId="1075628936" sldId="650"/>
        </pc:sldMkLst>
        <pc:spChg chg="mod">
          <ac:chgData name="LI, Jianqiang" userId="cff57bb5-6b3d-420f-8247-78e7019450b8" providerId="ADAL" clId="{7FD6641B-B20E-440C-9CED-6BEEFC5E54F0}" dt="2024-09-30T11:59:00.049" v="756" actId="20577"/>
          <ac:spMkLst>
            <pc:docMk/>
            <pc:sldMk cId="1075628936" sldId="650"/>
            <ac:spMk id="2" creationId="{62715A2E-656D-EC5D-FDE7-230488526EFC}"/>
          </ac:spMkLst>
        </pc:spChg>
        <pc:spChg chg="mod">
          <ac:chgData name="LI, Jianqiang" userId="cff57bb5-6b3d-420f-8247-78e7019450b8" providerId="ADAL" clId="{7FD6641B-B20E-440C-9CED-6BEEFC5E54F0}" dt="2024-09-30T11:58:13.146" v="724" actId="20577"/>
          <ac:spMkLst>
            <pc:docMk/>
            <pc:sldMk cId="1075628936" sldId="650"/>
            <ac:spMk id="8" creationId="{1D68554F-5AF8-7E1E-17A3-DE6F9E0E8871}"/>
          </ac:spMkLst>
        </pc:spChg>
        <pc:spChg chg="mod">
          <ac:chgData name="LI, Jianqiang" userId="cff57bb5-6b3d-420f-8247-78e7019450b8" providerId="ADAL" clId="{7FD6641B-B20E-440C-9CED-6BEEFC5E54F0}" dt="2024-09-30T11:58:31.608" v="739" actId="20577"/>
          <ac:spMkLst>
            <pc:docMk/>
            <pc:sldMk cId="1075628936" sldId="650"/>
            <ac:spMk id="17" creationId="{6581B964-F4DA-382E-A5CC-2C7FCE505809}"/>
          </ac:spMkLst>
        </pc:spChg>
        <pc:spChg chg="mod">
          <ac:chgData name="LI, Jianqiang" userId="cff57bb5-6b3d-420f-8247-78e7019450b8" providerId="ADAL" clId="{7FD6641B-B20E-440C-9CED-6BEEFC5E54F0}" dt="2024-09-30T11:58:52.611" v="754" actId="20577"/>
          <ac:spMkLst>
            <pc:docMk/>
            <pc:sldMk cId="1075628936" sldId="650"/>
            <ac:spMk id="20" creationId="{3169D8BD-A06F-D6F6-ABD3-B05ED15363F3}"/>
          </ac:spMkLst>
        </pc:spChg>
      </pc:sldChg>
      <pc:sldChg chg="modSp add mod">
        <pc:chgData name="LI, Jianqiang" userId="cff57bb5-6b3d-420f-8247-78e7019450b8" providerId="ADAL" clId="{7FD6641B-B20E-440C-9CED-6BEEFC5E54F0}" dt="2024-09-30T12:00:41.507" v="818" actId="20577"/>
        <pc:sldMkLst>
          <pc:docMk/>
          <pc:sldMk cId="2151756269" sldId="651"/>
        </pc:sldMkLst>
        <pc:spChg chg="mod">
          <ac:chgData name="LI, Jianqiang" userId="cff57bb5-6b3d-420f-8247-78e7019450b8" providerId="ADAL" clId="{7FD6641B-B20E-440C-9CED-6BEEFC5E54F0}" dt="2024-09-30T11:59:35.264" v="776" actId="20577"/>
          <ac:spMkLst>
            <pc:docMk/>
            <pc:sldMk cId="2151756269" sldId="651"/>
            <ac:spMk id="2" creationId="{62715A2E-656D-EC5D-FDE7-230488526EFC}"/>
          </ac:spMkLst>
        </pc:spChg>
        <pc:spChg chg="mod">
          <ac:chgData name="LI, Jianqiang" userId="cff57bb5-6b3d-420f-8247-78e7019450b8" providerId="ADAL" clId="{7FD6641B-B20E-440C-9CED-6BEEFC5E54F0}" dt="2024-09-30T11:59:56.184" v="782" actId="20577"/>
          <ac:spMkLst>
            <pc:docMk/>
            <pc:sldMk cId="2151756269" sldId="651"/>
            <ac:spMk id="8" creationId="{1D68554F-5AF8-7E1E-17A3-DE6F9E0E8871}"/>
          </ac:spMkLst>
        </pc:spChg>
        <pc:spChg chg="mod">
          <ac:chgData name="LI, Jianqiang" userId="cff57bb5-6b3d-420f-8247-78e7019450b8" providerId="ADAL" clId="{7FD6641B-B20E-440C-9CED-6BEEFC5E54F0}" dt="2024-09-30T12:00:08.657" v="798" actId="20577"/>
          <ac:spMkLst>
            <pc:docMk/>
            <pc:sldMk cId="2151756269" sldId="651"/>
            <ac:spMk id="17" creationId="{6581B964-F4DA-382E-A5CC-2C7FCE505809}"/>
          </ac:spMkLst>
        </pc:spChg>
        <pc:spChg chg="mod">
          <ac:chgData name="LI, Jianqiang" userId="cff57bb5-6b3d-420f-8247-78e7019450b8" providerId="ADAL" clId="{7FD6641B-B20E-440C-9CED-6BEEFC5E54F0}" dt="2024-09-30T12:00:41.507" v="818" actId="20577"/>
          <ac:spMkLst>
            <pc:docMk/>
            <pc:sldMk cId="2151756269" sldId="651"/>
            <ac:spMk id="20" creationId="{3169D8BD-A06F-D6F6-ABD3-B05ED15363F3}"/>
          </ac:spMkLst>
        </pc:spChg>
      </pc:sldChg>
      <pc:sldChg chg="addSp delSp modSp add mod">
        <pc:chgData name="LI, Jianqiang" userId="cff57bb5-6b3d-420f-8247-78e7019450b8" providerId="ADAL" clId="{7FD6641B-B20E-440C-9CED-6BEEFC5E54F0}" dt="2024-09-30T12:20:07.253" v="1123" actId="14100"/>
        <pc:sldMkLst>
          <pc:docMk/>
          <pc:sldMk cId="1926095109" sldId="652"/>
        </pc:sldMkLst>
        <pc:spChg chg="del">
          <ac:chgData name="LI, Jianqiang" userId="cff57bb5-6b3d-420f-8247-78e7019450b8" providerId="ADAL" clId="{7FD6641B-B20E-440C-9CED-6BEEFC5E54F0}" dt="2024-09-30T12:08:04.171" v="882" actId="478"/>
          <ac:spMkLst>
            <pc:docMk/>
            <pc:sldMk cId="1926095109" sldId="652"/>
            <ac:spMk id="3" creationId="{35E5DA3A-C303-88DD-0A47-ED3BBBDE8233}"/>
          </ac:spMkLst>
        </pc:spChg>
        <pc:spChg chg="add mod">
          <ac:chgData name="LI, Jianqiang" userId="cff57bb5-6b3d-420f-8247-78e7019450b8" providerId="ADAL" clId="{7FD6641B-B20E-440C-9CED-6BEEFC5E54F0}" dt="2024-09-30T12:12:02.876" v="963" actId="1076"/>
          <ac:spMkLst>
            <pc:docMk/>
            <pc:sldMk cId="1926095109" sldId="652"/>
            <ac:spMk id="5" creationId="{8F36E625-385C-74EA-5F44-3F24878C63BE}"/>
          </ac:spMkLst>
        </pc:spChg>
        <pc:spChg chg="del">
          <ac:chgData name="LI, Jianqiang" userId="cff57bb5-6b3d-420f-8247-78e7019450b8" providerId="ADAL" clId="{7FD6641B-B20E-440C-9CED-6BEEFC5E54F0}" dt="2024-09-30T12:07:57.088" v="876" actId="478"/>
          <ac:spMkLst>
            <pc:docMk/>
            <pc:sldMk cId="1926095109" sldId="652"/>
            <ac:spMk id="6" creationId="{7EE45859-8B74-CD35-C8F3-849759F3278B}"/>
          </ac:spMkLst>
        </pc:spChg>
        <pc:spChg chg="add mod">
          <ac:chgData name="LI, Jianqiang" userId="cff57bb5-6b3d-420f-8247-78e7019450b8" providerId="ADAL" clId="{7FD6641B-B20E-440C-9CED-6BEEFC5E54F0}" dt="2024-09-30T12:12:12.023" v="965" actId="1076"/>
          <ac:spMkLst>
            <pc:docMk/>
            <pc:sldMk cId="1926095109" sldId="652"/>
            <ac:spMk id="7" creationId="{0E3DD26D-BBB8-B2A2-69C6-6646F31F2824}"/>
          </ac:spMkLst>
        </pc:spChg>
        <pc:spChg chg="del">
          <ac:chgData name="LI, Jianqiang" userId="cff57bb5-6b3d-420f-8247-78e7019450b8" providerId="ADAL" clId="{7FD6641B-B20E-440C-9CED-6BEEFC5E54F0}" dt="2024-09-30T12:07:59.677" v="878" actId="478"/>
          <ac:spMkLst>
            <pc:docMk/>
            <pc:sldMk cId="1926095109" sldId="652"/>
            <ac:spMk id="8" creationId="{3048482A-26CD-6A78-76DB-978B6FC022D8}"/>
          </ac:spMkLst>
        </pc:spChg>
        <pc:spChg chg="del">
          <ac:chgData name="LI, Jianqiang" userId="cff57bb5-6b3d-420f-8247-78e7019450b8" providerId="ADAL" clId="{7FD6641B-B20E-440C-9CED-6BEEFC5E54F0}" dt="2024-09-30T12:07:58.861" v="877" actId="478"/>
          <ac:spMkLst>
            <pc:docMk/>
            <pc:sldMk cId="1926095109" sldId="652"/>
            <ac:spMk id="9" creationId="{74711B85-1C2F-4DBF-35CA-8DCBE468A6FA}"/>
          </ac:spMkLst>
        </pc:spChg>
        <pc:spChg chg="del">
          <ac:chgData name="LI, Jianqiang" userId="cff57bb5-6b3d-420f-8247-78e7019450b8" providerId="ADAL" clId="{7FD6641B-B20E-440C-9CED-6BEEFC5E54F0}" dt="2024-09-30T12:08:02.029" v="880" actId="478"/>
          <ac:spMkLst>
            <pc:docMk/>
            <pc:sldMk cId="1926095109" sldId="652"/>
            <ac:spMk id="10" creationId="{6F4E3837-8892-964F-FB2E-D35C0E50373D}"/>
          </ac:spMkLst>
        </pc:spChg>
        <pc:spChg chg="add mod">
          <ac:chgData name="LI, Jianqiang" userId="cff57bb5-6b3d-420f-8247-78e7019450b8" providerId="ADAL" clId="{7FD6641B-B20E-440C-9CED-6BEEFC5E54F0}" dt="2024-09-30T12:17:15.273" v="1048" actId="1036"/>
          <ac:spMkLst>
            <pc:docMk/>
            <pc:sldMk cId="1926095109" sldId="652"/>
            <ac:spMk id="11" creationId="{3EEA725B-360D-DDD8-AA35-9EB51F024E08}"/>
          </ac:spMkLst>
        </pc:spChg>
        <pc:spChg chg="add mod">
          <ac:chgData name="LI, Jianqiang" userId="cff57bb5-6b3d-420f-8247-78e7019450b8" providerId="ADAL" clId="{7FD6641B-B20E-440C-9CED-6BEEFC5E54F0}" dt="2024-09-30T12:12:05.952" v="964" actId="1076"/>
          <ac:spMkLst>
            <pc:docMk/>
            <pc:sldMk cId="1926095109" sldId="652"/>
            <ac:spMk id="13" creationId="{78A74D20-F919-692D-3FD7-B21217969B50}"/>
          </ac:spMkLst>
        </pc:spChg>
        <pc:spChg chg="add del mod">
          <ac:chgData name="LI, Jianqiang" userId="cff57bb5-6b3d-420f-8247-78e7019450b8" providerId="ADAL" clId="{7FD6641B-B20E-440C-9CED-6BEEFC5E54F0}" dt="2024-09-30T12:11:19.572" v="947" actId="478"/>
          <ac:spMkLst>
            <pc:docMk/>
            <pc:sldMk cId="1926095109" sldId="652"/>
            <ac:spMk id="14" creationId="{5A872B1E-56BE-83FE-5167-B1AC344A6973}"/>
          </ac:spMkLst>
        </pc:spChg>
        <pc:spChg chg="del">
          <ac:chgData name="LI, Jianqiang" userId="cff57bb5-6b3d-420f-8247-78e7019450b8" providerId="ADAL" clId="{7FD6641B-B20E-440C-9CED-6BEEFC5E54F0}" dt="2024-09-30T12:08:00.527" v="879" actId="478"/>
          <ac:spMkLst>
            <pc:docMk/>
            <pc:sldMk cId="1926095109" sldId="652"/>
            <ac:spMk id="16" creationId="{D7E0E3E0-4908-AD85-ACC2-2BB6E0E3D7C1}"/>
          </ac:spMkLst>
        </pc:spChg>
        <pc:spChg chg="del">
          <ac:chgData name="LI, Jianqiang" userId="cff57bb5-6b3d-420f-8247-78e7019450b8" providerId="ADAL" clId="{7FD6641B-B20E-440C-9CED-6BEEFC5E54F0}" dt="2024-09-30T12:08:02.778" v="881" actId="478"/>
          <ac:spMkLst>
            <pc:docMk/>
            <pc:sldMk cId="1926095109" sldId="652"/>
            <ac:spMk id="17" creationId="{2E1FC83A-FC50-61B8-ECB8-E3A1EAD8B237}"/>
          </ac:spMkLst>
        </pc:spChg>
        <pc:spChg chg="add del mod">
          <ac:chgData name="LI, Jianqiang" userId="cff57bb5-6b3d-420f-8247-78e7019450b8" providerId="ADAL" clId="{7FD6641B-B20E-440C-9CED-6BEEFC5E54F0}" dt="2024-09-30T12:11:21.141" v="948" actId="478"/>
          <ac:spMkLst>
            <pc:docMk/>
            <pc:sldMk cId="1926095109" sldId="652"/>
            <ac:spMk id="19" creationId="{F48C729F-8894-93C6-9933-74541BBA43EB}"/>
          </ac:spMkLst>
        </pc:spChg>
        <pc:spChg chg="add del mod">
          <ac:chgData name="LI, Jianqiang" userId="cff57bb5-6b3d-420f-8247-78e7019450b8" providerId="ADAL" clId="{7FD6641B-B20E-440C-9CED-6BEEFC5E54F0}" dt="2024-09-30T12:11:22.728" v="949" actId="478"/>
          <ac:spMkLst>
            <pc:docMk/>
            <pc:sldMk cId="1926095109" sldId="652"/>
            <ac:spMk id="22" creationId="{05AAF302-C45D-278D-9B7C-1F0692EC9AEE}"/>
          </ac:spMkLst>
        </pc:spChg>
        <pc:spChg chg="add mod">
          <ac:chgData name="LI, Jianqiang" userId="cff57bb5-6b3d-420f-8247-78e7019450b8" providerId="ADAL" clId="{7FD6641B-B20E-440C-9CED-6BEEFC5E54F0}" dt="2024-09-30T12:12:37.848" v="969" actId="6549"/>
          <ac:spMkLst>
            <pc:docMk/>
            <pc:sldMk cId="1926095109" sldId="652"/>
            <ac:spMk id="23" creationId="{68B40315-921F-F5C0-BEF1-A218B56ECC14}"/>
          </ac:spMkLst>
        </pc:spChg>
        <pc:spChg chg="add mod">
          <ac:chgData name="LI, Jianqiang" userId="cff57bb5-6b3d-420f-8247-78e7019450b8" providerId="ADAL" clId="{7FD6641B-B20E-440C-9CED-6BEEFC5E54F0}" dt="2024-09-30T12:17:33.430" v="1053" actId="20577"/>
          <ac:spMkLst>
            <pc:docMk/>
            <pc:sldMk cId="1926095109" sldId="652"/>
            <ac:spMk id="24" creationId="{26E14B30-A686-579C-B292-2EAD29D3A4B3}"/>
          </ac:spMkLst>
        </pc:spChg>
        <pc:spChg chg="add mod">
          <ac:chgData name="LI, Jianqiang" userId="cff57bb5-6b3d-420f-8247-78e7019450b8" providerId="ADAL" clId="{7FD6641B-B20E-440C-9CED-6BEEFC5E54F0}" dt="2024-09-30T12:17:35.968" v="1055" actId="20577"/>
          <ac:spMkLst>
            <pc:docMk/>
            <pc:sldMk cId="1926095109" sldId="652"/>
            <ac:spMk id="29" creationId="{2970DC30-0D8C-2957-A17E-27C2B5536095}"/>
          </ac:spMkLst>
        </pc:spChg>
        <pc:spChg chg="add mod">
          <ac:chgData name="LI, Jianqiang" userId="cff57bb5-6b3d-420f-8247-78e7019450b8" providerId="ADAL" clId="{7FD6641B-B20E-440C-9CED-6BEEFC5E54F0}" dt="2024-09-30T12:19:27.632" v="1110" actId="14100"/>
          <ac:spMkLst>
            <pc:docMk/>
            <pc:sldMk cId="1926095109" sldId="652"/>
            <ac:spMk id="33" creationId="{E46DB851-3870-AEF9-799F-B7F141DEE93B}"/>
          </ac:spMkLst>
        </pc:spChg>
        <pc:spChg chg="add mod">
          <ac:chgData name="LI, Jianqiang" userId="cff57bb5-6b3d-420f-8247-78e7019450b8" providerId="ADAL" clId="{7FD6641B-B20E-440C-9CED-6BEEFC5E54F0}" dt="2024-09-30T12:19:52.189" v="1119" actId="1076"/>
          <ac:spMkLst>
            <pc:docMk/>
            <pc:sldMk cId="1926095109" sldId="652"/>
            <ac:spMk id="41" creationId="{8D0A9712-09AA-A64E-22CA-4B3EB5939B76}"/>
          </ac:spMkLst>
        </pc:spChg>
        <pc:cxnChg chg="del mod">
          <ac:chgData name="LI, Jianqiang" userId="cff57bb5-6b3d-420f-8247-78e7019450b8" providerId="ADAL" clId="{7FD6641B-B20E-440C-9CED-6BEEFC5E54F0}" dt="2024-09-30T12:08:05.883" v="883" actId="478"/>
          <ac:cxnSpMkLst>
            <pc:docMk/>
            <pc:sldMk cId="1926095109" sldId="652"/>
            <ac:cxnSpMk id="12" creationId="{F314B3D1-4056-D011-C64C-CD297CB4AE59}"/>
          </ac:cxnSpMkLst>
        </pc:cxnChg>
        <pc:cxnChg chg="add del mod">
          <ac:chgData name="LI, Jianqiang" userId="cff57bb5-6b3d-420f-8247-78e7019450b8" providerId="ADAL" clId="{7FD6641B-B20E-440C-9CED-6BEEFC5E54F0}" dt="2024-09-30T12:10:41.842" v="928" actId="478"/>
          <ac:cxnSpMkLst>
            <pc:docMk/>
            <pc:sldMk cId="1926095109" sldId="652"/>
            <ac:cxnSpMk id="15" creationId="{E61180C7-EA9E-8BBD-3BCB-1BA2DB94D8D9}"/>
          </ac:cxnSpMkLst>
        </pc:cxnChg>
        <pc:cxnChg chg="del mod">
          <ac:chgData name="LI, Jianqiang" userId="cff57bb5-6b3d-420f-8247-78e7019450b8" providerId="ADAL" clId="{7FD6641B-B20E-440C-9CED-6BEEFC5E54F0}" dt="2024-09-30T12:08:05.883" v="883" actId="478"/>
          <ac:cxnSpMkLst>
            <pc:docMk/>
            <pc:sldMk cId="1926095109" sldId="652"/>
            <ac:cxnSpMk id="18" creationId="{EE8F97F7-2B9E-3047-2FC9-B916CDDEDB1D}"/>
          </ac:cxnSpMkLst>
        </pc:cxnChg>
        <pc:cxnChg chg="add del mod">
          <ac:chgData name="LI, Jianqiang" userId="cff57bb5-6b3d-420f-8247-78e7019450b8" providerId="ADAL" clId="{7FD6641B-B20E-440C-9CED-6BEEFC5E54F0}" dt="2024-09-30T12:10:42.853" v="929" actId="478"/>
          <ac:cxnSpMkLst>
            <pc:docMk/>
            <pc:sldMk cId="1926095109" sldId="652"/>
            <ac:cxnSpMk id="20" creationId="{A9C0C1B9-4C9F-63C4-CB5E-46AF7ACD88BF}"/>
          </ac:cxnSpMkLst>
        </pc:cxnChg>
        <pc:cxnChg chg="del mod">
          <ac:chgData name="LI, Jianqiang" userId="cff57bb5-6b3d-420f-8247-78e7019450b8" providerId="ADAL" clId="{7FD6641B-B20E-440C-9CED-6BEEFC5E54F0}" dt="2024-09-30T12:08:05.883" v="883" actId="478"/>
          <ac:cxnSpMkLst>
            <pc:docMk/>
            <pc:sldMk cId="1926095109" sldId="652"/>
            <ac:cxnSpMk id="21" creationId="{F2399818-F202-0D7F-2B8F-C821FE027F03}"/>
          </ac:cxnSpMkLst>
        </pc:cxnChg>
        <pc:cxnChg chg="del mod">
          <ac:chgData name="LI, Jianqiang" userId="cff57bb5-6b3d-420f-8247-78e7019450b8" providerId="ADAL" clId="{7FD6641B-B20E-440C-9CED-6BEEFC5E54F0}" dt="2024-09-30T12:08:05.883" v="883" actId="478"/>
          <ac:cxnSpMkLst>
            <pc:docMk/>
            <pc:sldMk cId="1926095109" sldId="652"/>
            <ac:cxnSpMk id="25" creationId="{B11A0F1E-1BF9-1932-8DA5-2D409E5DB4C7}"/>
          </ac:cxnSpMkLst>
        </pc:cxnChg>
        <pc:cxnChg chg="add mod">
          <ac:chgData name="LI, Jianqiang" userId="cff57bb5-6b3d-420f-8247-78e7019450b8" providerId="ADAL" clId="{7FD6641B-B20E-440C-9CED-6BEEFC5E54F0}" dt="2024-09-30T12:16:12.901" v="1014" actId="14100"/>
          <ac:cxnSpMkLst>
            <pc:docMk/>
            <pc:sldMk cId="1926095109" sldId="652"/>
            <ac:cxnSpMk id="26" creationId="{CEE40D53-3C27-5678-52A8-5D21137AE1BA}"/>
          </ac:cxnSpMkLst>
        </pc:cxnChg>
        <pc:cxnChg chg="add mod">
          <ac:chgData name="LI, Jianqiang" userId="cff57bb5-6b3d-420f-8247-78e7019450b8" providerId="ADAL" clId="{7FD6641B-B20E-440C-9CED-6BEEFC5E54F0}" dt="2024-09-30T12:16:56.051" v="1047" actId="14100"/>
          <ac:cxnSpMkLst>
            <pc:docMk/>
            <pc:sldMk cId="1926095109" sldId="652"/>
            <ac:cxnSpMk id="30" creationId="{1277CDAE-8BDE-B39E-2A22-D3F7233CB451}"/>
          </ac:cxnSpMkLst>
        </pc:cxnChg>
        <pc:cxnChg chg="add mod">
          <ac:chgData name="LI, Jianqiang" userId="cff57bb5-6b3d-420f-8247-78e7019450b8" providerId="ADAL" clId="{7FD6641B-B20E-440C-9CED-6BEEFC5E54F0}" dt="2024-09-30T12:19:27.632" v="1110" actId="14100"/>
          <ac:cxnSpMkLst>
            <pc:docMk/>
            <pc:sldMk cId="1926095109" sldId="652"/>
            <ac:cxnSpMk id="34" creationId="{621CE9CA-0D3A-4F75-6C25-FDAA81F8ED32}"/>
          </ac:cxnSpMkLst>
        </pc:cxnChg>
        <pc:cxnChg chg="add mod">
          <ac:chgData name="LI, Jianqiang" userId="cff57bb5-6b3d-420f-8247-78e7019450b8" providerId="ADAL" clId="{7FD6641B-B20E-440C-9CED-6BEEFC5E54F0}" dt="2024-09-30T12:20:07.253" v="1123" actId="14100"/>
          <ac:cxnSpMkLst>
            <pc:docMk/>
            <pc:sldMk cId="1926095109" sldId="652"/>
            <ac:cxnSpMk id="43" creationId="{0EF87AF6-CCC8-DA2F-C4A9-A6038D97CC4F}"/>
          </ac:cxnSpMkLst>
        </pc:cxnChg>
      </pc:sldChg>
      <pc:sldChg chg="modSp add mod">
        <pc:chgData name="LI, Jianqiang" userId="cff57bb5-6b3d-420f-8247-78e7019450b8" providerId="ADAL" clId="{7FD6641B-B20E-440C-9CED-6BEEFC5E54F0}" dt="2024-09-30T12:21:33.159" v="1136"/>
        <pc:sldMkLst>
          <pc:docMk/>
          <pc:sldMk cId="446785755" sldId="653"/>
        </pc:sldMkLst>
        <pc:spChg chg="mod">
          <ac:chgData name="LI, Jianqiang" userId="cff57bb5-6b3d-420f-8247-78e7019450b8" providerId="ADAL" clId="{7FD6641B-B20E-440C-9CED-6BEEFC5E54F0}" dt="2024-09-30T12:20:57.675" v="1129"/>
          <ac:spMkLst>
            <pc:docMk/>
            <pc:sldMk cId="446785755" sldId="653"/>
            <ac:spMk id="2" creationId="{62715A2E-656D-EC5D-FDE7-230488526EFC}"/>
          </ac:spMkLst>
        </pc:spChg>
        <pc:spChg chg="mod">
          <ac:chgData name="LI, Jianqiang" userId="cff57bb5-6b3d-420f-8247-78e7019450b8" providerId="ADAL" clId="{7FD6641B-B20E-440C-9CED-6BEEFC5E54F0}" dt="2024-09-30T12:21:33.159" v="1136"/>
          <ac:spMkLst>
            <pc:docMk/>
            <pc:sldMk cId="446785755" sldId="653"/>
            <ac:spMk id="5" creationId="{14771B40-21CF-5E90-3A74-392C5D51EA85}"/>
          </ac:spMkLst>
        </pc:spChg>
      </pc:sldChg>
      <pc:sldChg chg="delSp modSp add mod">
        <pc:chgData name="LI, Jianqiang" userId="cff57bb5-6b3d-420f-8247-78e7019450b8" providerId="ADAL" clId="{7FD6641B-B20E-440C-9CED-6BEEFC5E54F0}" dt="2024-09-30T12:28:27.429" v="1361" actId="14100"/>
        <pc:sldMkLst>
          <pc:docMk/>
          <pc:sldMk cId="1929160159" sldId="654"/>
        </pc:sldMkLst>
        <pc:spChg chg="mod">
          <ac:chgData name="LI, Jianqiang" userId="cff57bb5-6b3d-420f-8247-78e7019450b8" providerId="ADAL" clId="{7FD6641B-B20E-440C-9CED-6BEEFC5E54F0}" dt="2024-09-30T12:22:27.747" v="1138"/>
          <ac:spMkLst>
            <pc:docMk/>
            <pc:sldMk cId="1929160159" sldId="654"/>
            <ac:spMk id="2" creationId="{62715A2E-656D-EC5D-FDE7-230488526EFC}"/>
          </ac:spMkLst>
        </pc:spChg>
        <pc:spChg chg="mod">
          <ac:chgData name="LI, Jianqiang" userId="cff57bb5-6b3d-420f-8247-78e7019450b8" providerId="ADAL" clId="{7FD6641B-B20E-440C-9CED-6BEEFC5E54F0}" dt="2024-09-30T12:26:23.206" v="1271" actId="20577"/>
          <ac:spMkLst>
            <pc:docMk/>
            <pc:sldMk cId="1929160159" sldId="654"/>
            <ac:spMk id="5" creationId="{8F36E625-385C-74EA-5F44-3F24878C63BE}"/>
          </ac:spMkLst>
        </pc:spChg>
        <pc:spChg chg="mod">
          <ac:chgData name="LI, Jianqiang" userId="cff57bb5-6b3d-420f-8247-78e7019450b8" providerId="ADAL" clId="{7FD6641B-B20E-440C-9CED-6BEEFC5E54F0}" dt="2024-09-30T12:24:49.307" v="1231" actId="20577"/>
          <ac:spMkLst>
            <pc:docMk/>
            <pc:sldMk cId="1929160159" sldId="654"/>
            <ac:spMk id="7" creationId="{0E3DD26D-BBB8-B2A2-69C6-6646F31F2824}"/>
          </ac:spMkLst>
        </pc:spChg>
        <pc:spChg chg="mod">
          <ac:chgData name="LI, Jianqiang" userId="cff57bb5-6b3d-420f-8247-78e7019450b8" providerId="ADAL" clId="{7FD6641B-B20E-440C-9CED-6BEEFC5E54F0}" dt="2024-09-30T12:26:29.828" v="1272" actId="20577"/>
          <ac:spMkLst>
            <pc:docMk/>
            <pc:sldMk cId="1929160159" sldId="654"/>
            <ac:spMk id="11" creationId="{3EEA725B-360D-DDD8-AA35-9EB51F024E08}"/>
          </ac:spMkLst>
        </pc:spChg>
        <pc:spChg chg="mod">
          <ac:chgData name="LI, Jianqiang" userId="cff57bb5-6b3d-420f-8247-78e7019450b8" providerId="ADAL" clId="{7FD6641B-B20E-440C-9CED-6BEEFC5E54F0}" dt="2024-09-30T12:24:09.454" v="1229" actId="20577"/>
          <ac:spMkLst>
            <pc:docMk/>
            <pc:sldMk cId="1929160159" sldId="654"/>
            <ac:spMk id="13" creationId="{78A74D20-F919-692D-3FD7-B21217969B50}"/>
          </ac:spMkLst>
        </pc:spChg>
        <pc:spChg chg="mod">
          <ac:chgData name="LI, Jianqiang" userId="cff57bb5-6b3d-420f-8247-78e7019450b8" providerId="ADAL" clId="{7FD6641B-B20E-440C-9CED-6BEEFC5E54F0}" dt="2024-09-30T12:27:12.674" v="1310" actId="1076"/>
          <ac:spMkLst>
            <pc:docMk/>
            <pc:sldMk cId="1929160159" sldId="654"/>
            <ac:spMk id="24" creationId="{26E14B30-A686-579C-B292-2EAD29D3A4B3}"/>
          </ac:spMkLst>
        </pc:spChg>
        <pc:spChg chg="del">
          <ac:chgData name="LI, Jianqiang" userId="cff57bb5-6b3d-420f-8247-78e7019450b8" providerId="ADAL" clId="{7FD6641B-B20E-440C-9CED-6BEEFC5E54F0}" dt="2024-09-30T12:27:23.042" v="1312" actId="478"/>
          <ac:spMkLst>
            <pc:docMk/>
            <pc:sldMk cId="1929160159" sldId="654"/>
            <ac:spMk id="29" creationId="{2970DC30-0D8C-2957-A17E-27C2B5536095}"/>
          </ac:spMkLst>
        </pc:spChg>
        <pc:spChg chg="mod">
          <ac:chgData name="LI, Jianqiang" userId="cff57bb5-6b3d-420f-8247-78e7019450b8" providerId="ADAL" clId="{7FD6641B-B20E-440C-9CED-6BEEFC5E54F0}" dt="2024-09-30T12:28:19.771" v="1359" actId="1076"/>
          <ac:spMkLst>
            <pc:docMk/>
            <pc:sldMk cId="1929160159" sldId="654"/>
            <ac:spMk id="33" creationId="{E46DB851-3870-AEF9-799F-B7F141DEE93B}"/>
          </ac:spMkLst>
        </pc:spChg>
        <pc:spChg chg="del">
          <ac:chgData name="LI, Jianqiang" userId="cff57bb5-6b3d-420f-8247-78e7019450b8" providerId="ADAL" clId="{7FD6641B-B20E-440C-9CED-6BEEFC5E54F0}" dt="2024-09-30T12:27:26.197" v="1315" actId="478"/>
          <ac:spMkLst>
            <pc:docMk/>
            <pc:sldMk cId="1929160159" sldId="654"/>
            <ac:spMk id="41" creationId="{8D0A9712-09AA-A64E-22CA-4B3EB5939B76}"/>
          </ac:spMkLst>
        </pc:spChg>
        <pc:cxnChg chg="mod">
          <ac:chgData name="LI, Jianqiang" userId="cff57bb5-6b3d-420f-8247-78e7019450b8" providerId="ADAL" clId="{7FD6641B-B20E-440C-9CED-6BEEFC5E54F0}" dt="2024-09-30T12:27:18.630" v="1311" actId="14100"/>
          <ac:cxnSpMkLst>
            <pc:docMk/>
            <pc:sldMk cId="1929160159" sldId="654"/>
            <ac:cxnSpMk id="26" creationId="{CEE40D53-3C27-5678-52A8-5D21137AE1BA}"/>
          </ac:cxnSpMkLst>
        </pc:cxnChg>
        <pc:cxnChg chg="del mod">
          <ac:chgData name="LI, Jianqiang" userId="cff57bb5-6b3d-420f-8247-78e7019450b8" providerId="ADAL" clId="{7FD6641B-B20E-440C-9CED-6BEEFC5E54F0}" dt="2024-09-30T12:27:24.175" v="1313" actId="478"/>
          <ac:cxnSpMkLst>
            <pc:docMk/>
            <pc:sldMk cId="1929160159" sldId="654"/>
            <ac:cxnSpMk id="30" creationId="{1277CDAE-8BDE-B39E-2A22-D3F7233CB451}"/>
          </ac:cxnSpMkLst>
        </pc:cxnChg>
        <pc:cxnChg chg="mod">
          <ac:chgData name="LI, Jianqiang" userId="cff57bb5-6b3d-420f-8247-78e7019450b8" providerId="ADAL" clId="{7FD6641B-B20E-440C-9CED-6BEEFC5E54F0}" dt="2024-09-30T12:28:27.429" v="1361" actId="14100"/>
          <ac:cxnSpMkLst>
            <pc:docMk/>
            <pc:sldMk cId="1929160159" sldId="654"/>
            <ac:cxnSpMk id="34" creationId="{621CE9CA-0D3A-4F75-6C25-FDAA81F8ED32}"/>
          </ac:cxnSpMkLst>
        </pc:cxnChg>
        <pc:cxnChg chg="del mod">
          <ac:chgData name="LI, Jianqiang" userId="cff57bb5-6b3d-420f-8247-78e7019450b8" providerId="ADAL" clId="{7FD6641B-B20E-440C-9CED-6BEEFC5E54F0}" dt="2024-09-30T12:27:25.140" v="1314" actId="478"/>
          <ac:cxnSpMkLst>
            <pc:docMk/>
            <pc:sldMk cId="1929160159" sldId="654"/>
            <ac:cxnSpMk id="43" creationId="{0EF87AF6-CCC8-DA2F-C4A9-A6038D97CC4F}"/>
          </ac:cxnSpMkLst>
        </pc:cxnChg>
      </pc:sldChg>
      <pc:sldChg chg="addSp modSp add mod">
        <pc:chgData name="LI, Jianqiang" userId="cff57bb5-6b3d-420f-8247-78e7019450b8" providerId="ADAL" clId="{7FD6641B-B20E-440C-9CED-6BEEFC5E54F0}" dt="2024-09-30T13:08:46.676" v="1634" actId="1076"/>
        <pc:sldMkLst>
          <pc:docMk/>
          <pc:sldMk cId="3208861048" sldId="655"/>
        </pc:sldMkLst>
        <pc:spChg chg="mod">
          <ac:chgData name="LI, Jianqiang" userId="cff57bb5-6b3d-420f-8247-78e7019450b8" providerId="ADAL" clId="{7FD6641B-B20E-440C-9CED-6BEEFC5E54F0}" dt="2024-09-30T12:37:23.009" v="1496" actId="20577"/>
          <ac:spMkLst>
            <pc:docMk/>
            <pc:sldMk cId="3208861048" sldId="655"/>
            <ac:spMk id="2" creationId="{62715A2E-656D-EC5D-FDE7-230488526EFC}"/>
          </ac:spMkLst>
        </pc:spChg>
        <pc:spChg chg="mod">
          <ac:chgData name="LI, Jianqiang" userId="cff57bb5-6b3d-420f-8247-78e7019450b8" providerId="ADAL" clId="{7FD6641B-B20E-440C-9CED-6BEEFC5E54F0}" dt="2024-09-30T12:29:54.156" v="1375"/>
          <ac:spMkLst>
            <pc:docMk/>
            <pc:sldMk cId="3208861048" sldId="655"/>
            <ac:spMk id="5" creationId="{14771B40-21CF-5E90-3A74-392C5D51EA85}"/>
          </ac:spMkLst>
        </pc:spChg>
        <pc:spChg chg="add mod">
          <ac:chgData name="LI, Jianqiang" userId="cff57bb5-6b3d-420f-8247-78e7019450b8" providerId="ADAL" clId="{7FD6641B-B20E-440C-9CED-6BEEFC5E54F0}" dt="2024-09-30T13:08:46.676" v="1634" actId="1076"/>
          <ac:spMkLst>
            <pc:docMk/>
            <pc:sldMk cId="3208861048" sldId="655"/>
            <ac:spMk id="6" creationId="{B434E429-12CC-C98F-644E-BE0ABD4B9433}"/>
          </ac:spMkLst>
        </pc:spChg>
        <pc:picChg chg="add mod">
          <ac:chgData name="LI, Jianqiang" userId="cff57bb5-6b3d-420f-8247-78e7019450b8" providerId="ADAL" clId="{7FD6641B-B20E-440C-9CED-6BEEFC5E54F0}" dt="2024-09-30T13:08:35.629" v="1630" actId="1076"/>
          <ac:picMkLst>
            <pc:docMk/>
            <pc:sldMk cId="3208861048" sldId="655"/>
            <ac:picMk id="6146" creationId="{CF2F52CD-DB0C-B959-3919-D4921B7C0A4B}"/>
          </ac:picMkLst>
        </pc:picChg>
      </pc:sldChg>
      <pc:sldChg chg="delSp modSp add mod">
        <pc:chgData name="LI, Jianqiang" userId="cff57bb5-6b3d-420f-8247-78e7019450b8" providerId="ADAL" clId="{7FD6641B-B20E-440C-9CED-6BEEFC5E54F0}" dt="2024-09-30T12:48:28.958" v="1543" actId="478"/>
        <pc:sldMkLst>
          <pc:docMk/>
          <pc:sldMk cId="2131429469" sldId="656"/>
        </pc:sldMkLst>
        <pc:spChg chg="mod">
          <ac:chgData name="LI, Jianqiang" userId="cff57bb5-6b3d-420f-8247-78e7019450b8" providerId="ADAL" clId="{7FD6641B-B20E-440C-9CED-6BEEFC5E54F0}" dt="2024-09-30T12:37:16.679" v="1483" actId="20577"/>
          <ac:spMkLst>
            <pc:docMk/>
            <pc:sldMk cId="2131429469" sldId="656"/>
            <ac:spMk id="2" creationId="{62715A2E-656D-EC5D-FDE7-230488526EFC}"/>
          </ac:spMkLst>
        </pc:spChg>
        <pc:spChg chg="mod">
          <ac:chgData name="LI, Jianqiang" userId="cff57bb5-6b3d-420f-8247-78e7019450b8" providerId="ADAL" clId="{7FD6641B-B20E-440C-9CED-6BEEFC5E54F0}" dt="2024-09-30T12:47:44.890" v="1526" actId="20577"/>
          <ac:spMkLst>
            <pc:docMk/>
            <pc:sldMk cId="2131429469" sldId="656"/>
            <ac:spMk id="5" creationId="{8F36E625-385C-74EA-5F44-3F24878C63BE}"/>
          </ac:spMkLst>
        </pc:spChg>
        <pc:spChg chg="mod">
          <ac:chgData name="LI, Jianqiang" userId="cff57bb5-6b3d-420f-8247-78e7019450b8" providerId="ADAL" clId="{7FD6641B-B20E-440C-9CED-6BEEFC5E54F0}" dt="2024-09-30T12:47:57.527" v="1538" actId="20577"/>
          <ac:spMkLst>
            <pc:docMk/>
            <pc:sldMk cId="2131429469" sldId="656"/>
            <ac:spMk id="7" creationId="{0E3DD26D-BBB8-B2A2-69C6-6646F31F2824}"/>
          </ac:spMkLst>
        </pc:spChg>
        <pc:spChg chg="mod">
          <ac:chgData name="LI, Jianqiang" userId="cff57bb5-6b3d-420f-8247-78e7019450b8" providerId="ADAL" clId="{7FD6641B-B20E-440C-9CED-6BEEFC5E54F0}" dt="2024-09-30T12:48:21.622" v="1541" actId="20577"/>
          <ac:spMkLst>
            <pc:docMk/>
            <pc:sldMk cId="2131429469" sldId="656"/>
            <ac:spMk id="11" creationId="{3EEA725B-360D-DDD8-AA35-9EB51F024E08}"/>
          </ac:spMkLst>
        </pc:spChg>
        <pc:spChg chg="del">
          <ac:chgData name="LI, Jianqiang" userId="cff57bb5-6b3d-420f-8247-78e7019450b8" providerId="ADAL" clId="{7FD6641B-B20E-440C-9CED-6BEEFC5E54F0}" dt="2024-09-30T12:33:21.354" v="1387" actId="478"/>
          <ac:spMkLst>
            <pc:docMk/>
            <pc:sldMk cId="2131429469" sldId="656"/>
            <ac:spMk id="13" creationId="{78A74D20-F919-692D-3FD7-B21217969B50}"/>
          </ac:spMkLst>
        </pc:spChg>
        <pc:spChg chg="del">
          <ac:chgData name="LI, Jianqiang" userId="cff57bb5-6b3d-420f-8247-78e7019450b8" providerId="ADAL" clId="{7FD6641B-B20E-440C-9CED-6BEEFC5E54F0}" dt="2024-09-30T12:34:44.279" v="1424" actId="478"/>
          <ac:spMkLst>
            <pc:docMk/>
            <pc:sldMk cId="2131429469" sldId="656"/>
            <ac:spMk id="24" creationId="{26E14B30-A686-579C-B292-2EAD29D3A4B3}"/>
          </ac:spMkLst>
        </pc:spChg>
        <pc:spChg chg="del">
          <ac:chgData name="LI, Jianqiang" userId="cff57bb5-6b3d-420f-8247-78e7019450b8" providerId="ADAL" clId="{7FD6641B-B20E-440C-9CED-6BEEFC5E54F0}" dt="2024-09-30T12:48:27.963" v="1542" actId="478"/>
          <ac:spMkLst>
            <pc:docMk/>
            <pc:sldMk cId="2131429469" sldId="656"/>
            <ac:spMk id="33" creationId="{E46DB851-3870-AEF9-799F-B7F141DEE93B}"/>
          </ac:spMkLst>
        </pc:spChg>
        <pc:cxnChg chg="del mod">
          <ac:chgData name="LI, Jianqiang" userId="cff57bb5-6b3d-420f-8247-78e7019450b8" providerId="ADAL" clId="{7FD6641B-B20E-440C-9CED-6BEEFC5E54F0}" dt="2024-09-30T12:34:45.302" v="1425" actId="478"/>
          <ac:cxnSpMkLst>
            <pc:docMk/>
            <pc:sldMk cId="2131429469" sldId="656"/>
            <ac:cxnSpMk id="26" creationId="{CEE40D53-3C27-5678-52A8-5D21137AE1BA}"/>
          </ac:cxnSpMkLst>
        </pc:cxnChg>
        <pc:cxnChg chg="del mod">
          <ac:chgData name="LI, Jianqiang" userId="cff57bb5-6b3d-420f-8247-78e7019450b8" providerId="ADAL" clId="{7FD6641B-B20E-440C-9CED-6BEEFC5E54F0}" dt="2024-09-30T12:48:28.958" v="1543" actId="478"/>
          <ac:cxnSpMkLst>
            <pc:docMk/>
            <pc:sldMk cId="2131429469" sldId="656"/>
            <ac:cxnSpMk id="34" creationId="{621CE9CA-0D3A-4F75-6C25-FDAA81F8ED32}"/>
          </ac:cxnSpMkLst>
        </pc:cxnChg>
      </pc:sldChg>
      <pc:sldChg chg="addSp delSp modSp add mod">
        <pc:chgData name="LI, Jianqiang" userId="cff57bb5-6b3d-420f-8247-78e7019450b8" providerId="ADAL" clId="{7FD6641B-B20E-440C-9CED-6BEEFC5E54F0}" dt="2024-09-30T12:51:17.738" v="1625" actId="478"/>
        <pc:sldMkLst>
          <pc:docMk/>
          <pc:sldMk cId="878596731" sldId="657"/>
        </pc:sldMkLst>
        <pc:spChg chg="mod">
          <ac:chgData name="LI, Jianqiang" userId="cff57bb5-6b3d-420f-8247-78e7019450b8" providerId="ADAL" clId="{7FD6641B-B20E-440C-9CED-6BEEFC5E54F0}" dt="2024-09-30T12:51:05.628" v="1623" actId="20577"/>
          <ac:spMkLst>
            <pc:docMk/>
            <pc:sldMk cId="878596731" sldId="657"/>
            <ac:spMk id="2" creationId="{62715A2E-656D-EC5D-FDE7-230488526EFC}"/>
          </ac:spMkLst>
        </pc:spChg>
        <pc:spChg chg="del">
          <ac:chgData name="LI, Jianqiang" userId="cff57bb5-6b3d-420f-8247-78e7019450b8" providerId="ADAL" clId="{7FD6641B-B20E-440C-9CED-6BEEFC5E54F0}" dt="2024-09-30T12:51:13.791" v="1624" actId="478"/>
          <ac:spMkLst>
            <pc:docMk/>
            <pc:sldMk cId="878596731" sldId="657"/>
            <ac:spMk id="3" creationId="{4F9DF121-5295-B8EB-2410-E170AB4E45F1}"/>
          </ac:spMkLst>
        </pc:spChg>
        <pc:spChg chg="add del mod">
          <ac:chgData name="LI, Jianqiang" userId="cff57bb5-6b3d-420f-8247-78e7019450b8" providerId="ADAL" clId="{7FD6641B-B20E-440C-9CED-6BEEFC5E54F0}" dt="2024-09-30T12:51:17.738" v="1625" actId="478"/>
          <ac:spMkLst>
            <pc:docMk/>
            <pc:sldMk cId="878596731" sldId="657"/>
            <ac:spMk id="6" creationId="{8A12DB78-B453-A670-99A0-D4E903BFE79B}"/>
          </ac:spMkLst>
        </pc:spChg>
      </pc:sldChg>
    </pc:docChg>
  </pc:docChgLst>
  <pc:docChgLst>
    <pc:chgData name="CHEN, Kaiwen" userId="d2b7700c-ac07-4aef-b2bf-800af199d77b" providerId="ADAL" clId="{4D4FDBB8-D121-6146-AFA4-5D24E55EB5BD}"/>
    <pc:docChg chg="undo custSel addSld modSld">
      <pc:chgData name="CHEN, Kaiwen" userId="d2b7700c-ac07-4aef-b2bf-800af199d77b" providerId="ADAL" clId="{4D4FDBB8-D121-6146-AFA4-5D24E55EB5BD}" dt="2024-10-24T06:05:27.973" v="262" actId="1076"/>
      <pc:docMkLst>
        <pc:docMk/>
      </pc:docMkLst>
      <pc:sldChg chg="modSp mod">
        <pc:chgData name="CHEN, Kaiwen" userId="d2b7700c-ac07-4aef-b2bf-800af199d77b" providerId="ADAL" clId="{4D4FDBB8-D121-6146-AFA4-5D24E55EB5BD}" dt="2024-10-23T06:20:08.597" v="138" actId="20577"/>
        <pc:sldMkLst>
          <pc:docMk/>
          <pc:sldMk cId="4196136796" sldId="624"/>
        </pc:sldMkLst>
        <pc:spChg chg="mod">
          <ac:chgData name="CHEN, Kaiwen" userId="d2b7700c-ac07-4aef-b2bf-800af199d77b" providerId="ADAL" clId="{4D4FDBB8-D121-6146-AFA4-5D24E55EB5BD}" dt="2024-10-23T06:20:08.597" v="138" actId="20577"/>
          <ac:spMkLst>
            <pc:docMk/>
            <pc:sldMk cId="4196136796" sldId="624"/>
            <ac:spMk id="3" creationId="{36A5FFEE-E22C-7E2F-1F3B-D8658E79FF2E}"/>
          </ac:spMkLst>
        </pc:spChg>
      </pc:sldChg>
      <pc:sldChg chg="modSp mod">
        <pc:chgData name="CHEN, Kaiwen" userId="d2b7700c-ac07-4aef-b2bf-800af199d77b" providerId="ADAL" clId="{4D4FDBB8-D121-6146-AFA4-5D24E55EB5BD}" dt="2024-10-22T06:39:06.739" v="137" actId="313"/>
        <pc:sldMkLst>
          <pc:docMk/>
          <pc:sldMk cId="1493193318" sldId="658"/>
        </pc:sldMkLst>
        <pc:spChg chg="mod">
          <ac:chgData name="CHEN, Kaiwen" userId="d2b7700c-ac07-4aef-b2bf-800af199d77b" providerId="ADAL" clId="{4D4FDBB8-D121-6146-AFA4-5D24E55EB5BD}" dt="2024-10-22T06:39:06.739" v="137" actId="313"/>
          <ac:spMkLst>
            <pc:docMk/>
            <pc:sldMk cId="1493193318" sldId="658"/>
            <ac:spMk id="3" creationId="{B161272D-C3A9-7227-9F2F-ECB2E34D5B70}"/>
          </ac:spMkLst>
        </pc:spChg>
      </pc:sldChg>
      <pc:sldChg chg="addSp modSp mod">
        <pc:chgData name="CHEN, Kaiwen" userId="d2b7700c-ac07-4aef-b2bf-800af199d77b" providerId="ADAL" clId="{4D4FDBB8-D121-6146-AFA4-5D24E55EB5BD}" dt="2024-10-24T06:05:27.973" v="262" actId="1076"/>
        <pc:sldMkLst>
          <pc:docMk/>
          <pc:sldMk cId="1157754618" sldId="659"/>
        </pc:sldMkLst>
        <pc:spChg chg="add mod">
          <ac:chgData name="CHEN, Kaiwen" userId="d2b7700c-ac07-4aef-b2bf-800af199d77b" providerId="ADAL" clId="{4D4FDBB8-D121-6146-AFA4-5D24E55EB5BD}" dt="2024-10-24T04:31:46.160" v="220" actId="1076"/>
          <ac:spMkLst>
            <pc:docMk/>
            <pc:sldMk cId="1157754618" sldId="659"/>
            <ac:spMk id="3" creationId="{D424D539-00F0-1C3E-6046-143488804D4A}"/>
          </ac:spMkLst>
        </pc:spChg>
        <pc:spChg chg="mod">
          <ac:chgData name="CHEN, Kaiwen" userId="d2b7700c-ac07-4aef-b2bf-800af199d77b" providerId="ADAL" clId="{4D4FDBB8-D121-6146-AFA4-5D24E55EB5BD}" dt="2024-10-24T04:31:15.992" v="211" actId="14100"/>
          <ac:spMkLst>
            <pc:docMk/>
            <pc:sldMk cId="1157754618" sldId="659"/>
            <ac:spMk id="6" creationId="{14824D63-9D36-7F96-67CB-798D693398C1}"/>
          </ac:spMkLst>
        </pc:spChg>
        <pc:spChg chg="mod">
          <ac:chgData name="CHEN, Kaiwen" userId="d2b7700c-ac07-4aef-b2bf-800af199d77b" providerId="ADAL" clId="{4D4FDBB8-D121-6146-AFA4-5D24E55EB5BD}" dt="2024-10-24T04:30:30.094" v="195" actId="14100"/>
          <ac:spMkLst>
            <pc:docMk/>
            <pc:sldMk cId="1157754618" sldId="659"/>
            <ac:spMk id="11" creationId="{99D8DC3C-D5E2-BFA1-7874-CCE829104617}"/>
          </ac:spMkLst>
        </pc:spChg>
        <pc:spChg chg="mod">
          <ac:chgData name="CHEN, Kaiwen" userId="d2b7700c-ac07-4aef-b2bf-800af199d77b" providerId="ADAL" clId="{4D4FDBB8-D121-6146-AFA4-5D24E55EB5BD}" dt="2024-10-24T06:05:27.973" v="262" actId="1076"/>
          <ac:spMkLst>
            <pc:docMk/>
            <pc:sldMk cId="1157754618" sldId="659"/>
            <ac:spMk id="16" creationId="{60ABDEC1-2509-F551-2F4F-1BBBB7732109}"/>
          </ac:spMkLst>
        </pc:spChg>
        <pc:picChg chg="mod">
          <ac:chgData name="CHEN, Kaiwen" userId="d2b7700c-ac07-4aef-b2bf-800af199d77b" providerId="ADAL" clId="{4D4FDBB8-D121-6146-AFA4-5D24E55EB5BD}" dt="2024-10-24T04:30:36.418" v="198" actId="1076"/>
          <ac:picMkLst>
            <pc:docMk/>
            <pc:sldMk cId="1157754618" sldId="659"/>
            <ac:picMk id="5" creationId="{41F10996-45A7-224B-DBE9-2583EF72972C}"/>
          </ac:picMkLst>
        </pc:picChg>
        <pc:cxnChg chg="add mod">
          <ac:chgData name="CHEN, Kaiwen" userId="d2b7700c-ac07-4aef-b2bf-800af199d77b" providerId="ADAL" clId="{4D4FDBB8-D121-6146-AFA4-5D24E55EB5BD}" dt="2024-10-24T04:31:52.523" v="223" actId="14100"/>
          <ac:cxnSpMkLst>
            <pc:docMk/>
            <pc:sldMk cId="1157754618" sldId="659"/>
            <ac:cxnSpMk id="8" creationId="{59B11CAD-5A04-2373-5CBE-863D2507B7E3}"/>
          </ac:cxnSpMkLst>
        </pc:cxnChg>
        <pc:cxnChg chg="mod">
          <ac:chgData name="CHEN, Kaiwen" userId="d2b7700c-ac07-4aef-b2bf-800af199d77b" providerId="ADAL" clId="{4D4FDBB8-D121-6146-AFA4-5D24E55EB5BD}" dt="2024-10-24T04:30:30.094" v="195" actId="14100"/>
          <ac:cxnSpMkLst>
            <pc:docMk/>
            <pc:sldMk cId="1157754618" sldId="659"/>
            <ac:cxnSpMk id="12" creationId="{97095900-A699-7A89-9036-6ED787763AA5}"/>
          </ac:cxnSpMkLst>
        </pc:cxnChg>
        <pc:cxnChg chg="mod">
          <ac:chgData name="CHEN, Kaiwen" userId="d2b7700c-ac07-4aef-b2bf-800af199d77b" providerId="ADAL" clId="{4D4FDBB8-D121-6146-AFA4-5D24E55EB5BD}" dt="2024-10-24T04:30:34.124" v="196" actId="1076"/>
          <ac:cxnSpMkLst>
            <pc:docMk/>
            <pc:sldMk cId="1157754618" sldId="659"/>
            <ac:cxnSpMk id="17" creationId="{14AAD3D6-D842-B830-7816-B52F7BE79C25}"/>
          </ac:cxnSpMkLst>
        </pc:cxnChg>
      </pc:sldChg>
      <pc:sldChg chg="modSp mod">
        <pc:chgData name="CHEN, Kaiwen" userId="d2b7700c-ac07-4aef-b2bf-800af199d77b" providerId="ADAL" clId="{4D4FDBB8-D121-6146-AFA4-5D24E55EB5BD}" dt="2024-10-24T04:29:29.400" v="183" actId="14100"/>
        <pc:sldMkLst>
          <pc:docMk/>
          <pc:sldMk cId="2666601468" sldId="660"/>
        </pc:sldMkLst>
        <pc:spChg chg="mod">
          <ac:chgData name="CHEN, Kaiwen" userId="d2b7700c-ac07-4aef-b2bf-800af199d77b" providerId="ADAL" clId="{4D4FDBB8-D121-6146-AFA4-5D24E55EB5BD}" dt="2024-10-24T04:29:29.400" v="183" actId="14100"/>
          <ac:spMkLst>
            <pc:docMk/>
            <pc:sldMk cId="2666601468" sldId="660"/>
            <ac:spMk id="7" creationId="{0CBF8105-41BA-4233-41C9-4D6B97E2FDF5}"/>
          </ac:spMkLst>
        </pc:spChg>
      </pc:sldChg>
      <pc:sldChg chg="delSp modSp mod">
        <pc:chgData name="CHEN, Kaiwen" userId="d2b7700c-ac07-4aef-b2bf-800af199d77b" providerId="ADAL" clId="{4D4FDBB8-D121-6146-AFA4-5D24E55EB5BD}" dt="2024-10-24T04:29:07.211" v="178" actId="1076"/>
        <pc:sldMkLst>
          <pc:docMk/>
          <pc:sldMk cId="2777384990" sldId="661"/>
        </pc:sldMkLst>
        <pc:spChg chg="mod">
          <ac:chgData name="CHEN, Kaiwen" userId="d2b7700c-ac07-4aef-b2bf-800af199d77b" providerId="ADAL" clId="{4D4FDBB8-D121-6146-AFA4-5D24E55EB5BD}" dt="2024-10-24T04:28:54.636" v="173" actId="1076"/>
          <ac:spMkLst>
            <pc:docMk/>
            <pc:sldMk cId="2777384990" sldId="661"/>
            <ac:spMk id="3" creationId="{B161272D-C3A9-7227-9F2F-ECB2E34D5B70}"/>
          </ac:spMkLst>
        </pc:spChg>
        <pc:picChg chg="mod">
          <ac:chgData name="CHEN, Kaiwen" userId="d2b7700c-ac07-4aef-b2bf-800af199d77b" providerId="ADAL" clId="{4D4FDBB8-D121-6146-AFA4-5D24E55EB5BD}" dt="2024-10-24T04:29:07.211" v="178" actId="1076"/>
          <ac:picMkLst>
            <pc:docMk/>
            <pc:sldMk cId="2777384990" sldId="661"/>
            <ac:picMk id="5" creationId="{684859E8-BCEA-48B6-18FC-BDF076567EE0}"/>
          </ac:picMkLst>
        </pc:picChg>
        <pc:picChg chg="del">
          <ac:chgData name="CHEN, Kaiwen" userId="d2b7700c-ac07-4aef-b2bf-800af199d77b" providerId="ADAL" clId="{4D4FDBB8-D121-6146-AFA4-5D24E55EB5BD}" dt="2024-10-24T04:28:12.966" v="156" actId="21"/>
          <ac:picMkLst>
            <pc:docMk/>
            <pc:sldMk cId="2777384990" sldId="661"/>
            <ac:picMk id="6" creationId="{2186DCAD-55FF-55B8-5297-2C832B13166F}"/>
          </ac:picMkLst>
        </pc:picChg>
      </pc:sldChg>
      <pc:sldChg chg="addSp modSp new mod">
        <pc:chgData name="CHEN, Kaiwen" userId="d2b7700c-ac07-4aef-b2bf-800af199d77b" providerId="ADAL" clId="{4D4FDBB8-D121-6146-AFA4-5D24E55EB5BD}" dt="2024-10-24T04:28:43.893" v="171" actId="14100"/>
        <pc:sldMkLst>
          <pc:docMk/>
          <pc:sldMk cId="4148774698" sldId="2845"/>
        </pc:sldMkLst>
        <pc:spChg chg="mod">
          <ac:chgData name="CHEN, Kaiwen" userId="d2b7700c-ac07-4aef-b2bf-800af199d77b" providerId="ADAL" clId="{4D4FDBB8-D121-6146-AFA4-5D24E55EB5BD}" dt="2024-10-24T04:27:50.717" v="147" actId="20577"/>
          <ac:spMkLst>
            <pc:docMk/>
            <pc:sldMk cId="4148774698" sldId="2845"/>
            <ac:spMk id="2" creationId="{B0DEA019-1B30-698A-4035-AEC9C3420E0A}"/>
          </ac:spMkLst>
        </pc:spChg>
        <pc:spChg chg="mod">
          <ac:chgData name="CHEN, Kaiwen" userId="d2b7700c-ac07-4aef-b2bf-800af199d77b" providerId="ADAL" clId="{4D4FDBB8-D121-6146-AFA4-5D24E55EB5BD}" dt="2024-10-24T04:28:40.162" v="170" actId="1076"/>
          <ac:spMkLst>
            <pc:docMk/>
            <pc:sldMk cId="4148774698" sldId="2845"/>
            <ac:spMk id="3" creationId="{D25990E4-E8C3-96DB-DAB4-679360F16739}"/>
          </ac:spMkLst>
        </pc:spChg>
        <pc:picChg chg="add mod">
          <ac:chgData name="CHEN, Kaiwen" userId="d2b7700c-ac07-4aef-b2bf-800af199d77b" providerId="ADAL" clId="{4D4FDBB8-D121-6146-AFA4-5D24E55EB5BD}" dt="2024-10-24T04:28:43.893" v="171" actId="14100"/>
          <ac:picMkLst>
            <pc:docMk/>
            <pc:sldMk cId="4148774698" sldId="2845"/>
            <ac:picMk id="5" creationId="{9A10235F-D65C-5A4B-83CB-EB95BE9319F4}"/>
          </ac:picMkLst>
        </pc:picChg>
      </pc:sldChg>
    </pc:docChg>
  </pc:docChgLst>
  <pc:docChgLst>
    <pc:chgData name="LI, Jianqiang" userId="cff57bb5-6b3d-420f-8247-78e7019450b8" providerId="ADAL" clId="{939F1F54-1ECF-41BA-81F6-AA77C1B9D0EB}"/>
    <pc:docChg chg="delSld modSld">
      <pc:chgData name="LI, Jianqiang" userId="cff57bb5-6b3d-420f-8247-78e7019450b8" providerId="ADAL" clId="{939F1F54-1ECF-41BA-81F6-AA77C1B9D0EB}" dt="2024-10-02T03:16:03.426" v="9" actId="47"/>
      <pc:docMkLst>
        <pc:docMk/>
      </pc:docMkLst>
      <pc:sldChg chg="modSp mod">
        <pc:chgData name="LI, Jianqiang" userId="cff57bb5-6b3d-420f-8247-78e7019450b8" providerId="ADAL" clId="{939F1F54-1ECF-41BA-81F6-AA77C1B9D0EB}" dt="2024-10-02T03:12:46.278" v="8" actId="20577"/>
        <pc:sldMkLst>
          <pc:docMk/>
          <pc:sldMk cId="2808513160" sldId="613"/>
        </pc:sldMkLst>
        <pc:spChg chg="mod">
          <ac:chgData name="LI, Jianqiang" userId="cff57bb5-6b3d-420f-8247-78e7019450b8" providerId="ADAL" clId="{939F1F54-1ECF-41BA-81F6-AA77C1B9D0EB}" dt="2024-10-02T03:12:46.278" v="8" actId="20577"/>
          <ac:spMkLst>
            <pc:docMk/>
            <pc:sldMk cId="2808513160" sldId="613"/>
            <ac:spMk id="3" creationId="{F8C13C63-B26A-4A9C-A1CA-724346AB2906}"/>
          </ac:spMkLst>
        </pc:spChg>
      </pc:sldChg>
      <pc:sldChg chg="del">
        <pc:chgData name="LI, Jianqiang" userId="cff57bb5-6b3d-420f-8247-78e7019450b8" providerId="ADAL" clId="{939F1F54-1ECF-41BA-81F6-AA77C1B9D0EB}" dt="2024-10-02T03:16:03.426" v="9" actId="47"/>
        <pc:sldMkLst>
          <pc:docMk/>
          <pc:sldMk cId="878596731" sldId="657"/>
        </pc:sldMkLst>
      </pc:sldChg>
    </pc:docChg>
  </pc:docChgLst>
  <pc:docChgLst>
    <pc:chgData name="LI, Jianqiang" userId="cff57bb5-6b3d-420f-8247-78e7019450b8" providerId="ADAL" clId="{D02C02F3-F859-45DD-AAFE-728E40A194AB}"/>
    <pc:docChg chg="undo redo custSel addSld delSld modSld sldOrd">
      <pc:chgData name="LI, Jianqiang" userId="cff57bb5-6b3d-420f-8247-78e7019450b8" providerId="ADAL" clId="{D02C02F3-F859-45DD-AAFE-728E40A194AB}" dt="2024-09-26T02:19:49.608" v="2520" actId="20577"/>
      <pc:docMkLst>
        <pc:docMk/>
      </pc:docMkLst>
      <pc:sldChg chg="modSp mod">
        <pc:chgData name="LI, Jianqiang" userId="cff57bb5-6b3d-420f-8247-78e7019450b8" providerId="ADAL" clId="{D02C02F3-F859-45DD-AAFE-728E40A194AB}" dt="2024-09-23T10:21:47.537" v="2328" actId="20577"/>
        <pc:sldMkLst>
          <pc:docMk/>
          <pc:sldMk cId="2808513160" sldId="613"/>
        </pc:sldMkLst>
        <pc:spChg chg="mod">
          <ac:chgData name="LI, Jianqiang" userId="cff57bb5-6b3d-420f-8247-78e7019450b8" providerId="ADAL" clId="{D02C02F3-F859-45DD-AAFE-728E40A194AB}" dt="2024-09-23T05:57:30.223" v="37" actId="20577"/>
          <ac:spMkLst>
            <pc:docMk/>
            <pc:sldMk cId="2808513160" sldId="613"/>
            <ac:spMk id="3" creationId="{F8C13C63-B26A-4A9C-A1CA-724346AB2906}"/>
          </ac:spMkLst>
        </pc:spChg>
        <pc:spChg chg="mod">
          <ac:chgData name="LI, Jianqiang" userId="cff57bb5-6b3d-420f-8247-78e7019450b8" providerId="ADAL" clId="{D02C02F3-F859-45DD-AAFE-728E40A194AB}" dt="2024-09-23T10:21:47.537" v="2328" actId="20577"/>
          <ac:spMkLst>
            <pc:docMk/>
            <pc:sldMk cId="2808513160" sldId="613"/>
            <ac:spMk id="7" creationId="{8D32768C-F15F-6E75-41D1-9F14D317D991}"/>
          </ac:spMkLst>
        </pc:spChg>
      </pc:sldChg>
      <pc:sldChg chg="delSp modSp mod ord delAnim">
        <pc:chgData name="LI, Jianqiang" userId="cff57bb5-6b3d-420f-8247-78e7019450b8" providerId="ADAL" clId="{D02C02F3-F859-45DD-AAFE-728E40A194AB}" dt="2024-09-26T02:17:17.988" v="2504" actId="20577"/>
        <pc:sldMkLst>
          <pc:docMk/>
          <pc:sldMk cId="4196136796" sldId="624"/>
        </pc:sldMkLst>
        <pc:spChg chg="mod">
          <ac:chgData name="LI, Jianqiang" userId="cff57bb5-6b3d-420f-8247-78e7019450b8" providerId="ADAL" clId="{D02C02F3-F859-45DD-AAFE-728E40A194AB}" dt="2024-09-26T02:12:52.707" v="2339" actId="20577"/>
          <ac:spMkLst>
            <pc:docMk/>
            <pc:sldMk cId="4196136796" sldId="624"/>
            <ac:spMk id="2" creationId="{62715A2E-656D-EC5D-FDE7-230488526EFC}"/>
          </ac:spMkLst>
        </pc:spChg>
        <pc:spChg chg="mod">
          <ac:chgData name="LI, Jianqiang" userId="cff57bb5-6b3d-420f-8247-78e7019450b8" providerId="ADAL" clId="{D02C02F3-F859-45DD-AAFE-728E40A194AB}" dt="2024-09-26T02:17:17.988" v="2504" actId="20577"/>
          <ac:spMkLst>
            <pc:docMk/>
            <pc:sldMk cId="4196136796" sldId="624"/>
            <ac:spMk id="3" creationId="{36A5FFEE-E22C-7E2F-1F3B-D8658E79FF2E}"/>
          </ac:spMkLst>
        </pc:spChg>
        <pc:spChg chg="del mod">
          <ac:chgData name="LI, Jianqiang" userId="cff57bb5-6b3d-420f-8247-78e7019450b8" providerId="ADAL" clId="{D02C02F3-F859-45DD-AAFE-728E40A194AB}" dt="2024-09-26T02:14:08.036" v="2413" actId="478"/>
          <ac:spMkLst>
            <pc:docMk/>
            <pc:sldMk cId="4196136796" sldId="624"/>
            <ac:spMk id="6" creationId="{059666F3-2E33-F336-CBC8-9499F9D78784}"/>
          </ac:spMkLst>
        </pc:spChg>
      </pc:sldChg>
      <pc:sldChg chg="addSp delSp modSp mod ord">
        <pc:chgData name="LI, Jianqiang" userId="cff57bb5-6b3d-420f-8247-78e7019450b8" providerId="ADAL" clId="{D02C02F3-F859-45DD-AAFE-728E40A194AB}" dt="2024-09-23T08:04:24.296" v="764" actId="20577"/>
        <pc:sldMkLst>
          <pc:docMk/>
          <pc:sldMk cId="1164986566" sldId="625"/>
        </pc:sldMkLst>
        <pc:spChg chg="mod">
          <ac:chgData name="LI, Jianqiang" userId="cff57bb5-6b3d-420f-8247-78e7019450b8" providerId="ADAL" clId="{D02C02F3-F859-45DD-AAFE-728E40A194AB}" dt="2024-09-23T07:49:30.840" v="524" actId="20577"/>
          <ac:spMkLst>
            <pc:docMk/>
            <pc:sldMk cId="1164986566" sldId="625"/>
            <ac:spMk id="2" creationId="{62715A2E-656D-EC5D-FDE7-230488526EFC}"/>
          </ac:spMkLst>
        </pc:spChg>
        <pc:spChg chg="del">
          <ac:chgData name="LI, Jianqiang" userId="cff57bb5-6b3d-420f-8247-78e7019450b8" providerId="ADAL" clId="{D02C02F3-F859-45DD-AAFE-728E40A194AB}" dt="2024-09-23T07:49:39.559" v="525" actId="478"/>
          <ac:spMkLst>
            <pc:docMk/>
            <pc:sldMk cId="1164986566" sldId="625"/>
            <ac:spMk id="3" creationId="{36A5FFEE-E22C-7E2F-1F3B-D8658E79FF2E}"/>
          </ac:spMkLst>
        </pc:spChg>
        <pc:spChg chg="del">
          <ac:chgData name="LI, Jianqiang" userId="cff57bb5-6b3d-420f-8247-78e7019450b8" providerId="ADAL" clId="{D02C02F3-F859-45DD-AAFE-728E40A194AB}" dt="2024-09-23T07:49:40.866" v="526" actId="478"/>
          <ac:spMkLst>
            <pc:docMk/>
            <pc:sldMk cId="1164986566" sldId="625"/>
            <ac:spMk id="5" creationId="{3E00218D-7891-8ADE-ECC3-225D3F01C25D}"/>
          </ac:spMkLst>
        </pc:spChg>
        <pc:spChg chg="add del mod">
          <ac:chgData name="LI, Jianqiang" userId="cff57bb5-6b3d-420f-8247-78e7019450b8" providerId="ADAL" clId="{D02C02F3-F859-45DD-AAFE-728E40A194AB}" dt="2024-09-23T07:49:25.891" v="521" actId="478"/>
          <ac:spMkLst>
            <pc:docMk/>
            <pc:sldMk cId="1164986566" sldId="625"/>
            <ac:spMk id="6" creationId="{D1DF5E6E-9016-EA19-8488-53A5A36A4F47}"/>
          </ac:spMkLst>
        </pc:spChg>
        <pc:spChg chg="add mod">
          <ac:chgData name="LI, Jianqiang" userId="cff57bb5-6b3d-420f-8247-78e7019450b8" providerId="ADAL" clId="{D02C02F3-F859-45DD-AAFE-728E40A194AB}" dt="2024-09-23T07:50:57.644" v="553" actId="14100"/>
          <ac:spMkLst>
            <pc:docMk/>
            <pc:sldMk cId="1164986566" sldId="625"/>
            <ac:spMk id="8" creationId="{1D68554F-5AF8-7E1E-17A3-DE6F9E0E8871}"/>
          </ac:spMkLst>
        </pc:spChg>
        <pc:spChg chg="del">
          <ac:chgData name="LI, Jianqiang" userId="cff57bb5-6b3d-420f-8247-78e7019450b8" providerId="ADAL" clId="{D02C02F3-F859-45DD-AAFE-728E40A194AB}" dt="2024-09-23T07:31:20.056" v="271" actId="478"/>
          <ac:spMkLst>
            <pc:docMk/>
            <pc:sldMk cId="1164986566" sldId="625"/>
            <ac:spMk id="9" creationId="{B0628813-FD25-B04C-BF5B-4CD5267A682C}"/>
          </ac:spMkLst>
        </pc:spChg>
        <pc:spChg chg="add del">
          <ac:chgData name="LI, Jianqiang" userId="cff57bb5-6b3d-420f-8247-78e7019450b8" providerId="ADAL" clId="{D02C02F3-F859-45DD-AAFE-728E40A194AB}" dt="2024-09-23T07:51:05.581" v="561" actId="22"/>
          <ac:spMkLst>
            <pc:docMk/>
            <pc:sldMk cId="1164986566" sldId="625"/>
            <ac:spMk id="11" creationId="{80FE7ED0-9A5F-7891-13AC-270F172F4AEE}"/>
          </ac:spMkLst>
        </pc:spChg>
        <pc:spChg chg="add mod">
          <ac:chgData name="LI, Jianqiang" userId="cff57bb5-6b3d-420f-8247-78e7019450b8" providerId="ADAL" clId="{D02C02F3-F859-45DD-AAFE-728E40A194AB}" dt="2024-09-23T07:57:08.595" v="629" actId="1076"/>
          <ac:spMkLst>
            <pc:docMk/>
            <pc:sldMk cId="1164986566" sldId="625"/>
            <ac:spMk id="13" creationId="{ED25030F-4FDC-B91B-5C28-8CD4A7CDFC47}"/>
          </ac:spMkLst>
        </pc:spChg>
        <pc:spChg chg="add del">
          <ac:chgData name="LI, Jianqiang" userId="cff57bb5-6b3d-420f-8247-78e7019450b8" providerId="ADAL" clId="{D02C02F3-F859-45DD-AAFE-728E40A194AB}" dt="2024-09-23T07:52:05.147" v="565" actId="22"/>
          <ac:spMkLst>
            <pc:docMk/>
            <pc:sldMk cId="1164986566" sldId="625"/>
            <ac:spMk id="15" creationId="{45137CBC-8631-2E21-C859-3B82C8D2A0E7}"/>
          </ac:spMkLst>
        </pc:spChg>
        <pc:spChg chg="add mod">
          <ac:chgData name="LI, Jianqiang" userId="cff57bb5-6b3d-420f-8247-78e7019450b8" providerId="ADAL" clId="{D02C02F3-F859-45DD-AAFE-728E40A194AB}" dt="2024-09-23T07:57:11.811" v="630" actId="1076"/>
          <ac:spMkLst>
            <pc:docMk/>
            <pc:sldMk cId="1164986566" sldId="625"/>
            <ac:spMk id="17" creationId="{6581B964-F4DA-382E-A5CC-2C7FCE505809}"/>
          </ac:spMkLst>
        </pc:spChg>
        <pc:spChg chg="add mod">
          <ac:chgData name="LI, Jianqiang" userId="cff57bb5-6b3d-420f-8247-78e7019450b8" providerId="ADAL" clId="{D02C02F3-F859-45DD-AAFE-728E40A194AB}" dt="2024-09-23T08:04:24.296" v="764" actId="20577"/>
          <ac:spMkLst>
            <pc:docMk/>
            <pc:sldMk cId="1164986566" sldId="625"/>
            <ac:spMk id="18" creationId="{A18B1B3D-31B5-29E2-CF84-EA37A5C3394F}"/>
          </ac:spMkLst>
        </pc:spChg>
        <pc:spChg chg="add mod">
          <ac:chgData name="LI, Jianqiang" userId="cff57bb5-6b3d-420f-8247-78e7019450b8" providerId="ADAL" clId="{D02C02F3-F859-45DD-AAFE-728E40A194AB}" dt="2024-09-23T07:57:16.193" v="632" actId="1076"/>
          <ac:spMkLst>
            <pc:docMk/>
            <pc:sldMk cId="1164986566" sldId="625"/>
            <ac:spMk id="19" creationId="{5CABB9FE-E2BB-4A06-2289-2E62E1541A6C}"/>
          </ac:spMkLst>
        </pc:spChg>
        <pc:spChg chg="add mod">
          <ac:chgData name="LI, Jianqiang" userId="cff57bb5-6b3d-420f-8247-78e7019450b8" providerId="ADAL" clId="{D02C02F3-F859-45DD-AAFE-728E40A194AB}" dt="2024-09-23T07:57:26.016" v="633" actId="1076"/>
          <ac:spMkLst>
            <pc:docMk/>
            <pc:sldMk cId="1164986566" sldId="625"/>
            <ac:spMk id="20" creationId="{3169D8BD-A06F-D6F6-ABD3-B05ED15363F3}"/>
          </ac:spMkLst>
        </pc:spChg>
      </pc:sldChg>
      <pc:sldChg chg="del">
        <pc:chgData name="LI, Jianqiang" userId="cff57bb5-6b3d-420f-8247-78e7019450b8" providerId="ADAL" clId="{D02C02F3-F859-45DD-AAFE-728E40A194AB}" dt="2024-09-23T09:51:07.828" v="2156" actId="47"/>
        <pc:sldMkLst>
          <pc:docMk/>
          <pc:sldMk cId="872323142" sldId="626"/>
        </pc:sldMkLst>
      </pc:sldChg>
      <pc:sldChg chg="del">
        <pc:chgData name="LI, Jianqiang" userId="cff57bb5-6b3d-420f-8247-78e7019450b8" providerId="ADAL" clId="{D02C02F3-F859-45DD-AAFE-728E40A194AB}" dt="2024-09-23T09:51:08.766" v="2157" actId="47"/>
        <pc:sldMkLst>
          <pc:docMk/>
          <pc:sldMk cId="639972675" sldId="627"/>
        </pc:sldMkLst>
      </pc:sldChg>
      <pc:sldChg chg="del">
        <pc:chgData name="LI, Jianqiang" userId="cff57bb5-6b3d-420f-8247-78e7019450b8" providerId="ADAL" clId="{D02C02F3-F859-45DD-AAFE-728E40A194AB}" dt="2024-09-23T09:51:09.206" v="2158" actId="47"/>
        <pc:sldMkLst>
          <pc:docMk/>
          <pc:sldMk cId="459843695" sldId="628"/>
        </pc:sldMkLst>
      </pc:sldChg>
      <pc:sldChg chg="del">
        <pc:chgData name="LI, Jianqiang" userId="cff57bb5-6b3d-420f-8247-78e7019450b8" providerId="ADAL" clId="{D02C02F3-F859-45DD-AAFE-728E40A194AB}" dt="2024-09-23T09:51:10.069" v="2159" actId="47"/>
        <pc:sldMkLst>
          <pc:docMk/>
          <pc:sldMk cId="1549557668" sldId="629"/>
        </pc:sldMkLst>
      </pc:sldChg>
      <pc:sldChg chg="del">
        <pc:chgData name="LI, Jianqiang" userId="cff57bb5-6b3d-420f-8247-78e7019450b8" providerId="ADAL" clId="{D02C02F3-F859-45DD-AAFE-728E40A194AB}" dt="2024-09-23T09:51:10.717" v="2160" actId="47"/>
        <pc:sldMkLst>
          <pc:docMk/>
          <pc:sldMk cId="1678960089" sldId="630"/>
        </pc:sldMkLst>
      </pc:sldChg>
      <pc:sldChg chg="del">
        <pc:chgData name="LI, Jianqiang" userId="cff57bb5-6b3d-420f-8247-78e7019450b8" providerId="ADAL" clId="{D02C02F3-F859-45DD-AAFE-728E40A194AB}" dt="2024-09-23T09:51:11.343" v="2161" actId="47"/>
        <pc:sldMkLst>
          <pc:docMk/>
          <pc:sldMk cId="3689855301" sldId="631"/>
        </pc:sldMkLst>
      </pc:sldChg>
      <pc:sldChg chg="del">
        <pc:chgData name="LI, Jianqiang" userId="cff57bb5-6b3d-420f-8247-78e7019450b8" providerId="ADAL" clId="{D02C02F3-F859-45DD-AAFE-728E40A194AB}" dt="2024-09-23T09:51:11.987" v="2162" actId="47"/>
        <pc:sldMkLst>
          <pc:docMk/>
          <pc:sldMk cId="2473184728" sldId="632"/>
        </pc:sldMkLst>
      </pc:sldChg>
      <pc:sldChg chg="del">
        <pc:chgData name="LI, Jianqiang" userId="cff57bb5-6b3d-420f-8247-78e7019450b8" providerId="ADAL" clId="{D02C02F3-F859-45DD-AAFE-728E40A194AB}" dt="2024-09-23T09:51:12.682" v="2163" actId="47"/>
        <pc:sldMkLst>
          <pc:docMk/>
          <pc:sldMk cId="3829237767" sldId="633"/>
        </pc:sldMkLst>
      </pc:sldChg>
      <pc:sldChg chg="ord">
        <pc:chgData name="LI, Jianqiang" userId="cff57bb5-6b3d-420f-8247-78e7019450b8" providerId="ADAL" clId="{D02C02F3-F859-45DD-AAFE-728E40A194AB}" dt="2024-09-23T05:56:34.352" v="1"/>
        <pc:sldMkLst>
          <pc:docMk/>
          <pc:sldMk cId="1187496923" sldId="634"/>
        </pc:sldMkLst>
      </pc:sldChg>
      <pc:sldChg chg="addSp delSp modSp add mod">
        <pc:chgData name="LI, Jianqiang" userId="cff57bb5-6b3d-420f-8247-78e7019450b8" providerId="ADAL" clId="{D02C02F3-F859-45DD-AAFE-728E40A194AB}" dt="2024-09-23T07:45:32.374" v="500"/>
        <pc:sldMkLst>
          <pc:docMk/>
          <pc:sldMk cId="2856971437" sldId="635"/>
        </pc:sldMkLst>
        <pc:spChg chg="mod">
          <ac:chgData name="LI, Jianqiang" userId="cff57bb5-6b3d-420f-8247-78e7019450b8" providerId="ADAL" clId="{D02C02F3-F859-45DD-AAFE-728E40A194AB}" dt="2024-09-23T07:34:35.162" v="300" actId="20577"/>
          <ac:spMkLst>
            <pc:docMk/>
            <pc:sldMk cId="2856971437" sldId="635"/>
            <ac:spMk id="2" creationId="{62715A2E-656D-EC5D-FDE7-230488526EFC}"/>
          </ac:spMkLst>
        </pc:spChg>
        <pc:spChg chg="mod">
          <ac:chgData name="LI, Jianqiang" userId="cff57bb5-6b3d-420f-8247-78e7019450b8" providerId="ADAL" clId="{D02C02F3-F859-45DD-AAFE-728E40A194AB}" dt="2024-09-23T07:43:10.805" v="470" actId="14100"/>
          <ac:spMkLst>
            <pc:docMk/>
            <pc:sldMk cId="2856971437" sldId="635"/>
            <ac:spMk id="3" creationId="{36A5FFEE-E22C-7E2F-1F3B-D8658E79FF2E}"/>
          </ac:spMkLst>
        </pc:spChg>
        <pc:spChg chg="add del mod">
          <ac:chgData name="LI, Jianqiang" userId="cff57bb5-6b3d-420f-8247-78e7019450b8" providerId="ADAL" clId="{D02C02F3-F859-45DD-AAFE-728E40A194AB}" dt="2024-09-23T07:35:53.835" v="316" actId="478"/>
          <ac:spMkLst>
            <pc:docMk/>
            <pc:sldMk cId="2856971437" sldId="635"/>
            <ac:spMk id="6" creationId="{BF39DD23-D88C-99D3-7E8B-4113C68D9876}"/>
          </ac:spMkLst>
        </pc:spChg>
        <pc:spChg chg="del">
          <ac:chgData name="LI, Jianqiang" userId="cff57bb5-6b3d-420f-8247-78e7019450b8" providerId="ADAL" clId="{D02C02F3-F859-45DD-AAFE-728E40A194AB}" dt="2024-09-23T07:35:05.561" v="305" actId="478"/>
          <ac:spMkLst>
            <pc:docMk/>
            <pc:sldMk cId="2856971437" sldId="635"/>
            <ac:spMk id="9" creationId="{13579561-D94C-52FD-3CA2-9B08EB6AB407}"/>
          </ac:spMkLst>
        </pc:spChg>
        <pc:spChg chg="del">
          <ac:chgData name="LI, Jianqiang" userId="cff57bb5-6b3d-420f-8247-78e7019450b8" providerId="ADAL" clId="{D02C02F3-F859-45DD-AAFE-728E40A194AB}" dt="2024-09-23T07:35:06.193" v="306" actId="478"/>
          <ac:spMkLst>
            <pc:docMk/>
            <pc:sldMk cId="2856971437" sldId="635"/>
            <ac:spMk id="11" creationId="{96D5BBEA-995B-54E3-BB5A-11985889A7F9}"/>
          </ac:spMkLst>
        </pc:spChg>
        <pc:spChg chg="del">
          <ac:chgData name="LI, Jianqiang" userId="cff57bb5-6b3d-420f-8247-78e7019450b8" providerId="ADAL" clId="{D02C02F3-F859-45DD-AAFE-728E40A194AB}" dt="2024-09-23T07:35:06.779" v="307" actId="478"/>
          <ac:spMkLst>
            <pc:docMk/>
            <pc:sldMk cId="2856971437" sldId="635"/>
            <ac:spMk id="12" creationId="{695D7984-2E4C-5348-921D-2E7247C46606}"/>
          </ac:spMkLst>
        </pc:spChg>
        <pc:spChg chg="del">
          <ac:chgData name="LI, Jianqiang" userId="cff57bb5-6b3d-420f-8247-78e7019450b8" providerId="ADAL" clId="{D02C02F3-F859-45DD-AAFE-728E40A194AB}" dt="2024-09-23T07:35:09.908" v="309" actId="478"/>
          <ac:spMkLst>
            <pc:docMk/>
            <pc:sldMk cId="2856971437" sldId="635"/>
            <ac:spMk id="13" creationId="{ECC7D8A4-A3FB-1FE9-A04E-2E963DD0E521}"/>
          </ac:spMkLst>
        </pc:spChg>
        <pc:spChg chg="del">
          <ac:chgData name="LI, Jianqiang" userId="cff57bb5-6b3d-420f-8247-78e7019450b8" providerId="ADAL" clId="{D02C02F3-F859-45DD-AAFE-728E40A194AB}" dt="2024-09-23T07:35:04.923" v="304" actId="478"/>
          <ac:spMkLst>
            <pc:docMk/>
            <pc:sldMk cId="2856971437" sldId="635"/>
            <ac:spMk id="14" creationId="{81953AD4-E88C-8016-30EC-6A979ECB2A23}"/>
          </ac:spMkLst>
        </pc:spChg>
        <pc:spChg chg="del">
          <ac:chgData name="LI, Jianqiang" userId="cff57bb5-6b3d-420f-8247-78e7019450b8" providerId="ADAL" clId="{D02C02F3-F859-45DD-AAFE-728E40A194AB}" dt="2024-09-23T07:35:08.106" v="308" actId="478"/>
          <ac:spMkLst>
            <pc:docMk/>
            <pc:sldMk cId="2856971437" sldId="635"/>
            <ac:spMk id="15" creationId="{0482A7BF-1EE2-3E17-AAEA-82FF89DECB9A}"/>
          </ac:spMkLst>
        </pc:spChg>
        <pc:spChg chg="add mod">
          <ac:chgData name="LI, Jianqiang" userId="cff57bb5-6b3d-420f-8247-78e7019450b8" providerId="ADAL" clId="{D02C02F3-F859-45DD-AAFE-728E40A194AB}" dt="2024-09-23T07:44:50.841" v="491" actId="14100"/>
          <ac:spMkLst>
            <pc:docMk/>
            <pc:sldMk cId="2856971437" sldId="635"/>
            <ac:spMk id="18" creationId="{000E6A9C-20C9-7CC9-CBF6-89EE2B4A6609}"/>
          </ac:spMkLst>
        </pc:spChg>
        <pc:spChg chg="add del">
          <ac:chgData name="LI, Jianqiang" userId="cff57bb5-6b3d-420f-8247-78e7019450b8" providerId="ADAL" clId="{D02C02F3-F859-45DD-AAFE-728E40A194AB}" dt="2024-09-23T07:44:29.487" v="485" actId="22"/>
          <ac:spMkLst>
            <pc:docMk/>
            <pc:sldMk cId="2856971437" sldId="635"/>
            <ac:spMk id="20" creationId="{2B20CF63-DA29-0978-2D6A-8202379CAD28}"/>
          </ac:spMkLst>
        </pc:spChg>
        <pc:spChg chg="add mod">
          <ac:chgData name="LI, Jianqiang" userId="cff57bb5-6b3d-420f-8247-78e7019450b8" providerId="ADAL" clId="{D02C02F3-F859-45DD-AAFE-728E40A194AB}" dt="2024-09-23T07:45:32.374" v="500"/>
          <ac:spMkLst>
            <pc:docMk/>
            <pc:sldMk cId="2856971437" sldId="635"/>
            <ac:spMk id="22" creationId="{5DCBAE54-B59D-659D-C2B5-B734C662961B}"/>
          </ac:spMkLst>
        </pc:spChg>
        <pc:picChg chg="del">
          <ac:chgData name="LI, Jianqiang" userId="cff57bb5-6b3d-420f-8247-78e7019450b8" providerId="ADAL" clId="{D02C02F3-F859-45DD-AAFE-728E40A194AB}" dt="2024-09-23T07:35:02.898" v="301" actId="478"/>
          <ac:picMkLst>
            <pc:docMk/>
            <pc:sldMk cId="2856971437" sldId="635"/>
            <ac:picMk id="5" creationId="{5DFE1F7E-F87E-A9D7-392B-C5EBA5859939}"/>
          </ac:picMkLst>
        </pc:picChg>
        <pc:picChg chg="del">
          <ac:chgData name="LI, Jianqiang" userId="cff57bb5-6b3d-420f-8247-78e7019450b8" providerId="ADAL" clId="{D02C02F3-F859-45DD-AAFE-728E40A194AB}" dt="2024-09-23T07:35:03.553" v="302" actId="478"/>
          <ac:picMkLst>
            <pc:docMk/>
            <pc:sldMk cId="2856971437" sldId="635"/>
            <ac:picMk id="8" creationId="{41AB48B6-53EC-305A-2AF0-8416D97E323E}"/>
          </ac:picMkLst>
        </pc:picChg>
        <pc:picChg chg="del">
          <ac:chgData name="LI, Jianqiang" userId="cff57bb5-6b3d-420f-8247-78e7019450b8" providerId="ADAL" clId="{D02C02F3-F859-45DD-AAFE-728E40A194AB}" dt="2024-09-23T07:35:04.170" v="303" actId="478"/>
          <ac:picMkLst>
            <pc:docMk/>
            <pc:sldMk cId="2856971437" sldId="635"/>
            <ac:picMk id="10" creationId="{0718A79C-1CA9-76CB-FC0E-A87CFC8D77F9}"/>
          </ac:picMkLst>
        </pc:picChg>
        <pc:picChg chg="add del mod">
          <ac:chgData name="LI, Jianqiang" userId="cff57bb5-6b3d-420f-8247-78e7019450b8" providerId="ADAL" clId="{D02C02F3-F859-45DD-AAFE-728E40A194AB}" dt="2024-09-23T07:40:00.021" v="355" actId="478"/>
          <ac:picMkLst>
            <pc:docMk/>
            <pc:sldMk cId="2856971437" sldId="635"/>
            <ac:picMk id="16" creationId="{68A137D5-75B3-7ED6-E4AF-8FC8C98AA8D4}"/>
          </ac:picMkLst>
        </pc:picChg>
      </pc:sldChg>
      <pc:sldChg chg="add del">
        <pc:chgData name="LI, Jianqiang" userId="cff57bb5-6b3d-420f-8247-78e7019450b8" providerId="ADAL" clId="{D02C02F3-F859-45DD-AAFE-728E40A194AB}" dt="2024-09-23T07:57:36.023" v="634" actId="47"/>
        <pc:sldMkLst>
          <pc:docMk/>
          <pc:sldMk cId="1979414732" sldId="636"/>
        </pc:sldMkLst>
      </pc:sldChg>
      <pc:sldChg chg="addSp modSp add mod">
        <pc:chgData name="LI, Jianqiang" userId="cff57bb5-6b3d-420f-8247-78e7019450b8" providerId="ADAL" clId="{D02C02F3-F859-45DD-AAFE-728E40A194AB}" dt="2024-09-23T08:09:15.437" v="816" actId="255"/>
        <pc:sldMkLst>
          <pc:docMk/>
          <pc:sldMk cId="2876691948" sldId="636"/>
        </pc:sldMkLst>
        <pc:spChg chg="mod">
          <ac:chgData name="LI, Jianqiang" userId="cff57bb5-6b3d-420f-8247-78e7019450b8" providerId="ADAL" clId="{D02C02F3-F859-45DD-AAFE-728E40A194AB}" dt="2024-09-23T07:57:58.933" v="641" actId="20577"/>
          <ac:spMkLst>
            <pc:docMk/>
            <pc:sldMk cId="2876691948" sldId="636"/>
            <ac:spMk id="2" creationId="{62715A2E-656D-EC5D-FDE7-230488526EFC}"/>
          </ac:spMkLst>
        </pc:spChg>
        <pc:spChg chg="add">
          <ac:chgData name="LI, Jianqiang" userId="cff57bb5-6b3d-420f-8247-78e7019450b8" providerId="ADAL" clId="{D02C02F3-F859-45DD-AAFE-728E40A194AB}" dt="2024-09-23T07:59:33.875" v="651"/>
          <ac:spMkLst>
            <pc:docMk/>
            <pc:sldMk cId="2876691948" sldId="636"/>
            <ac:spMk id="3" creationId="{D5ED0A6C-9F30-E39B-355A-44D6B68813B5}"/>
          </ac:spMkLst>
        </pc:spChg>
        <pc:spChg chg="mod">
          <ac:chgData name="LI, Jianqiang" userId="cff57bb5-6b3d-420f-8247-78e7019450b8" providerId="ADAL" clId="{D02C02F3-F859-45DD-AAFE-728E40A194AB}" dt="2024-09-23T07:58:23.379" v="646" actId="20577"/>
          <ac:spMkLst>
            <pc:docMk/>
            <pc:sldMk cId="2876691948" sldId="636"/>
            <ac:spMk id="8" creationId="{1D68554F-5AF8-7E1E-17A3-DE6F9E0E8871}"/>
          </ac:spMkLst>
        </pc:spChg>
        <pc:spChg chg="mod">
          <ac:chgData name="LI, Jianqiang" userId="cff57bb5-6b3d-420f-8247-78e7019450b8" providerId="ADAL" clId="{D02C02F3-F859-45DD-AAFE-728E40A194AB}" dt="2024-09-23T07:59:10.537" v="650" actId="5793"/>
          <ac:spMkLst>
            <pc:docMk/>
            <pc:sldMk cId="2876691948" sldId="636"/>
            <ac:spMk id="17" creationId="{6581B964-F4DA-382E-A5CC-2C7FCE505809}"/>
          </ac:spMkLst>
        </pc:spChg>
        <pc:spChg chg="mod">
          <ac:chgData name="LI, Jianqiang" userId="cff57bb5-6b3d-420f-8247-78e7019450b8" providerId="ADAL" clId="{D02C02F3-F859-45DD-AAFE-728E40A194AB}" dt="2024-09-23T08:09:15.437" v="816" actId="255"/>
          <ac:spMkLst>
            <pc:docMk/>
            <pc:sldMk cId="2876691948" sldId="636"/>
            <ac:spMk id="18" creationId="{A18B1B3D-31B5-29E2-CF84-EA37A5C3394F}"/>
          </ac:spMkLst>
        </pc:spChg>
        <pc:spChg chg="mod">
          <ac:chgData name="LI, Jianqiang" userId="cff57bb5-6b3d-420f-8247-78e7019450b8" providerId="ADAL" clId="{D02C02F3-F859-45DD-AAFE-728E40A194AB}" dt="2024-09-23T08:00:07.953" v="656" actId="1076"/>
          <ac:spMkLst>
            <pc:docMk/>
            <pc:sldMk cId="2876691948" sldId="636"/>
            <ac:spMk id="19" creationId="{5CABB9FE-E2BB-4A06-2289-2E62E1541A6C}"/>
          </ac:spMkLst>
        </pc:spChg>
        <pc:spChg chg="mod">
          <ac:chgData name="LI, Jianqiang" userId="cff57bb5-6b3d-420f-8247-78e7019450b8" providerId="ADAL" clId="{D02C02F3-F859-45DD-AAFE-728E40A194AB}" dt="2024-09-23T08:06:13.706" v="798" actId="5793"/>
          <ac:spMkLst>
            <pc:docMk/>
            <pc:sldMk cId="2876691948" sldId="636"/>
            <ac:spMk id="20" creationId="{3169D8BD-A06F-D6F6-ABD3-B05ED15363F3}"/>
          </ac:spMkLst>
        </pc:spChg>
      </pc:sldChg>
      <pc:sldChg chg="addSp delSp modSp add mod">
        <pc:chgData name="LI, Jianqiang" userId="cff57bb5-6b3d-420f-8247-78e7019450b8" providerId="ADAL" clId="{D02C02F3-F859-45DD-AAFE-728E40A194AB}" dt="2024-09-23T08:13:26.096" v="914" actId="1076"/>
        <pc:sldMkLst>
          <pc:docMk/>
          <pc:sldMk cId="2520553328" sldId="637"/>
        </pc:sldMkLst>
        <pc:spChg chg="mod">
          <ac:chgData name="LI, Jianqiang" userId="cff57bb5-6b3d-420f-8247-78e7019450b8" providerId="ADAL" clId="{D02C02F3-F859-45DD-AAFE-728E40A194AB}" dt="2024-09-23T08:06:47.552" v="809" actId="20577"/>
          <ac:spMkLst>
            <pc:docMk/>
            <pc:sldMk cId="2520553328" sldId="637"/>
            <ac:spMk id="2" creationId="{62715A2E-656D-EC5D-FDE7-230488526EFC}"/>
          </ac:spMkLst>
        </pc:spChg>
        <pc:spChg chg="add">
          <ac:chgData name="LI, Jianqiang" userId="cff57bb5-6b3d-420f-8247-78e7019450b8" providerId="ADAL" clId="{D02C02F3-F859-45DD-AAFE-728E40A194AB}" dt="2024-09-23T08:10:13.794" v="821"/>
          <ac:spMkLst>
            <pc:docMk/>
            <pc:sldMk cId="2520553328" sldId="637"/>
            <ac:spMk id="3" creationId="{60B6852E-AE06-DB75-5B1F-01671772D6FC}"/>
          </ac:spMkLst>
        </pc:spChg>
        <pc:spChg chg="add">
          <ac:chgData name="LI, Jianqiang" userId="cff57bb5-6b3d-420f-8247-78e7019450b8" providerId="ADAL" clId="{D02C02F3-F859-45DD-AAFE-728E40A194AB}" dt="2024-09-23T08:10:30.167" v="822"/>
          <ac:spMkLst>
            <pc:docMk/>
            <pc:sldMk cId="2520553328" sldId="637"/>
            <ac:spMk id="5" creationId="{D87ACC50-A78D-4CBC-272A-9E243BFD1FF5}"/>
          </ac:spMkLst>
        </pc:spChg>
        <pc:spChg chg="add del mod">
          <ac:chgData name="LI, Jianqiang" userId="cff57bb5-6b3d-420f-8247-78e7019450b8" providerId="ADAL" clId="{D02C02F3-F859-45DD-AAFE-728E40A194AB}" dt="2024-09-23T08:11:54.561" v="897" actId="478"/>
          <ac:spMkLst>
            <pc:docMk/>
            <pc:sldMk cId="2520553328" sldId="637"/>
            <ac:spMk id="7" creationId="{86B57064-E8F0-C5F6-FFE8-450C668A5545}"/>
          </ac:spMkLst>
        </pc:spChg>
        <pc:spChg chg="mod">
          <ac:chgData name="LI, Jianqiang" userId="cff57bb5-6b3d-420f-8247-78e7019450b8" providerId="ADAL" clId="{D02C02F3-F859-45DD-AAFE-728E40A194AB}" dt="2024-09-23T08:07:22.121" v="814" actId="20577"/>
          <ac:spMkLst>
            <pc:docMk/>
            <pc:sldMk cId="2520553328" sldId="637"/>
            <ac:spMk id="8" creationId="{1D68554F-5AF8-7E1E-17A3-DE6F9E0E8871}"/>
          </ac:spMkLst>
        </pc:spChg>
        <pc:spChg chg="mod">
          <ac:chgData name="LI, Jianqiang" userId="cff57bb5-6b3d-420f-8247-78e7019450b8" providerId="ADAL" clId="{D02C02F3-F859-45DD-AAFE-728E40A194AB}" dt="2024-09-23T08:09:55.535" v="820" actId="5793"/>
          <ac:spMkLst>
            <pc:docMk/>
            <pc:sldMk cId="2520553328" sldId="637"/>
            <ac:spMk id="17" creationId="{6581B964-F4DA-382E-A5CC-2C7FCE505809}"/>
          </ac:spMkLst>
        </pc:spChg>
        <pc:spChg chg="mod">
          <ac:chgData name="LI, Jianqiang" userId="cff57bb5-6b3d-420f-8247-78e7019450b8" providerId="ADAL" clId="{D02C02F3-F859-45DD-AAFE-728E40A194AB}" dt="2024-09-23T08:12:40.836" v="910" actId="20577"/>
          <ac:spMkLst>
            <pc:docMk/>
            <pc:sldMk cId="2520553328" sldId="637"/>
            <ac:spMk id="18" creationId="{A18B1B3D-31B5-29E2-CF84-EA37A5C3394F}"/>
          </ac:spMkLst>
        </pc:spChg>
        <pc:spChg chg="mod">
          <ac:chgData name="LI, Jianqiang" userId="cff57bb5-6b3d-420f-8247-78e7019450b8" providerId="ADAL" clId="{D02C02F3-F859-45DD-AAFE-728E40A194AB}" dt="2024-09-23T08:12:54.437" v="911" actId="1076"/>
          <ac:spMkLst>
            <pc:docMk/>
            <pc:sldMk cId="2520553328" sldId="637"/>
            <ac:spMk id="19" creationId="{5CABB9FE-E2BB-4A06-2289-2E62E1541A6C}"/>
          </ac:spMkLst>
        </pc:spChg>
        <pc:spChg chg="mod">
          <ac:chgData name="LI, Jianqiang" userId="cff57bb5-6b3d-420f-8247-78e7019450b8" providerId="ADAL" clId="{D02C02F3-F859-45DD-AAFE-728E40A194AB}" dt="2024-09-23T08:13:26.096" v="914" actId="1076"/>
          <ac:spMkLst>
            <pc:docMk/>
            <pc:sldMk cId="2520553328" sldId="637"/>
            <ac:spMk id="20" creationId="{3169D8BD-A06F-D6F6-ABD3-B05ED15363F3}"/>
          </ac:spMkLst>
        </pc:spChg>
      </pc:sldChg>
      <pc:sldChg chg="addSp delSp modSp add mod">
        <pc:chgData name="LI, Jianqiang" userId="cff57bb5-6b3d-420f-8247-78e7019450b8" providerId="ADAL" clId="{D02C02F3-F859-45DD-AAFE-728E40A194AB}" dt="2024-09-23T08:18:25.473" v="948" actId="5793"/>
        <pc:sldMkLst>
          <pc:docMk/>
          <pc:sldMk cId="6090341" sldId="638"/>
        </pc:sldMkLst>
        <pc:spChg chg="mod">
          <ac:chgData name="LI, Jianqiang" userId="cff57bb5-6b3d-420f-8247-78e7019450b8" providerId="ADAL" clId="{D02C02F3-F859-45DD-AAFE-728E40A194AB}" dt="2024-09-23T08:14:35.847" v="920" actId="20577"/>
          <ac:spMkLst>
            <pc:docMk/>
            <pc:sldMk cId="6090341" sldId="638"/>
            <ac:spMk id="2" creationId="{62715A2E-656D-EC5D-FDE7-230488526EFC}"/>
          </ac:spMkLst>
        </pc:spChg>
        <pc:spChg chg="add del mod">
          <ac:chgData name="LI, Jianqiang" userId="cff57bb5-6b3d-420f-8247-78e7019450b8" providerId="ADAL" clId="{D02C02F3-F859-45DD-AAFE-728E40A194AB}" dt="2024-09-23T08:16:51.672" v="935" actId="478"/>
          <ac:spMkLst>
            <pc:docMk/>
            <pc:sldMk cId="6090341" sldId="638"/>
            <ac:spMk id="3" creationId="{E2601E4D-3B73-6E92-F883-E831039E7BE2}"/>
          </ac:spMkLst>
        </pc:spChg>
        <pc:spChg chg="mod">
          <ac:chgData name="LI, Jianqiang" userId="cff57bb5-6b3d-420f-8247-78e7019450b8" providerId="ADAL" clId="{D02C02F3-F859-45DD-AAFE-728E40A194AB}" dt="2024-09-23T08:15:41.119" v="926" actId="20577"/>
          <ac:spMkLst>
            <pc:docMk/>
            <pc:sldMk cId="6090341" sldId="638"/>
            <ac:spMk id="8" creationId="{1D68554F-5AF8-7E1E-17A3-DE6F9E0E8871}"/>
          </ac:spMkLst>
        </pc:spChg>
        <pc:spChg chg="mod">
          <ac:chgData name="LI, Jianqiang" userId="cff57bb5-6b3d-420f-8247-78e7019450b8" providerId="ADAL" clId="{D02C02F3-F859-45DD-AAFE-728E40A194AB}" dt="2024-09-23T08:16:15.970" v="930" actId="14100"/>
          <ac:spMkLst>
            <pc:docMk/>
            <pc:sldMk cId="6090341" sldId="638"/>
            <ac:spMk id="17" creationId="{6581B964-F4DA-382E-A5CC-2C7FCE505809}"/>
          </ac:spMkLst>
        </pc:spChg>
        <pc:spChg chg="mod">
          <ac:chgData name="LI, Jianqiang" userId="cff57bb5-6b3d-420f-8247-78e7019450b8" providerId="ADAL" clId="{D02C02F3-F859-45DD-AAFE-728E40A194AB}" dt="2024-09-23T08:17:52.657" v="945" actId="20577"/>
          <ac:spMkLst>
            <pc:docMk/>
            <pc:sldMk cId="6090341" sldId="638"/>
            <ac:spMk id="18" creationId="{A18B1B3D-31B5-29E2-CF84-EA37A5C3394F}"/>
          </ac:spMkLst>
        </pc:spChg>
        <pc:spChg chg="mod">
          <ac:chgData name="LI, Jianqiang" userId="cff57bb5-6b3d-420f-8247-78e7019450b8" providerId="ADAL" clId="{D02C02F3-F859-45DD-AAFE-728E40A194AB}" dt="2024-09-23T08:18:25.473" v="948" actId="5793"/>
          <ac:spMkLst>
            <pc:docMk/>
            <pc:sldMk cId="6090341" sldId="638"/>
            <ac:spMk id="20" creationId="{3169D8BD-A06F-D6F6-ABD3-B05ED15363F3}"/>
          </ac:spMkLst>
        </pc:spChg>
      </pc:sldChg>
      <pc:sldChg chg="addSp delSp modSp add mod">
        <pc:chgData name="LI, Jianqiang" userId="cff57bb5-6b3d-420f-8247-78e7019450b8" providerId="ADAL" clId="{D02C02F3-F859-45DD-AAFE-728E40A194AB}" dt="2024-09-23T08:22:07.763" v="979" actId="20577"/>
        <pc:sldMkLst>
          <pc:docMk/>
          <pc:sldMk cId="3588725488" sldId="639"/>
        </pc:sldMkLst>
        <pc:spChg chg="mod">
          <ac:chgData name="LI, Jianqiang" userId="cff57bb5-6b3d-420f-8247-78e7019450b8" providerId="ADAL" clId="{D02C02F3-F859-45DD-AAFE-728E40A194AB}" dt="2024-09-23T08:19:04.358" v="954"/>
          <ac:spMkLst>
            <pc:docMk/>
            <pc:sldMk cId="3588725488" sldId="639"/>
            <ac:spMk id="2" creationId="{62715A2E-656D-EC5D-FDE7-230488526EFC}"/>
          </ac:spMkLst>
        </pc:spChg>
        <pc:spChg chg="add del">
          <ac:chgData name="LI, Jianqiang" userId="cff57bb5-6b3d-420f-8247-78e7019450b8" providerId="ADAL" clId="{D02C02F3-F859-45DD-AAFE-728E40A194AB}" dt="2024-09-23T08:22:01.771" v="978" actId="478"/>
          <ac:spMkLst>
            <pc:docMk/>
            <pc:sldMk cId="3588725488" sldId="639"/>
            <ac:spMk id="5" creationId="{083C7A30-10B0-A48C-A79A-21CF6E769BBD}"/>
          </ac:spMkLst>
        </pc:spChg>
        <pc:spChg chg="mod">
          <ac:chgData name="LI, Jianqiang" userId="cff57bb5-6b3d-420f-8247-78e7019450b8" providerId="ADAL" clId="{D02C02F3-F859-45DD-AAFE-728E40A194AB}" dt="2024-09-23T08:19:27.999" v="959" actId="20577"/>
          <ac:spMkLst>
            <pc:docMk/>
            <pc:sldMk cId="3588725488" sldId="639"/>
            <ac:spMk id="8" creationId="{1D68554F-5AF8-7E1E-17A3-DE6F9E0E8871}"/>
          </ac:spMkLst>
        </pc:spChg>
        <pc:spChg chg="mod">
          <ac:chgData name="LI, Jianqiang" userId="cff57bb5-6b3d-420f-8247-78e7019450b8" providerId="ADAL" clId="{D02C02F3-F859-45DD-AAFE-728E40A194AB}" dt="2024-09-23T08:20:46.539" v="961" actId="5793"/>
          <ac:spMkLst>
            <pc:docMk/>
            <pc:sldMk cId="3588725488" sldId="639"/>
            <ac:spMk id="17" creationId="{6581B964-F4DA-382E-A5CC-2C7FCE505809}"/>
          </ac:spMkLst>
        </pc:spChg>
        <pc:spChg chg="mod">
          <ac:chgData name="LI, Jianqiang" userId="cff57bb5-6b3d-420f-8247-78e7019450b8" providerId="ADAL" clId="{D02C02F3-F859-45DD-AAFE-728E40A194AB}" dt="2024-09-23T08:21:12.259" v="972" actId="1076"/>
          <ac:spMkLst>
            <pc:docMk/>
            <pc:sldMk cId="3588725488" sldId="639"/>
            <ac:spMk id="18" creationId="{A18B1B3D-31B5-29E2-CF84-EA37A5C3394F}"/>
          </ac:spMkLst>
        </pc:spChg>
        <pc:spChg chg="mod">
          <ac:chgData name="LI, Jianqiang" userId="cff57bb5-6b3d-420f-8247-78e7019450b8" providerId="ADAL" clId="{D02C02F3-F859-45DD-AAFE-728E40A194AB}" dt="2024-09-23T08:22:07.763" v="979" actId="20577"/>
          <ac:spMkLst>
            <pc:docMk/>
            <pc:sldMk cId="3588725488" sldId="639"/>
            <ac:spMk id="20" creationId="{3169D8BD-A06F-D6F6-ABD3-B05ED15363F3}"/>
          </ac:spMkLst>
        </pc:spChg>
      </pc:sldChg>
      <pc:sldChg chg="modSp add mod">
        <pc:chgData name="LI, Jianqiang" userId="cff57bb5-6b3d-420f-8247-78e7019450b8" providerId="ADAL" clId="{D02C02F3-F859-45DD-AAFE-728E40A194AB}" dt="2024-09-23T08:23:15.505" v="996" actId="20577"/>
        <pc:sldMkLst>
          <pc:docMk/>
          <pc:sldMk cId="378689546" sldId="640"/>
        </pc:sldMkLst>
        <pc:spChg chg="mod">
          <ac:chgData name="LI, Jianqiang" userId="cff57bb5-6b3d-420f-8247-78e7019450b8" providerId="ADAL" clId="{D02C02F3-F859-45DD-AAFE-728E40A194AB}" dt="2024-09-23T08:23:15.505" v="996" actId="20577"/>
          <ac:spMkLst>
            <pc:docMk/>
            <pc:sldMk cId="378689546" sldId="640"/>
            <ac:spMk id="2" creationId="{62715A2E-656D-EC5D-FDE7-230488526EFC}"/>
          </ac:spMkLst>
        </pc:spChg>
        <pc:spChg chg="mod">
          <ac:chgData name="LI, Jianqiang" userId="cff57bb5-6b3d-420f-8247-78e7019450b8" providerId="ADAL" clId="{D02C02F3-F859-45DD-AAFE-728E40A194AB}" dt="2024-09-23T08:22:45.124" v="986"/>
          <ac:spMkLst>
            <pc:docMk/>
            <pc:sldMk cId="378689546" sldId="640"/>
            <ac:spMk id="8" creationId="{1D68554F-5AF8-7E1E-17A3-DE6F9E0E8871}"/>
          </ac:spMkLst>
        </pc:spChg>
        <pc:spChg chg="mod">
          <ac:chgData name="LI, Jianqiang" userId="cff57bb5-6b3d-420f-8247-78e7019450b8" providerId="ADAL" clId="{D02C02F3-F859-45DD-AAFE-728E40A194AB}" dt="2024-09-23T08:22:51.845" v="988" actId="20577"/>
          <ac:spMkLst>
            <pc:docMk/>
            <pc:sldMk cId="378689546" sldId="640"/>
            <ac:spMk id="17" creationId="{6581B964-F4DA-382E-A5CC-2C7FCE505809}"/>
          </ac:spMkLst>
        </pc:spChg>
        <pc:spChg chg="mod">
          <ac:chgData name="LI, Jianqiang" userId="cff57bb5-6b3d-420f-8247-78e7019450b8" providerId="ADAL" clId="{D02C02F3-F859-45DD-AAFE-728E40A194AB}" dt="2024-09-23T08:23:05.547" v="994" actId="20577"/>
          <ac:spMkLst>
            <pc:docMk/>
            <pc:sldMk cId="378689546" sldId="640"/>
            <ac:spMk id="20" creationId="{3169D8BD-A06F-D6F6-ABD3-B05ED15363F3}"/>
          </ac:spMkLst>
        </pc:spChg>
      </pc:sldChg>
      <pc:sldChg chg="addSp delSp modSp add del mod">
        <pc:chgData name="LI, Jianqiang" userId="cff57bb5-6b3d-420f-8247-78e7019450b8" providerId="ADAL" clId="{D02C02F3-F859-45DD-AAFE-728E40A194AB}" dt="2024-09-23T08:57:31.290" v="1433" actId="47"/>
        <pc:sldMkLst>
          <pc:docMk/>
          <pc:sldMk cId="1581780195" sldId="641"/>
        </pc:sldMkLst>
        <pc:spChg chg="mod">
          <ac:chgData name="LI, Jianqiang" userId="cff57bb5-6b3d-420f-8247-78e7019450b8" providerId="ADAL" clId="{D02C02F3-F859-45DD-AAFE-728E40A194AB}" dt="2024-09-23T08:32:51.382" v="1095" actId="20577"/>
          <ac:spMkLst>
            <pc:docMk/>
            <pc:sldMk cId="1581780195" sldId="641"/>
            <ac:spMk id="2" creationId="{62715A2E-656D-EC5D-FDE7-230488526EFC}"/>
          </ac:spMkLst>
        </pc:spChg>
        <pc:spChg chg="del mod">
          <ac:chgData name="LI, Jianqiang" userId="cff57bb5-6b3d-420f-8247-78e7019450b8" providerId="ADAL" clId="{D02C02F3-F859-45DD-AAFE-728E40A194AB}" dt="2024-09-23T08:40:06.111" v="1136" actId="478"/>
          <ac:spMkLst>
            <pc:docMk/>
            <pc:sldMk cId="1581780195" sldId="641"/>
            <ac:spMk id="3" creationId="{36A5FFEE-E22C-7E2F-1F3B-D8658E79FF2E}"/>
          </ac:spMkLst>
        </pc:spChg>
        <pc:spChg chg="mod ord">
          <ac:chgData name="LI, Jianqiang" userId="cff57bb5-6b3d-420f-8247-78e7019450b8" providerId="ADAL" clId="{D02C02F3-F859-45DD-AAFE-728E40A194AB}" dt="2024-09-23T08:53:55.764" v="1394" actId="20577"/>
          <ac:spMkLst>
            <pc:docMk/>
            <pc:sldMk cId="1581780195" sldId="641"/>
            <ac:spMk id="6" creationId="{7EE45859-8B74-CD35-C8F3-849759F3278B}"/>
          </ac:spMkLst>
        </pc:spChg>
        <pc:spChg chg="add del mod">
          <ac:chgData name="LI, Jianqiang" userId="cff57bb5-6b3d-420f-8247-78e7019450b8" providerId="ADAL" clId="{D02C02F3-F859-45DD-AAFE-728E40A194AB}" dt="2024-09-23T08:40:08.830" v="1137" actId="478"/>
          <ac:spMkLst>
            <pc:docMk/>
            <pc:sldMk cId="1581780195" sldId="641"/>
            <ac:spMk id="7" creationId="{C5A94855-70F0-C323-9F3B-406F0C4B374A}"/>
          </ac:spMkLst>
        </pc:spChg>
        <pc:spChg chg="add mod">
          <ac:chgData name="LI, Jianqiang" userId="cff57bb5-6b3d-420f-8247-78e7019450b8" providerId="ADAL" clId="{D02C02F3-F859-45DD-AAFE-728E40A194AB}" dt="2024-09-23T08:51:39.511" v="1350" actId="207"/>
          <ac:spMkLst>
            <pc:docMk/>
            <pc:sldMk cId="1581780195" sldId="641"/>
            <ac:spMk id="8" creationId="{3048482A-26CD-6A78-76DB-978B6FC022D8}"/>
          </ac:spMkLst>
        </pc:spChg>
        <pc:spChg chg="mod">
          <ac:chgData name="LI, Jianqiang" userId="cff57bb5-6b3d-420f-8247-78e7019450b8" providerId="ADAL" clId="{D02C02F3-F859-45DD-AAFE-728E40A194AB}" dt="2024-09-23T08:36:03.472" v="1105" actId="1038"/>
          <ac:spMkLst>
            <pc:docMk/>
            <pc:sldMk cId="1581780195" sldId="641"/>
            <ac:spMk id="9" creationId="{74711B85-1C2F-4DBF-35CA-8DCBE468A6FA}"/>
          </ac:spMkLst>
        </pc:spChg>
        <pc:spChg chg="add mod">
          <ac:chgData name="LI, Jianqiang" userId="cff57bb5-6b3d-420f-8247-78e7019450b8" providerId="ADAL" clId="{D02C02F3-F859-45DD-AAFE-728E40A194AB}" dt="2024-09-23T08:48:12.110" v="1314" actId="1076"/>
          <ac:spMkLst>
            <pc:docMk/>
            <pc:sldMk cId="1581780195" sldId="641"/>
            <ac:spMk id="10" creationId="{6F4E3837-8892-964F-FB2E-D35C0E50373D}"/>
          </ac:spMkLst>
        </pc:spChg>
        <pc:spChg chg="add mod">
          <ac:chgData name="LI, Jianqiang" userId="cff57bb5-6b3d-420f-8247-78e7019450b8" providerId="ADAL" clId="{D02C02F3-F859-45DD-AAFE-728E40A194AB}" dt="2024-09-23T08:48:09.058" v="1313" actId="1076"/>
          <ac:spMkLst>
            <pc:docMk/>
            <pc:sldMk cId="1581780195" sldId="641"/>
            <ac:spMk id="16" creationId="{D7E0E3E0-4908-AD85-ACC2-2BB6E0E3D7C1}"/>
          </ac:spMkLst>
        </pc:spChg>
        <pc:spChg chg="add mod">
          <ac:chgData name="LI, Jianqiang" userId="cff57bb5-6b3d-420f-8247-78e7019450b8" providerId="ADAL" clId="{D02C02F3-F859-45DD-AAFE-728E40A194AB}" dt="2024-09-23T08:48:51.826" v="1335" actId="20577"/>
          <ac:spMkLst>
            <pc:docMk/>
            <pc:sldMk cId="1581780195" sldId="641"/>
            <ac:spMk id="17" creationId="{2E1FC83A-FC50-61B8-ECB8-E3A1EAD8B237}"/>
          </ac:spMkLst>
        </pc:spChg>
        <pc:cxnChg chg="add mod">
          <ac:chgData name="LI, Jianqiang" userId="cff57bb5-6b3d-420f-8247-78e7019450b8" providerId="ADAL" clId="{D02C02F3-F859-45DD-AAFE-728E40A194AB}" dt="2024-09-23T08:51:55.495" v="1353" actId="208"/>
          <ac:cxnSpMkLst>
            <pc:docMk/>
            <pc:sldMk cId="1581780195" sldId="641"/>
            <ac:cxnSpMk id="12" creationId="{F314B3D1-4056-D011-C64C-CD297CB4AE59}"/>
          </ac:cxnSpMkLst>
        </pc:cxnChg>
        <pc:cxnChg chg="add mod">
          <ac:chgData name="LI, Jianqiang" userId="cff57bb5-6b3d-420f-8247-78e7019450b8" providerId="ADAL" clId="{D02C02F3-F859-45DD-AAFE-728E40A194AB}" dt="2024-09-23T08:49:10.037" v="1339" actId="14100"/>
          <ac:cxnSpMkLst>
            <pc:docMk/>
            <pc:sldMk cId="1581780195" sldId="641"/>
            <ac:cxnSpMk id="18" creationId="{EE8F97F7-2B9E-3047-2FC9-B916CDDEDB1D}"/>
          </ac:cxnSpMkLst>
        </pc:cxnChg>
        <pc:cxnChg chg="add mod">
          <ac:chgData name="LI, Jianqiang" userId="cff57bb5-6b3d-420f-8247-78e7019450b8" providerId="ADAL" clId="{D02C02F3-F859-45DD-AAFE-728E40A194AB}" dt="2024-09-23T08:49:24.962" v="1344" actId="14100"/>
          <ac:cxnSpMkLst>
            <pc:docMk/>
            <pc:sldMk cId="1581780195" sldId="641"/>
            <ac:cxnSpMk id="21" creationId="{F2399818-F202-0D7F-2B8F-C821FE027F03}"/>
          </ac:cxnSpMkLst>
        </pc:cxnChg>
        <pc:cxnChg chg="add mod">
          <ac:chgData name="LI, Jianqiang" userId="cff57bb5-6b3d-420f-8247-78e7019450b8" providerId="ADAL" clId="{D02C02F3-F859-45DD-AAFE-728E40A194AB}" dt="2024-09-23T08:49:26.617" v="1345"/>
          <ac:cxnSpMkLst>
            <pc:docMk/>
            <pc:sldMk cId="1581780195" sldId="641"/>
            <ac:cxnSpMk id="24" creationId="{5F3D9839-5276-D049-B4A8-2E1F8F28B2C7}"/>
          </ac:cxnSpMkLst>
        </pc:cxnChg>
        <pc:cxnChg chg="add mod">
          <ac:chgData name="LI, Jianqiang" userId="cff57bb5-6b3d-420f-8247-78e7019450b8" providerId="ADAL" clId="{D02C02F3-F859-45DD-AAFE-728E40A194AB}" dt="2024-09-23T08:49:40.210" v="1349" actId="14100"/>
          <ac:cxnSpMkLst>
            <pc:docMk/>
            <pc:sldMk cId="1581780195" sldId="641"/>
            <ac:cxnSpMk id="25" creationId="{B11A0F1E-1BF9-1932-8DA5-2D409E5DB4C7}"/>
          </ac:cxnSpMkLst>
        </pc:cxnChg>
      </pc:sldChg>
      <pc:sldChg chg="addSp modSp add mod">
        <pc:chgData name="LI, Jianqiang" userId="cff57bb5-6b3d-420f-8247-78e7019450b8" providerId="ADAL" clId="{D02C02F3-F859-45DD-AAFE-728E40A194AB}" dt="2024-09-23T09:40:22.051" v="2151" actId="20577"/>
        <pc:sldMkLst>
          <pc:docMk/>
          <pc:sldMk cId="2060659652" sldId="642"/>
        </pc:sldMkLst>
        <pc:spChg chg="mod">
          <ac:chgData name="LI, Jianqiang" userId="cff57bb5-6b3d-420f-8247-78e7019450b8" providerId="ADAL" clId="{D02C02F3-F859-45DD-AAFE-728E40A194AB}" dt="2024-09-23T08:57:51.719" v="1445" actId="20577"/>
          <ac:spMkLst>
            <pc:docMk/>
            <pc:sldMk cId="2060659652" sldId="642"/>
            <ac:spMk id="2" creationId="{62715A2E-656D-EC5D-FDE7-230488526EFC}"/>
          </ac:spMkLst>
        </pc:spChg>
        <pc:spChg chg="add mod">
          <ac:chgData name="LI, Jianqiang" userId="cff57bb5-6b3d-420f-8247-78e7019450b8" providerId="ADAL" clId="{D02C02F3-F859-45DD-AAFE-728E40A194AB}" dt="2024-09-23T09:16:50.036" v="1904" actId="1035"/>
          <ac:spMkLst>
            <pc:docMk/>
            <pc:sldMk cId="2060659652" sldId="642"/>
            <ac:spMk id="3" creationId="{35E5DA3A-C303-88DD-0A47-ED3BBBDE8233}"/>
          </ac:spMkLst>
        </pc:spChg>
        <pc:spChg chg="mod">
          <ac:chgData name="LI, Jianqiang" userId="cff57bb5-6b3d-420f-8247-78e7019450b8" providerId="ADAL" clId="{D02C02F3-F859-45DD-AAFE-728E40A194AB}" dt="2024-09-23T09:16:41.929" v="1897" actId="1076"/>
          <ac:spMkLst>
            <pc:docMk/>
            <pc:sldMk cId="2060659652" sldId="642"/>
            <ac:spMk id="4" creationId="{C903FAE4-3A59-50C4-1BA6-A9AEC61D52CB}"/>
          </ac:spMkLst>
        </pc:spChg>
        <pc:spChg chg="mod">
          <ac:chgData name="LI, Jianqiang" userId="cff57bb5-6b3d-420f-8247-78e7019450b8" providerId="ADAL" clId="{D02C02F3-F859-45DD-AAFE-728E40A194AB}" dt="2024-09-23T09:40:22.051" v="2151" actId="20577"/>
          <ac:spMkLst>
            <pc:docMk/>
            <pc:sldMk cId="2060659652" sldId="642"/>
            <ac:spMk id="6" creationId="{7EE45859-8B74-CD35-C8F3-849759F3278B}"/>
          </ac:spMkLst>
        </pc:spChg>
        <pc:spChg chg="mod">
          <ac:chgData name="LI, Jianqiang" userId="cff57bb5-6b3d-420f-8247-78e7019450b8" providerId="ADAL" clId="{D02C02F3-F859-45DD-AAFE-728E40A194AB}" dt="2024-09-23T09:16:41.929" v="1897" actId="1076"/>
          <ac:spMkLst>
            <pc:docMk/>
            <pc:sldMk cId="2060659652" sldId="642"/>
            <ac:spMk id="8" creationId="{3048482A-26CD-6A78-76DB-978B6FC022D8}"/>
          </ac:spMkLst>
        </pc:spChg>
        <pc:spChg chg="mod">
          <ac:chgData name="LI, Jianqiang" userId="cff57bb5-6b3d-420f-8247-78e7019450b8" providerId="ADAL" clId="{D02C02F3-F859-45DD-AAFE-728E40A194AB}" dt="2024-09-23T09:17:17.804" v="1908" actId="1076"/>
          <ac:spMkLst>
            <pc:docMk/>
            <pc:sldMk cId="2060659652" sldId="642"/>
            <ac:spMk id="9" creationId="{74711B85-1C2F-4DBF-35CA-8DCBE468A6FA}"/>
          </ac:spMkLst>
        </pc:spChg>
        <pc:spChg chg="mod">
          <ac:chgData name="LI, Jianqiang" userId="cff57bb5-6b3d-420f-8247-78e7019450b8" providerId="ADAL" clId="{D02C02F3-F859-45DD-AAFE-728E40A194AB}" dt="2024-09-23T09:35:51.336" v="2140" actId="20577"/>
          <ac:spMkLst>
            <pc:docMk/>
            <pc:sldMk cId="2060659652" sldId="642"/>
            <ac:spMk id="10" creationId="{6F4E3837-8892-964F-FB2E-D35C0E50373D}"/>
          </ac:spMkLst>
        </pc:spChg>
        <pc:spChg chg="mod">
          <ac:chgData name="LI, Jianqiang" userId="cff57bb5-6b3d-420f-8247-78e7019450b8" providerId="ADAL" clId="{D02C02F3-F859-45DD-AAFE-728E40A194AB}" dt="2024-09-23T09:16:41.929" v="1897" actId="1076"/>
          <ac:spMkLst>
            <pc:docMk/>
            <pc:sldMk cId="2060659652" sldId="642"/>
            <ac:spMk id="16" creationId="{D7E0E3E0-4908-AD85-ACC2-2BB6E0E3D7C1}"/>
          </ac:spMkLst>
        </pc:spChg>
        <pc:spChg chg="mod">
          <ac:chgData name="LI, Jianqiang" userId="cff57bb5-6b3d-420f-8247-78e7019450b8" providerId="ADAL" clId="{D02C02F3-F859-45DD-AAFE-728E40A194AB}" dt="2024-09-23T09:16:41.929" v="1897" actId="1076"/>
          <ac:spMkLst>
            <pc:docMk/>
            <pc:sldMk cId="2060659652" sldId="642"/>
            <ac:spMk id="17" creationId="{2E1FC83A-FC50-61B8-ECB8-E3A1EAD8B237}"/>
          </ac:spMkLst>
        </pc:spChg>
        <pc:cxnChg chg="mod">
          <ac:chgData name="LI, Jianqiang" userId="cff57bb5-6b3d-420f-8247-78e7019450b8" providerId="ADAL" clId="{D02C02F3-F859-45DD-AAFE-728E40A194AB}" dt="2024-09-23T09:16:59.792" v="1905" actId="14100"/>
          <ac:cxnSpMkLst>
            <pc:docMk/>
            <pc:sldMk cId="2060659652" sldId="642"/>
            <ac:cxnSpMk id="12" creationId="{F314B3D1-4056-D011-C64C-CD297CB4AE59}"/>
          </ac:cxnSpMkLst>
        </pc:cxnChg>
        <pc:cxnChg chg="mod">
          <ac:chgData name="LI, Jianqiang" userId="cff57bb5-6b3d-420f-8247-78e7019450b8" providerId="ADAL" clId="{D02C02F3-F859-45DD-AAFE-728E40A194AB}" dt="2024-09-23T09:16:41.929" v="1897" actId="1076"/>
          <ac:cxnSpMkLst>
            <pc:docMk/>
            <pc:sldMk cId="2060659652" sldId="642"/>
            <ac:cxnSpMk id="18" creationId="{EE8F97F7-2B9E-3047-2FC9-B916CDDEDB1D}"/>
          </ac:cxnSpMkLst>
        </pc:cxnChg>
        <pc:cxnChg chg="mod">
          <ac:chgData name="LI, Jianqiang" userId="cff57bb5-6b3d-420f-8247-78e7019450b8" providerId="ADAL" clId="{D02C02F3-F859-45DD-AAFE-728E40A194AB}" dt="2024-09-23T09:17:01.837" v="1906" actId="14100"/>
          <ac:cxnSpMkLst>
            <pc:docMk/>
            <pc:sldMk cId="2060659652" sldId="642"/>
            <ac:cxnSpMk id="21" creationId="{F2399818-F202-0D7F-2B8F-C821FE027F03}"/>
          </ac:cxnSpMkLst>
        </pc:cxnChg>
        <pc:cxnChg chg="mod">
          <ac:chgData name="LI, Jianqiang" userId="cff57bb5-6b3d-420f-8247-78e7019450b8" providerId="ADAL" clId="{D02C02F3-F859-45DD-AAFE-728E40A194AB}" dt="2024-09-23T09:17:04.334" v="1907" actId="14100"/>
          <ac:cxnSpMkLst>
            <pc:docMk/>
            <pc:sldMk cId="2060659652" sldId="642"/>
            <ac:cxnSpMk id="25" creationId="{B11A0F1E-1BF9-1932-8DA5-2D409E5DB4C7}"/>
          </ac:cxnSpMkLst>
        </pc:cxnChg>
      </pc:sldChg>
      <pc:sldChg chg="addSp delSp modSp add mod">
        <pc:chgData name="LI, Jianqiang" userId="cff57bb5-6b3d-420f-8247-78e7019450b8" providerId="ADAL" clId="{D02C02F3-F859-45DD-AAFE-728E40A194AB}" dt="2024-09-26T02:19:49.608" v="2520" actId="20577"/>
        <pc:sldMkLst>
          <pc:docMk/>
          <pc:sldMk cId="4229940086" sldId="643"/>
        </pc:sldMkLst>
        <pc:spChg chg="mod">
          <ac:chgData name="LI, Jianqiang" userId="cff57bb5-6b3d-420f-8247-78e7019450b8" providerId="ADAL" clId="{D02C02F3-F859-45DD-AAFE-728E40A194AB}" dt="2024-09-23T08:58:05.327" v="1455" actId="20577"/>
          <ac:spMkLst>
            <pc:docMk/>
            <pc:sldMk cId="4229940086" sldId="643"/>
            <ac:spMk id="2" creationId="{62715A2E-656D-EC5D-FDE7-230488526EFC}"/>
          </ac:spMkLst>
        </pc:spChg>
        <pc:spChg chg="del">
          <ac:chgData name="LI, Jianqiang" userId="cff57bb5-6b3d-420f-8247-78e7019450b8" providerId="ADAL" clId="{D02C02F3-F859-45DD-AAFE-728E40A194AB}" dt="2024-09-23T09:03:04.525" v="1569" actId="478"/>
          <ac:spMkLst>
            <pc:docMk/>
            <pc:sldMk cId="4229940086" sldId="643"/>
            <ac:spMk id="3" creationId="{35E5DA3A-C303-88DD-0A47-ED3BBBDE8233}"/>
          </ac:spMkLst>
        </pc:spChg>
        <pc:spChg chg="add mod">
          <ac:chgData name="LI, Jianqiang" userId="cff57bb5-6b3d-420f-8247-78e7019450b8" providerId="ADAL" clId="{D02C02F3-F859-45DD-AAFE-728E40A194AB}" dt="2024-09-26T02:19:49.608" v="2520" actId="20577"/>
          <ac:spMkLst>
            <pc:docMk/>
            <pc:sldMk cId="4229940086" sldId="643"/>
            <ac:spMk id="5" creationId="{19119F28-0C69-3834-E081-65FFBE64B318}"/>
          </ac:spMkLst>
        </pc:spChg>
        <pc:spChg chg="mod">
          <ac:chgData name="LI, Jianqiang" userId="cff57bb5-6b3d-420f-8247-78e7019450b8" providerId="ADAL" clId="{D02C02F3-F859-45DD-AAFE-728E40A194AB}" dt="2024-09-23T09:42:50.221" v="2154" actId="1076"/>
          <ac:spMkLst>
            <pc:docMk/>
            <pc:sldMk cId="4229940086" sldId="643"/>
            <ac:spMk id="6" creationId="{7EE45859-8B74-CD35-C8F3-849759F3278B}"/>
          </ac:spMkLst>
        </pc:spChg>
        <pc:spChg chg="mod">
          <ac:chgData name="LI, Jianqiang" userId="cff57bb5-6b3d-420f-8247-78e7019450b8" providerId="ADAL" clId="{D02C02F3-F859-45DD-AAFE-728E40A194AB}" dt="2024-09-23T09:15:08.595" v="1862" actId="1076"/>
          <ac:spMkLst>
            <pc:docMk/>
            <pc:sldMk cId="4229940086" sldId="643"/>
            <ac:spMk id="9" creationId="{74711B85-1C2F-4DBF-35CA-8DCBE468A6FA}"/>
          </ac:spMkLst>
        </pc:spChg>
        <pc:spChg chg="mod">
          <ac:chgData name="LI, Jianqiang" userId="cff57bb5-6b3d-420f-8247-78e7019450b8" providerId="ADAL" clId="{D02C02F3-F859-45DD-AAFE-728E40A194AB}" dt="2024-09-23T09:35:45.455" v="2133" actId="20577"/>
          <ac:spMkLst>
            <pc:docMk/>
            <pc:sldMk cId="4229940086" sldId="643"/>
            <ac:spMk id="10" creationId="{6F4E3837-8892-964F-FB2E-D35C0E50373D}"/>
          </ac:spMkLst>
        </pc:spChg>
        <pc:spChg chg="add mod">
          <ac:chgData name="LI, Jianqiang" userId="cff57bb5-6b3d-420f-8247-78e7019450b8" providerId="ADAL" clId="{D02C02F3-F859-45DD-AAFE-728E40A194AB}" dt="2024-09-23T09:21:04.818" v="1920" actId="20577"/>
          <ac:spMkLst>
            <pc:docMk/>
            <pc:sldMk cId="4229940086" sldId="643"/>
            <ac:spMk id="20" creationId="{C1AB8DFD-4F24-44DC-8AD4-0FE2224F631C}"/>
          </ac:spMkLst>
        </pc:spChg>
        <pc:cxnChg chg="add mod">
          <ac:chgData name="LI, Jianqiang" userId="cff57bb5-6b3d-420f-8247-78e7019450b8" providerId="ADAL" clId="{D02C02F3-F859-45DD-AAFE-728E40A194AB}" dt="2024-09-23T09:15:37.627" v="1868" actId="14100"/>
          <ac:cxnSpMkLst>
            <pc:docMk/>
            <pc:sldMk cId="4229940086" sldId="643"/>
            <ac:cxnSpMk id="7" creationId="{DD173995-D82D-8DC6-1A63-13BE21CDA80E}"/>
          </ac:cxnSpMkLst>
        </pc:cxnChg>
        <pc:cxnChg chg="mod">
          <ac:chgData name="LI, Jianqiang" userId="cff57bb5-6b3d-420f-8247-78e7019450b8" providerId="ADAL" clId="{D02C02F3-F859-45DD-AAFE-728E40A194AB}" dt="2024-09-23T09:15:11.919" v="1863" actId="14100"/>
          <ac:cxnSpMkLst>
            <pc:docMk/>
            <pc:sldMk cId="4229940086" sldId="643"/>
            <ac:cxnSpMk id="12" creationId="{F314B3D1-4056-D011-C64C-CD297CB4AE59}"/>
          </ac:cxnSpMkLst>
        </pc:cxnChg>
        <pc:cxnChg chg="add mod">
          <ac:chgData name="LI, Jianqiang" userId="cff57bb5-6b3d-420f-8247-78e7019450b8" providerId="ADAL" clId="{D02C02F3-F859-45DD-AAFE-728E40A194AB}" dt="2024-09-23T09:15:40.956" v="1869" actId="14100"/>
          <ac:cxnSpMkLst>
            <pc:docMk/>
            <pc:sldMk cId="4229940086" sldId="643"/>
            <ac:cxnSpMk id="14" creationId="{25521BF9-C7B6-A1B0-2F1F-9D8AD94FEDCA}"/>
          </ac:cxnSpMkLst>
        </pc:cxnChg>
        <pc:cxnChg chg="mod">
          <ac:chgData name="LI, Jianqiang" userId="cff57bb5-6b3d-420f-8247-78e7019450b8" providerId="ADAL" clId="{D02C02F3-F859-45DD-AAFE-728E40A194AB}" dt="2024-09-23T09:15:20.360" v="1865" actId="14100"/>
          <ac:cxnSpMkLst>
            <pc:docMk/>
            <pc:sldMk cId="4229940086" sldId="643"/>
            <ac:cxnSpMk id="18" creationId="{EE8F97F7-2B9E-3047-2FC9-B916CDDEDB1D}"/>
          </ac:cxnSpMkLst>
        </pc:cxnChg>
        <pc:cxnChg chg="mod">
          <ac:chgData name="LI, Jianqiang" userId="cff57bb5-6b3d-420f-8247-78e7019450b8" providerId="ADAL" clId="{D02C02F3-F859-45DD-AAFE-728E40A194AB}" dt="2024-09-23T09:15:33.705" v="1867" actId="14100"/>
          <ac:cxnSpMkLst>
            <pc:docMk/>
            <pc:sldMk cId="4229940086" sldId="643"/>
            <ac:cxnSpMk id="21" creationId="{F2399818-F202-0D7F-2B8F-C821FE027F03}"/>
          </ac:cxnSpMkLst>
        </pc:cxnChg>
        <pc:cxnChg chg="add del mod">
          <ac:chgData name="LI, Jianqiang" userId="cff57bb5-6b3d-420f-8247-78e7019450b8" providerId="ADAL" clId="{D02C02F3-F859-45DD-AAFE-728E40A194AB}" dt="2024-09-23T09:15:26.690" v="1866" actId="14100"/>
          <ac:cxnSpMkLst>
            <pc:docMk/>
            <pc:sldMk cId="4229940086" sldId="643"/>
            <ac:cxnSpMk id="25" creationId="{B11A0F1E-1BF9-1932-8DA5-2D409E5DB4C7}"/>
          </ac:cxnSpMkLst>
        </pc:cxnChg>
      </pc:sldChg>
      <pc:sldChg chg="addSp delSp modSp add mod">
        <pc:chgData name="LI, Jianqiang" userId="cff57bb5-6b3d-420f-8247-78e7019450b8" providerId="ADAL" clId="{D02C02F3-F859-45DD-AAFE-728E40A194AB}" dt="2024-09-23T09:31:27.782" v="2126" actId="14100"/>
        <pc:sldMkLst>
          <pc:docMk/>
          <pc:sldMk cId="3302421189" sldId="644"/>
        </pc:sldMkLst>
        <pc:spChg chg="mod">
          <ac:chgData name="LI, Jianqiang" userId="cff57bb5-6b3d-420f-8247-78e7019450b8" providerId="ADAL" clId="{D02C02F3-F859-45DD-AAFE-728E40A194AB}" dt="2024-09-23T09:07:33.254" v="1760" actId="20577"/>
          <ac:spMkLst>
            <pc:docMk/>
            <pc:sldMk cId="3302421189" sldId="644"/>
            <ac:spMk id="2" creationId="{62715A2E-656D-EC5D-FDE7-230488526EFC}"/>
          </ac:spMkLst>
        </pc:spChg>
        <pc:spChg chg="ord">
          <ac:chgData name="LI, Jianqiang" userId="cff57bb5-6b3d-420f-8247-78e7019450b8" providerId="ADAL" clId="{D02C02F3-F859-45DD-AAFE-728E40A194AB}" dt="2024-09-23T09:31:17.054" v="2124" actId="166"/>
          <ac:spMkLst>
            <pc:docMk/>
            <pc:sldMk cId="3302421189" sldId="644"/>
            <ac:spMk id="4" creationId="{C903FAE4-3A59-50C4-1BA6-A9AEC61D52CB}"/>
          </ac:spMkLst>
        </pc:spChg>
        <pc:spChg chg="del">
          <ac:chgData name="LI, Jianqiang" userId="cff57bb5-6b3d-420f-8247-78e7019450b8" providerId="ADAL" clId="{D02C02F3-F859-45DD-AAFE-728E40A194AB}" dt="2024-09-23T09:08:13.917" v="1767" actId="478"/>
          <ac:spMkLst>
            <pc:docMk/>
            <pc:sldMk cId="3302421189" sldId="644"/>
            <ac:spMk id="5" creationId="{19119F28-0C69-3834-E081-65FFBE64B318}"/>
          </ac:spMkLst>
        </pc:spChg>
        <pc:spChg chg="mod">
          <ac:chgData name="LI, Jianqiang" userId="cff57bb5-6b3d-420f-8247-78e7019450b8" providerId="ADAL" clId="{D02C02F3-F859-45DD-AAFE-728E40A194AB}" dt="2024-09-23T09:24:59.446" v="2041" actId="1035"/>
          <ac:spMkLst>
            <pc:docMk/>
            <pc:sldMk cId="3302421189" sldId="644"/>
            <ac:spMk id="6" creationId="{7EE45859-8B74-CD35-C8F3-849759F3278B}"/>
          </ac:spMkLst>
        </pc:spChg>
        <pc:spChg chg="del">
          <ac:chgData name="LI, Jianqiang" userId="cff57bb5-6b3d-420f-8247-78e7019450b8" providerId="ADAL" clId="{D02C02F3-F859-45DD-AAFE-728E40A194AB}" dt="2024-09-23T09:08:10.765" v="1763" actId="478"/>
          <ac:spMkLst>
            <pc:docMk/>
            <pc:sldMk cId="3302421189" sldId="644"/>
            <ac:spMk id="8" creationId="{3048482A-26CD-6A78-76DB-978B6FC022D8}"/>
          </ac:spMkLst>
        </pc:spChg>
        <pc:spChg chg="mod">
          <ac:chgData name="LI, Jianqiang" userId="cff57bb5-6b3d-420f-8247-78e7019450b8" providerId="ADAL" clId="{D02C02F3-F859-45DD-AAFE-728E40A194AB}" dt="2024-09-23T09:25:42.051" v="2047" actId="1036"/>
          <ac:spMkLst>
            <pc:docMk/>
            <pc:sldMk cId="3302421189" sldId="644"/>
            <ac:spMk id="9" creationId="{74711B85-1C2F-4DBF-35CA-8DCBE468A6FA}"/>
          </ac:spMkLst>
        </pc:spChg>
        <pc:spChg chg="del">
          <ac:chgData name="LI, Jianqiang" userId="cff57bb5-6b3d-420f-8247-78e7019450b8" providerId="ADAL" clId="{D02C02F3-F859-45DD-AAFE-728E40A194AB}" dt="2024-09-23T09:08:12.527" v="1765" actId="478"/>
          <ac:spMkLst>
            <pc:docMk/>
            <pc:sldMk cId="3302421189" sldId="644"/>
            <ac:spMk id="10" creationId="{6F4E3837-8892-964F-FB2E-D35C0E50373D}"/>
          </ac:spMkLst>
        </pc:spChg>
        <pc:spChg chg="add del mod">
          <ac:chgData name="LI, Jianqiang" userId="cff57bb5-6b3d-420f-8247-78e7019450b8" providerId="ADAL" clId="{D02C02F3-F859-45DD-AAFE-728E40A194AB}" dt="2024-09-23T09:13:26.374" v="1849" actId="478"/>
          <ac:spMkLst>
            <pc:docMk/>
            <pc:sldMk cId="3302421189" sldId="644"/>
            <ac:spMk id="11" creationId="{68E8830D-C1EC-DC0D-ACBD-8FEA04C52FDD}"/>
          </ac:spMkLst>
        </pc:spChg>
        <pc:spChg chg="add mod">
          <ac:chgData name="LI, Jianqiang" userId="cff57bb5-6b3d-420f-8247-78e7019450b8" providerId="ADAL" clId="{D02C02F3-F859-45DD-AAFE-728E40A194AB}" dt="2024-09-23T09:25:23.597" v="2045" actId="1076"/>
          <ac:spMkLst>
            <pc:docMk/>
            <pc:sldMk cId="3302421189" sldId="644"/>
            <ac:spMk id="13" creationId="{463F29D9-C4A9-8B8B-5F54-A3105728F069}"/>
          </ac:spMkLst>
        </pc:spChg>
        <pc:spChg chg="add mod">
          <ac:chgData name="LI, Jianqiang" userId="cff57bb5-6b3d-420f-8247-78e7019450b8" providerId="ADAL" clId="{D02C02F3-F859-45DD-AAFE-728E40A194AB}" dt="2024-09-23T09:25:06.629" v="2042" actId="1076"/>
          <ac:spMkLst>
            <pc:docMk/>
            <pc:sldMk cId="3302421189" sldId="644"/>
            <ac:spMk id="15" creationId="{1EBB1D0E-4401-AEF7-D001-4C1C4FC3CE0B}"/>
          </ac:spMkLst>
        </pc:spChg>
        <pc:spChg chg="del">
          <ac:chgData name="LI, Jianqiang" userId="cff57bb5-6b3d-420f-8247-78e7019450b8" providerId="ADAL" clId="{D02C02F3-F859-45DD-AAFE-728E40A194AB}" dt="2024-09-23T09:08:11.382" v="1764" actId="478"/>
          <ac:spMkLst>
            <pc:docMk/>
            <pc:sldMk cId="3302421189" sldId="644"/>
            <ac:spMk id="16" creationId="{D7E0E3E0-4908-AD85-ACC2-2BB6E0E3D7C1}"/>
          </ac:spMkLst>
        </pc:spChg>
        <pc:spChg chg="del">
          <ac:chgData name="LI, Jianqiang" userId="cff57bb5-6b3d-420f-8247-78e7019450b8" providerId="ADAL" clId="{D02C02F3-F859-45DD-AAFE-728E40A194AB}" dt="2024-09-23T09:08:13.261" v="1766" actId="478"/>
          <ac:spMkLst>
            <pc:docMk/>
            <pc:sldMk cId="3302421189" sldId="644"/>
            <ac:spMk id="17" creationId="{2E1FC83A-FC50-61B8-ECB8-E3A1EAD8B237}"/>
          </ac:spMkLst>
        </pc:spChg>
        <pc:spChg chg="add mod">
          <ac:chgData name="LI, Jianqiang" userId="cff57bb5-6b3d-420f-8247-78e7019450b8" providerId="ADAL" clId="{D02C02F3-F859-45DD-AAFE-728E40A194AB}" dt="2024-09-23T09:30:40.850" v="2120" actId="1076"/>
          <ac:spMkLst>
            <pc:docMk/>
            <pc:sldMk cId="3302421189" sldId="644"/>
            <ac:spMk id="19" creationId="{1E7479C2-ADFA-F24F-D435-2A9C88C68096}"/>
          </ac:spMkLst>
        </pc:spChg>
        <pc:spChg chg="del">
          <ac:chgData name="LI, Jianqiang" userId="cff57bb5-6b3d-420f-8247-78e7019450b8" providerId="ADAL" clId="{D02C02F3-F859-45DD-AAFE-728E40A194AB}" dt="2024-09-23T09:08:15.069" v="1768" actId="478"/>
          <ac:spMkLst>
            <pc:docMk/>
            <pc:sldMk cId="3302421189" sldId="644"/>
            <ac:spMk id="20" creationId="{C1AB8DFD-4F24-44DC-8AD4-0FE2224F631C}"/>
          </ac:spMkLst>
        </pc:spChg>
        <pc:spChg chg="add">
          <ac:chgData name="LI, Jianqiang" userId="cff57bb5-6b3d-420f-8247-78e7019450b8" providerId="ADAL" clId="{D02C02F3-F859-45DD-AAFE-728E40A194AB}" dt="2024-09-23T09:26:50.966" v="2049"/>
          <ac:spMkLst>
            <pc:docMk/>
            <pc:sldMk cId="3302421189" sldId="644"/>
            <ac:spMk id="22" creationId="{087ECE7D-F40E-117E-CDC3-67E6216B414D}"/>
          </ac:spMkLst>
        </pc:spChg>
        <pc:spChg chg="add mod">
          <ac:chgData name="LI, Jianqiang" userId="cff57bb5-6b3d-420f-8247-78e7019450b8" providerId="ADAL" clId="{D02C02F3-F859-45DD-AAFE-728E40A194AB}" dt="2024-09-23T09:30:45.491" v="2121" actId="1076"/>
          <ac:spMkLst>
            <pc:docMk/>
            <pc:sldMk cId="3302421189" sldId="644"/>
            <ac:spMk id="27" creationId="{8E8E4E95-0FE9-E3CB-9DC0-8139E928254E}"/>
          </ac:spMkLst>
        </pc:spChg>
        <pc:spChg chg="add mod">
          <ac:chgData name="LI, Jianqiang" userId="cff57bb5-6b3d-420f-8247-78e7019450b8" providerId="ADAL" clId="{D02C02F3-F859-45DD-AAFE-728E40A194AB}" dt="2024-09-23T09:31:04.271" v="2123" actId="20577"/>
          <ac:spMkLst>
            <pc:docMk/>
            <pc:sldMk cId="3302421189" sldId="644"/>
            <ac:spMk id="31" creationId="{97B71158-CBA3-29F6-3339-333FD1AC9008}"/>
          </ac:spMkLst>
        </pc:spChg>
        <pc:cxnChg chg="del mod">
          <ac:chgData name="LI, Jianqiang" userId="cff57bb5-6b3d-420f-8247-78e7019450b8" providerId="ADAL" clId="{D02C02F3-F859-45DD-AAFE-728E40A194AB}" dt="2024-09-23T09:08:18.236" v="1769" actId="478"/>
          <ac:cxnSpMkLst>
            <pc:docMk/>
            <pc:sldMk cId="3302421189" sldId="644"/>
            <ac:cxnSpMk id="7" creationId="{DD173995-D82D-8DC6-1A63-13BE21CDA80E}"/>
          </ac:cxnSpMkLst>
        </pc:cxnChg>
        <pc:cxnChg chg="del mod">
          <ac:chgData name="LI, Jianqiang" userId="cff57bb5-6b3d-420f-8247-78e7019450b8" providerId="ADAL" clId="{D02C02F3-F859-45DD-AAFE-728E40A194AB}" dt="2024-09-23T09:08:18.236" v="1769" actId="478"/>
          <ac:cxnSpMkLst>
            <pc:docMk/>
            <pc:sldMk cId="3302421189" sldId="644"/>
            <ac:cxnSpMk id="12" creationId="{F314B3D1-4056-D011-C64C-CD297CB4AE59}"/>
          </ac:cxnSpMkLst>
        </pc:cxnChg>
        <pc:cxnChg chg="del mod">
          <ac:chgData name="LI, Jianqiang" userId="cff57bb5-6b3d-420f-8247-78e7019450b8" providerId="ADAL" clId="{D02C02F3-F859-45DD-AAFE-728E40A194AB}" dt="2024-09-23T09:08:18.236" v="1769" actId="478"/>
          <ac:cxnSpMkLst>
            <pc:docMk/>
            <pc:sldMk cId="3302421189" sldId="644"/>
            <ac:cxnSpMk id="14" creationId="{25521BF9-C7B6-A1B0-2F1F-9D8AD94FEDCA}"/>
          </ac:cxnSpMkLst>
        </pc:cxnChg>
        <pc:cxnChg chg="del mod">
          <ac:chgData name="LI, Jianqiang" userId="cff57bb5-6b3d-420f-8247-78e7019450b8" providerId="ADAL" clId="{D02C02F3-F859-45DD-AAFE-728E40A194AB}" dt="2024-09-23T09:08:18.236" v="1769" actId="478"/>
          <ac:cxnSpMkLst>
            <pc:docMk/>
            <pc:sldMk cId="3302421189" sldId="644"/>
            <ac:cxnSpMk id="18" creationId="{EE8F97F7-2B9E-3047-2FC9-B916CDDEDB1D}"/>
          </ac:cxnSpMkLst>
        </pc:cxnChg>
        <pc:cxnChg chg="del mod">
          <ac:chgData name="LI, Jianqiang" userId="cff57bb5-6b3d-420f-8247-78e7019450b8" providerId="ADAL" clId="{D02C02F3-F859-45DD-AAFE-728E40A194AB}" dt="2024-09-23T09:08:18.236" v="1769" actId="478"/>
          <ac:cxnSpMkLst>
            <pc:docMk/>
            <pc:sldMk cId="3302421189" sldId="644"/>
            <ac:cxnSpMk id="21" creationId="{F2399818-F202-0D7F-2B8F-C821FE027F03}"/>
          </ac:cxnSpMkLst>
        </pc:cxnChg>
        <pc:cxnChg chg="add mod">
          <ac:chgData name="LI, Jianqiang" userId="cff57bb5-6b3d-420f-8247-78e7019450b8" providerId="ADAL" clId="{D02C02F3-F859-45DD-AAFE-728E40A194AB}" dt="2024-09-23T09:31:23.712" v="2125" actId="14100"/>
          <ac:cxnSpMkLst>
            <pc:docMk/>
            <pc:sldMk cId="3302421189" sldId="644"/>
            <ac:cxnSpMk id="23" creationId="{EAAF4618-AB25-ACF6-2530-FE81EB97C6A2}"/>
          </ac:cxnSpMkLst>
        </pc:cxnChg>
        <pc:cxnChg chg="del mod">
          <ac:chgData name="LI, Jianqiang" userId="cff57bb5-6b3d-420f-8247-78e7019450b8" providerId="ADAL" clId="{D02C02F3-F859-45DD-AAFE-728E40A194AB}" dt="2024-09-23T09:08:18.236" v="1769" actId="478"/>
          <ac:cxnSpMkLst>
            <pc:docMk/>
            <pc:sldMk cId="3302421189" sldId="644"/>
            <ac:cxnSpMk id="25" creationId="{B11A0F1E-1BF9-1932-8DA5-2D409E5DB4C7}"/>
          </ac:cxnSpMkLst>
        </pc:cxnChg>
        <pc:cxnChg chg="add mod">
          <ac:chgData name="LI, Jianqiang" userId="cff57bb5-6b3d-420f-8247-78e7019450b8" providerId="ADAL" clId="{D02C02F3-F859-45DD-AAFE-728E40A194AB}" dt="2024-09-23T09:31:27.782" v="2126" actId="14100"/>
          <ac:cxnSpMkLst>
            <pc:docMk/>
            <pc:sldMk cId="3302421189" sldId="644"/>
            <ac:cxnSpMk id="28" creationId="{E91DCAB2-C8EB-655A-748E-1C3A47F0709D}"/>
          </ac:cxnSpMkLst>
        </pc:cxnChg>
      </pc:sldChg>
      <pc:sldChg chg="addSp delSp modSp add mod">
        <pc:chgData name="LI, Jianqiang" userId="cff57bb5-6b3d-420f-8247-78e7019450b8" providerId="ADAL" clId="{D02C02F3-F859-45DD-AAFE-728E40A194AB}" dt="2024-09-26T01:45:15.603" v="2330" actId="14100"/>
        <pc:sldMkLst>
          <pc:docMk/>
          <pc:sldMk cId="3566911339" sldId="645"/>
        </pc:sldMkLst>
        <pc:spChg chg="mod">
          <ac:chgData name="LI, Jianqiang" userId="cff57bb5-6b3d-420f-8247-78e7019450b8" providerId="ADAL" clId="{D02C02F3-F859-45DD-AAFE-728E40A194AB}" dt="2024-09-23T09:51:22.106" v="2178" actId="20577"/>
          <ac:spMkLst>
            <pc:docMk/>
            <pc:sldMk cId="3566911339" sldId="645"/>
            <ac:spMk id="2" creationId="{62715A2E-656D-EC5D-FDE7-230488526EFC}"/>
          </ac:spMkLst>
        </pc:spChg>
        <pc:spChg chg="add mod">
          <ac:chgData name="LI, Jianqiang" userId="cff57bb5-6b3d-420f-8247-78e7019450b8" providerId="ADAL" clId="{D02C02F3-F859-45DD-AAFE-728E40A194AB}" dt="2024-09-23T10:18:59.928" v="2321" actId="27636"/>
          <ac:spMkLst>
            <pc:docMk/>
            <pc:sldMk cId="3566911339" sldId="645"/>
            <ac:spMk id="3" creationId="{4F9DF121-5295-B8EB-2410-E170AB4E45F1}"/>
          </ac:spMkLst>
        </pc:spChg>
        <pc:spChg chg="add mod">
          <ac:chgData name="LI, Jianqiang" userId="cff57bb5-6b3d-420f-8247-78e7019450b8" providerId="ADAL" clId="{D02C02F3-F859-45DD-AAFE-728E40A194AB}" dt="2024-09-23T09:54:13.212" v="2219"/>
          <ac:spMkLst>
            <pc:docMk/>
            <pc:sldMk cId="3566911339" sldId="645"/>
            <ac:spMk id="5" creationId="{A3BDC555-1CEC-3B9C-D135-05F72DEB44E0}"/>
          </ac:spMkLst>
        </pc:spChg>
        <pc:spChg chg="del">
          <ac:chgData name="LI, Jianqiang" userId="cff57bb5-6b3d-420f-8247-78e7019450b8" providerId="ADAL" clId="{D02C02F3-F859-45DD-AAFE-728E40A194AB}" dt="2024-09-23T09:53:16.045" v="2180" actId="478"/>
          <ac:spMkLst>
            <pc:docMk/>
            <pc:sldMk cId="3566911339" sldId="645"/>
            <ac:spMk id="6" creationId="{7EE45859-8B74-CD35-C8F3-849759F3278B}"/>
          </ac:spMkLst>
        </pc:spChg>
        <pc:spChg chg="add mod">
          <ac:chgData name="LI, Jianqiang" userId="cff57bb5-6b3d-420f-8247-78e7019450b8" providerId="ADAL" clId="{D02C02F3-F859-45DD-AAFE-728E40A194AB}" dt="2024-09-26T01:45:15.603" v="2330" actId="14100"/>
          <ac:spMkLst>
            <pc:docMk/>
            <pc:sldMk cId="3566911339" sldId="645"/>
            <ac:spMk id="7" creationId="{B159820B-810A-2284-B21D-5FC5B32C919A}"/>
          </ac:spMkLst>
        </pc:spChg>
        <pc:spChg chg="del">
          <ac:chgData name="LI, Jianqiang" userId="cff57bb5-6b3d-420f-8247-78e7019450b8" providerId="ADAL" clId="{D02C02F3-F859-45DD-AAFE-728E40A194AB}" dt="2024-09-23T09:53:17.389" v="2181" actId="478"/>
          <ac:spMkLst>
            <pc:docMk/>
            <pc:sldMk cId="3566911339" sldId="645"/>
            <ac:spMk id="9" creationId="{74711B85-1C2F-4DBF-35CA-8DCBE468A6FA}"/>
          </ac:spMkLst>
        </pc:spChg>
        <pc:spChg chg="del">
          <ac:chgData name="LI, Jianqiang" userId="cff57bb5-6b3d-420f-8247-78e7019450b8" providerId="ADAL" clId="{D02C02F3-F859-45DD-AAFE-728E40A194AB}" dt="2024-09-23T09:53:27.196" v="2187" actId="478"/>
          <ac:spMkLst>
            <pc:docMk/>
            <pc:sldMk cId="3566911339" sldId="645"/>
            <ac:spMk id="13" creationId="{463F29D9-C4A9-8B8B-5F54-A3105728F069}"/>
          </ac:spMkLst>
        </pc:spChg>
        <pc:spChg chg="del">
          <ac:chgData name="LI, Jianqiang" userId="cff57bb5-6b3d-420f-8247-78e7019450b8" providerId="ADAL" clId="{D02C02F3-F859-45DD-AAFE-728E40A194AB}" dt="2024-09-23T09:53:15.006" v="2179" actId="478"/>
          <ac:spMkLst>
            <pc:docMk/>
            <pc:sldMk cId="3566911339" sldId="645"/>
            <ac:spMk id="15" creationId="{1EBB1D0E-4401-AEF7-D001-4C1C4FC3CE0B}"/>
          </ac:spMkLst>
        </pc:spChg>
        <pc:spChg chg="del">
          <ac:chgData name="LI, Jianqiang" userId="cff57bb5-6b3d-420f-8247-78e7019450b8" providerId="ADAL" clId="{D02C02F3-F859-45DD-AAFE-728E40A194AB}" dt="2024-09-23T09:53:26.148" v="2186" actId="478"/>
          <ac:spMkLst>
            <pc:docMk/>
            <pc:sldMk cId="3566911339" sldId="645"/>
            <ac:spMk id="19" creationId="{1E7479C2-ADFA-F24F-D435-2A9C88C68096}"/>
          </ac:spMkLst>
        </pc:spChg>
        <pc:spChg chg="del">
          <ac:chgData name="LI, Jianqiang" userId="cff57bb5-6b3d-420f-8247-78e7019450b8" providerId="ADAL" clId="{D02C02F3-F859-45DD-AAFE-728E40A194AB}" dt="2024-09-23T09:53:23.969" v="2183" actId="478"/>
          <ac:spMkLst>
            <pc:docMk/>
            <pc:sldMk cId="3566911339" sldId="645"/>
            <ac:spMk id="27" creationId="{8E8E4E95-0FE9-E3CB-9DC0-8139E928254E}"/>
          </ac:spMkLst>
        </pc:spChg>
        <pc:spChg chg="del">
          <ac:chgData name="LI, Jianqiang" userId="cff57bb5-6b3d-420f-8247-78e7019450b8" providerId="ADAL" clId="{D02C02F3-F859-45DD-AAFE-728E40A194AB}" dt="2024-09-23T09:53:22.993" v="2182" actId="478"/>
          <ac:spMkLst>
            <pc:docMk/>
            <pc:sldMk cId="3566911339" sldId="645"/>
            <ac:spMk id="31" creationId="{97B71158-CBA3-29F6-3339-333FD1AC9008}"/>
          </ac:spMkLst>
        </pc:spChg>
        <pc:cxnChg chg="del mod">
          <ac:chgData name="LI, Jianqiang" userId="cff57bb5-6b3d-420f-8247-78e7019450b8" providerId="ADAL" clId="{D02C02F3-F859-45DD-AAFE-728E40A194AB}" dt="2024-09-23T09:53:25.292" v="2185" actId="478"/>
          <ac:cxnSpMkLst>
            <pc:docMk/>
            <pc:sldMk cId="3566911339" sldId="645"/>
            <ac:cxnSpMk id="23" creationId="{EAAF4618-AB25-ACF6-2530-FE81EB97C6A2}"/>
          </ac:cxnSpMkLst>
        </pc:cxnChg>
        <pc:cxnChg chg="del mod">
          <ac:chgData name="LI, Jianqiang" userId="cff57bb5-6b3d-420f-8247-78e7019450b8" providerId="ADAL" clId="{D02C02F3-F859-45DD-AAFE-728E40A194AB}" dt="2024-09-23T09:53:24.718" v="2184" actId="478"/>
          <ac:cxnSpMkLst>
            <pc:docMk/>
            <pc:sldMk cId="3566911339" sldId="645"/>
            <ac:cxnSpMk id="28" creationId="{E91DCAB2-C8EB-655A-748E-1C3A47F0709D}"/>
          </ac:cxnSpMkLst>
        </pc:cxnChg>
      </pc:sldChg>
      <pc:sldChg chg="add">
        <pc:chgData name="LI, Jianqiang" userId="cff57bb5-6b3d-420f-8247-78e7019450b8" providerId="ADAL" clId="{D02C02F3-F859-45DD-AAFE-728E40A194AB}" dt="2024-09-26T02:12:47.052" v="2331"/>
        <pc:sldMkLst>
          <pc:docMk/>
          <pc:sldMk cId="1415499555" sldId="646"/>
        </pc:sldMkLst>
      </pc:sldChg>
    </pc:docChg>
  </pc:docChgLst>
  <pc:docChgLst>
    <pc:chgData name="LI, Jianqiang" userId="cff57bb5-6b3d-420f-8247-78e7019450b8" providerId="ADAL" clId="{5733EF17-AB39-4DCA-B72F-092CBDB8529B}"/>
    <pc:docChg chg="undo custSel addSld delSld modSld sldOrd">
      <pc:chgData name="LI, Jianqiang" userId="cff57bb5-6b3d-420f-8247-78e7019450b8" providerId="ADAL" clId="{5733EF17-AB39-4DCA-B72F-092CBDB8529B}" dt="2024-10-22T04:48:21.443" v="3770" actId="1076"/>
      <pc:docMkLst>
        <pc:docMk/>
      </pc:docMkLst>
      <pc:sldChg chg="modSp mod">
        <pc:chgData name="LI, Jianqiang" userId="cff57bb5-6b3d-420f-8247-78e7019450b8" providerId="ADAL" clId="{5733EF17-AB39-4DCA-B72F-092CBDB8529B}" dt="2024-10-21T09:06:43.333" v="1823" actId="20577"/>
        <pc:sldMkLst>
          <pc:docMk/>
          <pc:sldMk cId="2808513160" sldId="613"/>
        </pc:sldMkLst>
        <pc:spChg chg="mod">
          <ac:chgData name="LI, Jianqiang" userId="cff57bb5-6b3d-420f-8247-78e7019450b8" providerId="ADAL" clId="{5733EF17-AB39-4DCA-B72F-092CBDB8529B}" dt="2024-10-21T09:06:43.333" v="1823" actId="20577"/>
          <ac:spMkLst>
            <pc:docMk/>
            <pc:sldMk cId="2808513160" sldId="613"/>
            <ac:spMk id="3" creationId="{F8C13C63-B26A-4A9C-A1CA-724346AB2906}"/>
          </ac:spMkLst>
        </pc:spChg>
        <pc:spChg chg="mod">
          <ac:chgData name="LI, Jianqiang" userId="cff57bb5-6b3d-420f-8247-78e7019450b8" providerId="ADAL" clId="{5733EF17-AB39-4DCA-B72F-092CBDB8529B}" dt="2024-10-21T09:06:22.186" v="1820" actId="20577"/>
          <ac:spMkLst>
            <pc:docMk/>
            <pc:sldMk cId="2808513160" sldId="613"/>
            <ac:spMk id="7" creationId="{8D32768C-F15F-6E75-41D1-9F14D317D991}"/>
          </ac:spMkLst>
        </pc:spChg>
      </pc:sldChg>
      <pc:sldChg chg="modSp mod">
        <pc:chgData name="LI, Jianqiang" userId="cff57bb5-6b3d-420f-8247-78e7019450b8" providerId="ADAL" clId="{5733EF17-AB39-4DCA-B72F-092CBDB8529B}" dt="2024-10-21T08:13:34.413" v="215" actId="20577"/>
        <pc:sldMkLst>
          <pc:docMk/>
          <pc:sldMk cId="4196136796" sldId="624"/>
        </pc:sldMkLst>
        <pc:spChg chg="mod">
          <ac:chgData name="LI, Jianqiang" userId="cff57bb5-6b3d-420f-8247-78e7019450b8" providerId="ADAL" clId="{5733EF17-AB39-4DCA-B72F-092CBDB8529B}" dt="2024-10-21T08:13:34.413" v="215" actId="20577"/>
          <ac:spMkLst>
            <pc:docMk/>
            <pc:sldMk cId="4196136796" sldId="624"/>
            <ac:spMk id="3" creationId="{36A5FFEE-E22C-7E2F-1F3B-D8658E79FF2E}"/>
          </ac:spMkLst>
        </pc:spChg>
      </pc:sldChg>
      <pc:sldChg chg="del">
        <pc:chgData name="LI, Jianqiang" userId="cff57bb5-6b3d-420f-8247-78e7019450b8" providerId="ADAL" clId="{5733EF17-AB39-4DCA-B72F-092CBDB8529B}" dt="2024-10-21T12:12:08.104" v="3605" actId="47"/>
        <pc:sldMkLst>
          <pc:docMk/>
          <pc:sldMk cId="1164986566" sldId="625"/>
        </pc:sldMkLst>
      </pc:sldChg>
      <pc:sldChg chg="ord">
        <pc:chgData name="LI, Jianqiang" userId="cff57bb5-6b3d-420f-8247-78e7019450b8" providerId="ADAL" clId="{5733EF17-AB39-4DCA-B72F-092CBDB8529B}" dt="2024-10-21T08:25:09.123" v="776"/>
        <pc:sldMkLst>
          <pc:docMk/>
          <pc:sldMk cId="1187496923" sldId="634"/>
        </pc:sldMkLst>
      </pc:sldChg>
      <pc:sldChg chg="del">
        <pc:chgData name="LI, Jianqiang" userId="cff57bb5-6b3d-420f-8247-78e7019450b8" providerId="ADAL" clId="{5733EF17-AB39-4DCA-B72F-092CBDB8529B}" dt="2024-10-21T12:12:07.188" v="3603" actId="47"/>
        <pc:sldMkLst>
          <pc:docMk/>
          <pc:sldMk cId="2856971437" sldId="635"/>
        </pc:sldMkLst>
      </pc:sldChg>
      <pc:sldChg chg="del">
        <pc:chgData name="LI, Jianqiang" userId="cff57bb5-6b3d-420f-8247-78e7019450b8" providerId="ADAL" clId="{5733EF17-AB39-4DCA-B72F-092CBDB8529B}" dt="2024-10-21T12:12:08.457" v="3606" actId="47"/>
        <pc:sldMkLst>
          <pc:docMk/>
          <pc:sldMk cId="2876691948" sldId="636"/>
        </pc:sldMkLst>
      </pc:sldChg>
      <pc:sldChg chg="del">
        <pc:chgData name="LI, Jianqiang" userId="cff57bb5-6b3d-420f-8247-78e7019450b8" providerId="ADAL" clId="{5733EF17-AB39-4DCA-B72F-092CBDB8529B}" dt="2024-10-21T12:12:10.842" v="3608" actId="47"/>
        <pc:sldMkLst>
          <pc:docMk/>
          <pc:sldMk cId="2520553328" sldId="637"/>
        </pc:sldMkLst>
      </pc:sldChg>
      <pc:sldChg chg="del">
        <pc:chgData name="LI, Jianqiang" userId="cff57bb5-6b3d-420f-8247-78e7019450b8" providerId="ADAL" clId="{5733EF17-AB39-4DCA-B72F-092CBDB8529B}" dt="2024-10-21T12:12:12.011" v="3611" actId="47"/>
        <pc:sldMkLst>
          <pc:docMk/>
          <pc:sldMk cId="2060659652" sldId="642"/>
        </pc:sldMkLst>
      </pc:sldChg>
      <pc:sldChg chg="del">
        <pc:chgData name="LI, Jianqiang" userId="cff57bb5-6b3d-420f-8247-78e7019450b8" providerId="ADAL" clId="{5733EF17-AB39-4DCA-B72F-092CBDB8529B}" dt="2024-10-21T12:12:14.323" v="3617" actId="47"/>
        <pc:sldMkLst>
          <pc:docMk/>
          <pc:sldMk cId="3566911339" sldId="645"/>
        </pc:sldMkLst>
      </pc:sldChg>
      <pc:sldChg chg="addSp delSp modSp mod">
        <pc:chgData name="LI, Jianqiang" userId="cff57bb5-6b3d-420f-8247-78e7019450b8" providerId="ADAL" clId="{5733EF17-AB39-4DCA-B72F-092CBDB8529B}" dt="2024-10-21T08:25:51.281" v="782" actId="20577"/>
        <pc:sldMkLst>
          <pc:docMk/>
          <pc:sldMk cId="1415499555" sldId="646"/>
        </pc:sldMkLst>
        <pc:spChg chg="mod">
          <ac:chgData name="LI, Jianqiang" userId="cff57bb5-6b3d-420f-8247-78e7019450b8" providerId="ADAL" clId="{5733EF17-AB39-4DCA-B72F-092CBDB8529B}" dt="2024-10-21T08:14:05.169" v="230" actId="20577"/>
          <ac:spMkLst>
            <pc:docMk/>
            <pc:sldMk cId="1415499555" sldId="646"/>
            <ac:spMk id="2" creationId="{62715A2E-656D-EC5D-FDE7-230488526EFC}"/>
          </ac:spMkLst>
        </pc:spChg>
        <pc:spChg chg="del">
          <ac:chgData name="LI, Jianqiang" userId="cff57bb5-6b3d-420f-8247-78e7019450b8" providerId="ADAL" clId="{5733EF17-AB39-4DCA-B72F-092CBDB8529B}" dt="2024-10-21T08:22:00.094" v="747" actId="478"/>
          <ac:spMkLst>
            <pc:docMk/>
            <pc:sldMk cId="1415499555" sldId="646"/>
            <ac:spMk id="3" creationId="{36A5FFEE-E22C-7E2F-1F3B-D8658E79FF2E}"/>
          </ac:spMkLst>
        </pc:spChg>
        <pc:spChg chg="mod">
          <ac:chgData name="LI, Jianqiang" userId="cff57bb5-6b3d-420f-8247-78e7019450b8" providerId="ADAL" clId="{5733EF17-AB39-4DCA-B72F-092CBDB8529B}" dt="2024-10-21T08:25:51.281" v="782" actId="20577"/>
          <ac:spMkLst>
            <pc:docMk/>
            <pc:sldMk cId="1415499555" sldId="646"/>
            <ac:spMk id="6" creationId="{059666F3-2E33-F336-CBC8-9499F9D78784}"/>
          </ac:spMkLst>
        </pc:spChg>
        <pc:spChg chg="add del mod">
          <ac:chgData name="LI, Jianqiang" userId="cff57bb5-6b3d-420f-8247-78e7019450b8" providerId="ADAL" clId="{5733EF17-AB39-4DCA-B72F-092CBDB8529B}" dt="2024-10-21T08:22:02.081" v="748" actId="478"/>
          <ac:spMkLst>
            <pc:docMk/>
            <pc:sldMk cId="1415499555" sldId="646"/>
            <ac:spMk id="8" creationId="{FD0B8C39-B8AC-0BB2-EB6A-55BF12082EDB}"/>
          </ac:spMkLst>
        </pc:spChg>
        <pc:graphicFrameChg chg="add mod modGraphic">
          <ac:chgData name="LI, Jianqiang" userId="cff57bb5-6b3d-420f-8247-78e7019450b8" providerId="ADAL" clId="{5733EF17-AB39-4DCA-B72F-092CBDB8529B}" dt="2024-10-21T08:23:44.825" v="774" actId="1076"/>
          <ac:graphicFrameMkLst>
            <pc:docMk/>
            <pc:sldMk cId="1415499555" sldId="646"/>
            <ac:graphicFrameMk id="5" creationId="{1BCF8D07-9BFC-89D5-A55E-4E8F371E501B}"/>
          </ac:graphicFrameMkLst>
        </pc:graphicFrameChg>
      </pc:sldChg>
      <pc:sldChg chg="del">
        <pc:chgData name="LI, Jianqiang" userId="cff57bb5-6b3d-420f-8247-78e7019450b8" providerId="ADAL" clId="{5733EF17-AB39-4DCA-B72F-092CBDB8529B}" dt="2024-10-21T12:12:07.767" v="3604" actId="47"/>
        <pc:sldMkLst>
          <pc:docMk/>
          <pc:sldMk cId="618963421" sldId="648"/>
        </pc:sldMkLst>
      </pc:sldChg>
      <pc:sldChg chg="del">
        <pc:chgData name="LI, Jianqiang" userId="cff57bb5-6b3d-420f-8247-78e7019450b8" providerId="ADAL" clId="{5733EF17-AB39-4DCA-B72F-092CBDB8529B}" dt="2024-10-21T12:12:09.048" v="3607" actId="47"/>
        <pc:sldMkLst>
          <pc:docMk/>
          <pc:sldMk cId="2107550131" sldId="649"/>
        </pc:sldMkLst>
      </pc:sldChg>
      <pc:sldChg chg="del">
        <pc:chgData name="LI, Jianqiang" userId="cff57bb5-6b3d-420f-8247-78e7019450b8" providerId="ADAL" clId="{5733EF17-AB39-4DCA-B72F-092CBDB8529B}" dt="2024-10-21T12:12:11.335" v="3609" actId="47"/>
        <pc:sldMkLst>
          <pc:docMk/>
          <pc:sldMk cId="1075628936" sldId="650"/>
        </pc:sldMkLst>
      </pc:sldChg>
      <pc:sldChg chg="del">
        <pc:chgData name="LI, Jianqiang" userId="cff57bb5-6b3d-420f-8247-78e7019450b8" providerId="ADAL" clId="{5733EF17-AB39-4DCA-B72F-092CBDB8529B}" dt="2024-10-21T12:12:11.680" v="3610" actId="47"/>
        <pc:sldMkLst>
          <pc:docMk/>
          <pc:sldMk cId="2151756269" sldId="651"/>
        </pc:sldMkLst>
      </pc:sldChg>
      <pc:sldChg chg="del">
        <pc:chgData name="LI, Jianqiang" userId="cff57bb5-6b3d-420f-8247-78e7019450b8" providerId="ADAL" clId="{5733EF17-AB39-4DCA-B72F-092CBDB8529B}" dt="2024-10-21T12:12:12.309" v="3612" actId="47"/>
        <pc:sldMkLst>
          <pc:docMk/>
          <pc:sldMk cId="1926095109" sldId="652"/>
        </pc:sldMkLst>
      </pc:sldChg>
      <pc:sldChg chg="del">
        <pc:chgData name="LI, Jianqiang" userId="cff57bb5-6b3d-420f-8247-78e7019450b8" providerId="ADAL" clId="{5733EF17-AB39-4DCA-B72F-092CBDB8529B}" dt="2024-10-21T12:12:12.620" v="3613" actId="47"/>
        <pc:sldMkLst>
          <pc:docMk/>
          <pc:sldMk cId="446785755" sldId="653"/>
        </pc:sldMkLst>
      </pc:sldChg>
      <pc:sldChg chg="del">
        <pc:chgData name="LI, Jianqiang" userId="cff57bb5-6b3d-420f-8247-78e7019450b8" providerId="ADAL" clId="{5733EF17-AB39-4DCA-B72F-092CBDB8529B}" dt="2024-10-21T12:12:12.888" v="3614" actId="47"/>
        <pc:sldMkLst>
          <pc:docMk/>
          <pc:sldMk cId="1929160159" sldId="654"/>
        </pc:sldMkLst>
      </pc:sldChg>
      <pc:sldChg chg="del">
        <pc:chgData name="LI, Jianqiang" userId="cff57bb5-6b3d-420f-8247-78e7019450b8" providerId="ADAL" clId="{5733EF17-AB39-4DCA-B72F-092CBDB8529B}" dt="2024-10-21T12:12:13.202" v="3615" actId="47"/>
        <pc:sldMkLst>
          <pc:docMk/>
          <pc:sldMk cId="3208861048" sldId="655"/>
        </pc:sldMkLst>
      </pc:sldChg>
      <pc:sldChg chg="del">
        <pc:chgData name="LI, Jianqiang" userId="cff57bb5-6b3d-420f-8247-78e7019450b8" providerId="ADAL" clId="{5733EF17-AB39-4DCA-B72F-092CBDB8529B}" dt="2024-10-21T12:12:13.848" v="3616" actId="47"/>
        <pc:sldMkLst>
          <pc:docMk/>
          <pc:sldMk cId="2131429469" sldId="656"/>
        </pc:sldMkLst>
      </pc:sldChg>
      <pc:sldChg chg="addSp delSp modSp add mod delAnim">
        <pc:chgData name="LI, Jianqiang" userId="cff57bb5-6b3d-420f-8247-78e7019450b8" providerId="ADAL" clId="{5733EF17-AB39-4DCA-B72F-092CBDB8529B}" dt="2024-10-21T08:36:33.800" v="1493" actId="20577"/>
        <pc:sldMkLst>
          <pc:docMk/>
          <pc:sldMk cId="2264182964" sldId="657"/>
        </pc:sldMkLst>
        <pc:spChg chg="mod">
          <ac:chgData name="LI, Jianqiang" userId="cff57bb5-6b3d-420f-8247-78e7019450b8" providerId="ADAL" clId="{5733EF17-AB39-4DCA-B72F-092CBDB8529B}" dt="2024-10-21T08:27:13.058" v="816" actId="20577"/>
          <ac:spMkLst>
            <pc:docMk/>
            <pc:sldMk cId="2264182964" sldId="657"/>
            <ac:spMk id="2" creationId="{62715A2E-656D-EC5D-FDE7-230488526EFC}"/>
          </ac:spMkLst>
        </pc:spChg>
        <pc:spChg chg="add mod">
          <ac:chgData name="LI, Jianqiang" userId="cff57bb5-6b3d-420f-8247-78e7019450b8" providerId="ADAL" clId="{5733EF17-AB39-4DCA-B72F-092CBDB8529B}" dt="2024-10-21T08:36:33.800" v="1493" actId="20577"/>
          <ac:spMkLst>
            <pc:docMk/>
            <pc:sldMk cId="2264182964" sldId="657"/>
            <ac:spMk id="3" creationId="{B161272D-C3A9-7227-9F2F-ECB2E34D5B70}"/>
          </ac:spMkLst>
        </pc:spChg>
        <pc:spChg chg="del">
          <ac:chgData name="LI, Jianqiang" userId="cff57bb5-6b3d-420f-8247-78e7019450b8" providerId="ADAL" clId="{5733EF17-AB39-4DCA-B72F-092CBDB8529B}" dt="2024-10-21T08:27:32.937" v="818" actId="478"/>
          <ac:spMkLst>
            <pc:docMk/>
            <pc:sldMk cId="2264182964" sldId="657"/>
            <ac:spMk id="6" creationId="{059666F3-2E33-F336-CBC8-9499F9D78784}"/>
          </ac:spMkLst>
        </pc:spChg>
        <pc:graphicFrameChg chg="del">
          <ac:chgData name="LI, Jianqiang" userId="cff57bb5-6b3d-420f-8247-78e7019450b8" providerId="ADAL" clId="{5733EF17-AB39-4DCA-B72F-092CBDB8529B}" dt="2024-10-21T08:27:31.643" v="817" actId="478"/>
          <ac:graphicFrameMkLst>
            <pc:docMk/>
            <pc:sldMk cId="2264182964" sldId="657"/>
            <ac:graphicFrameMk id="5" creationId="{1BCF8D07-9BFC-89D5-A55E-4E8F371E501B}"/>
          </ac:graphicFrameMkLst>
        </pc:graphicFrameChg>
      </pc:sldChg>
      <pc:sldChg chg="modSp add mod">
        <pc:chgData name="LI, Jianqiang" userId="cff57bb5-6b3d-420f-8247-78e7019450b8" providerId="ADAL" clId="{5733EF17-AB39-4DCA-B72F-092CBDB8529B}" dt="2024-10-21T08:39:13.799" v="1579" actId="20577"/>
        <pc:sldMkLst>
          <pc:docMk/>
          <pc:sldMk cId="1493193318" sldId="658"/>
        </pc:sldMkLst>
        <pc:spChg chg="mod">
          <ac:chgData name="LI, Jianqiang" userId="cff57bb5-6b3d-420f-8247-78e7019450b8" providerId="ADAL" clId="{5733EF17-AB39-4DCA-B72F-092CBDB8529B}" dt="2024-10-21T08:37:45.535" v="1513" actId="20577"/>
          <ac:spMkLst>
            <pc:docMk/>
            <pc:sldMk cId="1493193318" sldId="658"/>
            <ac:spMk id="2" creationId="{62715A2E-656D-EC5D-FDE7-230488526EFC}"/>
          </ac:spMkLst>
        </pc:spChg>
        <pc:spChg chg="mod">
          <ac:chgData name="LI, Jianqiang" userId="cff57bb5-6b3d-420f-8247-78e7019450b8" providerId="ADAL" clId="{5733EF17-AB39-4DCA-B72F-092CBDB8529B}" dt="2024-10-21T08:39:13.799" v="1579" actId="20577"/>
          <ac:spMkLst>
            <pc:docMk/>
            <pc:sldMk cId="1493193318" sldId="658"/>
            <ac:spMk id="3" creationId="{B161272D-C3A9-7227-9F2F-ECB2E34D5B70}"/>
          </ac:spMkLst>
        </pc:spChg>
      </pc:sldChg>
      <pc:sldChg chg="modSp add mod">
        <pc:chgData name="LI, Jianqiang" userId="cff57bb5-6b3d-420f-8247-78e7019450b8" providerId="ADAL" clId="{5733EF17-AB39-4DCA-B72F-092CBDB8529B}" dt="2024-10-21T08:40:02.213" v="1594" actId="20577"/>
        <pc:sldMkLst>
          <pc:docMk/>
          <pc:sldMk cId="1157754618" sldId="659"/>
        </pc:sldMkLst>
        <pc:spChg chg="mod">
          <ac:chgData name="LI, Jianqiang" userId="cff57bb5-6b3d-420f-8247-78e7019450b8" providerId="ADAL" clId="{5733EF17-AB39-4DCA-B72F-092CBDB8529B}" dt="2024-10-21T08:39:57.933" v="1593" actId="20577"/>
          <ac:spMkLst>
            <pc:docMk/>
            <pc:sldMk cId="1157754618" sldId="659"/>
            <ac:spMk id="2" creationId="{62715A2E-656D-EC5D-FDE7-230488526EFC}"/>
          </ac:spMkLst>
        </pc:spChg>
        <pc:spChg chg="mod">
          <ac:chgData name="LI, Jianqiang" userId="cff57bb5-6b3d-420f-8247-78e7019450b8" providerId="ADAL" clId="{5733EF17-AB39-4DCA-B72F-092CBDB8529B}" dt="2024-10-21T08:40:02.213" v="1594" actId="20577"/>
          <ac:spMkLst>
            <pc:docMk/>
            <pc:sldMk cId="1157754618" sldId="659"/>
            <ac:spMk id="3" creationId="{B161272D-C3A9-7227-9F2F-ECB2E34D5B70}"/>
          </ac:spMkLst>
        </pc:spChg>
      </pc:sldChg>
      <pc:sldChg chg="modSp add mod">
        <pc:chgData name="LI, Jianqiang" userId="cff57bb5-6b3d-420f-8247-78e7019450b8" providerId="ADAL" clId="{5733EF17-AB39-4DCA-B72F-092CBDB8529B}" dt="2024-10-21T08:40:09.250" v="1597" actId="20577"/>
        <pc:sldMkLst>
          <pc:docMk/>
          <pc:sldMk cId="2666601468" sldId="660"/>
        </pc:sldMkLst>
        <pc:spChg chg="mod">
          <ac:chgData name="LI, Jianqiang" userId="cff57bb5-6b3d-420f-8247-78e7019450b8" providerId="ADAL" clId="{5733EF17-AB39-4DCA-B72F-092CBDB8529B}" dt="2024-10-21T08:40:09.250" v="1597" actId="20577"/>
          <ac:spMkLst>
            <pc:docMk/>
            <pc:sldMk cId="2666601468" sldId="660"/>
            <ac:spMk id="2" creationId="{62715A2E-656D-EC5D-FDE7-230488526EFC}"/>
          </ac:spMkLst>
        </pc:spChg>
      </pc:sldChg>
      <pc:sldChg chg="modSp add mod">
        <pc:chgData name="LI, Jianqiang" userId="cff57bb5-6b3d-420f-8247-78e7019450b8" providerId="ADAL" clId="{5733EF17-AB39-4DCA-B72F-092CBDB8529B}" dt="2024-10-21T08:40:14.723" v="1603" actId="20577"/>
        <pc:sldMkLst>
          <pc:docMk/>
          <pc:sldMk cId="2777384990" sldId="661"/>
        </pc:sldMkLst>
        <pc:spChg chg="mod">
          <ac:chgData name="LI, Jianqiang" userId="cff57bb5-6b3d-420f-8247-78e7019450b8" providerId="ADAL" clId="{5733EF17-AB39-4DCA-B72F-092CBDB8529B}" dt="2024-10-21T08:40:14.723" v="1603" actId="20577"/>
          <ac:spMkLst>
            <pc:docMk/>
            <pc:sldMk cId="2777384990" sldId="661"/>
            <ac:spMk id="2" creationId="{62715A2E-656D-EC5D-FDE7-230488526EFC}"/>
          </ac:spMkLst>
        </pc:spChg>
      </pc:sldChg>
      <pc:sldChg chg="addSp delSp modSp add mod">
        <pc:chgData name="LI, Jianqiang" userId="cff57bb5-6b3d-420f-8247-78e7019450b8" providerId="ADAL" clId="{5733EF17-AB39-4DCA-B72F-092CBDB8529B}" dt="2024-10-21T09:07:57.720" v="1828" actId="20577"/>
        <pc:sldMkLst>
          <pc:docMk/>
          <pc:sldMk cId="3669516775" sldId="662"/>
        </pc:sldMkLst>
        <pc:spChg chg="mod">
          <ac:chgData name="LI, Jianqiang" userId="cff57bb5-6b3d-420f-8247-78e7019450b8" providerId="ADAL" clId="{5733EF17-AB39-4DCA-B72F-092CBDB8529B}" dt="2024-10-21T08:40:20.531" v="1609" actId="20577"/>
          <ac:spMkLst>
            <pc:docMk/>
            <pc:sldMk cId="3669516775" sldId="662"/>
            <ac:spMk id="2" creationId="{62715A2E-656D-EC5D-FDE7-230488526EFC}"/>
          </ac:spMkLst>
        </pc:spChg>
        <pc:spChg chg="del mod">
          <ac:chgData name="LI, Jianqiang" userId="cff57bb5-6b3d-420f-8247-78e7019450b8" providerId="ADAL" clId="{5733EF17-AB39-4DCA-B72F-092CBDB8529B}" dt="2024-10-21T08:45:07.277" v="1656" actId="478"/>
          <ac:spMkLst>
            <pc:docMk/>
            <pc:sldMk cId="3669516775" sldId="662"/>
            <ac:spMk id="3" creationId="{B161272D-C3A9-7227-9F2F-ECB2E34D5B70}"/>
          </ac:spMkLst>
        </pc:spChg>
        <pc:spChg chg="add">
          <ac:chgData name="LI, Jianqiang" userId="cff57bb5-6b3d-420f-8247-78e7019450b8" providerId="ADAL" clId="{5733EF17-AB39-4DCA-B72F-092CBDB8529B}" dt="2024-10-21T08:42:01.314" v="1625"/>
          <ac:spMkLst>
            <pc:docMk/>
            <pc:sldMk cId="3669516775" sldId="662"/>
            <ac:spMk id="5" creationId="{F00D4829-E8C2-A6C1-3780-262FC248BA32}"/>
          </ac:spMkLst>
        </pc:spChg>
        <pc:spChg chg="add mod">
          <ac:chgData name="LI, Jianqiang" userId="cff57bb5-6b3d-420f-8247-78e7019450b8" providerId="ADAL" clId="{5733EF17-AB39-4DCA-B72F-092CBDB8529B}" dt="2024-10-21T09:07:57.720" v="1828" actId="20577"/>
          <ac:spMkLst>
            <pc:docMk/>
            <pc:sldMk cId="3669516775" sldId="662"/>
            <ac:spMk id="6" creationId="{DB20133D-EAC7-CBD1-95E8-D593B4DB3C99}"/>
          </ac:spMkLst>
        </pc:spChg>
        <pc:spChg chg="add del mod">
          <ac:chgData name="LI, Jianqiang" userId="cff57bb5-6b3d-420f-8247-78e7019450b8" providerId="ADAL" clId="{5733EF17-AB39-4DCA-B72F-092CBDB8529B}" dt="2024-10-21T08:45:09.671" v="1657" actId="478"/>
          <ac:spMkLst>
            <pc:docMk/>
            <pc:sldMk cId="3669516775" sldId="662"/>
            <ac:spMk id="8" creationId="{F3469575-A08F-A088-7516-812537C8A8BD}"/>
          </ac:spMkLst>
        </pc:spChg>
      </pc:sldChg>
      <pc:sldChg chg="addSp delSp modSp add mod">
        <pc:chgData name="LI, Jianqiang" userId="cff57bb5-6b3d-420f-8247-78e7019450b8" providerId="ADAL" clId="{5733EF17-AB39-4DCA-B72F-092CBDB8529B}" dt="2024-10-21T11:33:38.634" v="3256" actId="113"/>
        <pc:sldMkLst>
          <pc:docMk/>
          <pc:sldMk cId="3788763453" sldId="663"/>
        </pc:sldMkLst>
        <pc:spChg chg="mod">
          <ac:chgData name="LI, Jianqiang" userId="cff57bb5-6b3d-420f-8247-78e7019450b8" providerId="ADAL" clId="{5733EF17-AB39-4DCA-B72F-092CBDB8529B}" dt="2024-10-21T08:40:26.923" v="1615" actId="20577"/>
          <ac:spMkLst>
            <pc:docMk/>
            <pc:sldMk cId="3788763453" sldId="663"/>
            <ac:spMk id="2" creationId="{62715A2E-656D-EC5D-FDE7-230488526EFC}"/>
          </ac:spMkLst>
        </pc:spChg>
        <pc:spChg chg="del">
          <ac:chgData name="LI, Jianqiang" userId="cff57bb5-6b3d-420f-8247-78e7019450b8" providerId="ADAL" clId="{5733EF17-AB39-4DCA-B72F-092CBDB8529B}" dt="2024-10-21T11:31:32.409" v="3212" actId="478"/>
          <ac:spMkLst>
            <pc:docMk/>
            <pc:sldMk cId="3788763453" sldId="663"/>
            <ac:spMk id="3" creationId="{B161272D-C3A9-7227-9F2F-ECB2E34D5B70}"/>
          </ac:spMkLst>
        </pc:spChg>
        <pc:spChg chg="add mod">
          <ac:chgData name="LI, Jianqiang" userId="cff57bb5-6b3d-420f-8247-78e7019450b8" providerId="ADAL" clId="{5733EF17-AB39-4DCA-B72F-092CBDB8529B}" dt="2024-10-21T11:33:38.634" v="3256" actId="113"/>
          <ac:spMkLst>
            <pc:docMk/>
            <pc:sldMk cId="3788763453" sldId="663"/>
            <ac:spMk id="5" creationId="{2CB4BC30-C9E5-5613-18C5-BB889EC193CB}"/>
          </ac:spMkLst>
        </pc:spChg>
        <pc:spChg chg="add mod">
          <ac:chgData name="LI, Jianqiang" userId="cff57bb5-6b3d-420f-8247-78e7019450b8" providerId="ADAL" clId="{5733EF17-AB39-4DCA-B72F-092CBDB8529B}" dt="2024-10-21T11:31:55.281" v="3216" actId="1076"/>
          <ac:spMkLst>
            <pc:docMk/>
            <pc:sldMk cId="3788763453" sldId="663"/>
            <ac:spMk id="6" creationId="{95979C1D-45E6-EB06-9745-373CE1234CD2}"/>
          </ac:spMkLst>
        </pc:spChg>
        <pc:spChg chg="add">
          <ac:chgData name="LI, Jianqiang" userId="cff57bb5-6b3d-420f-8247-78e7019450b8" providerId="ADAL" clId="{5733EF17-AB39-4DCA-B72F-092CBDB8529B}" dt="2024-10-21T11:32:12.813" v="3217"/>
          <ac:spMkLst>
            <pc:docMk/>
            <pc:sldMk cId="3788763453" sldId="663"/>
            <ac:spMk id="7" creationId="{0CF0A187-4980-0211-A1C3-92807409E509}"/>
          </ac:spMkLst>
        </pc:spChg>
      </pc:sldChg>
      <pc:sldChg chg="addSp delSp modSp add del mod">
        <pc:chgData name="LI, Jianqiang" userId="cff57bb5-6b3d-420f-8247-78e7019450b8" providerId="ADAL" clId="{5733EF17-AB39-4DCA-B72F-092CBDB8529B}" dt="2024-10-21T10:56:36.750" v="2266" actId="47"/>
        <pc:sldMkLst>
          <pc:docMk/>
          <pc:sldMk cId="2000071249" sldId="664"/>
        </pc:sldMkLst>
        <pc:spChg chg="mod">
          <ac:chgData name="LI, Jianqiang" userId="cff57bb5-6b3d-420f-8247-78e7019450b8" providerId="ADAL" clId="{5733EF17-AB39-4DCA-B72F-092CBDB8529B}" dt="2024-10-21T09:09:04.908" v="1837" actId="20577"/>
          <ac:spMkLst>
            <pc:docMk/>
            <pc:sldMk cId="2000071249" sldId="664"/>
            <ac:spMk id="2" creationId="{62715A2E-656D-EC5D-FDE7-230488526EFC}"/>
          </ac:spMkLst>
        </pc:spChg>
        <pc:spChg chg="add">
          <ac:chgData name="LI, Jianqiang" userId="cff57bb5-6b3d-420f-8247-78e7019450b8" providerId="ADAL" clId="{5733EF17-AB39-4DCA-B72F-092CBDB8529B}" dt="2024-10-21T08:47:43.226" v="1693"/>
          <ac:spMkLst>
            <pc:docMk/>
            <pc:sldMk cId="2000071249" sldId="664"/>
            <ac:spMk id="3" creationId="{BFC07C0B-D477-217A-9754-1DD4CF491775}"/>
          </ac:spMkLst>
        </pc:spChg>
        <pc:spChg chg="del">
          <ac:chgData name="LI, Jianqiang" userId="cff57bb5-6b3d-420f-8247-78e7019450b8" providerId="ADAL" clId="{5733EF17-AB39-4DCA-B72F-092CBDB8529B}" dt="2024-10-21T08:47:16.267" v="1692" actId="478"/>
          <ac:spMkLst>
            <pc:docMk/>
            <pc:sldMk cId="2000071249" sldId="664"/>
            <ac:spMk id="6" creationId="{DB20133D-EAC7-CBD1-95E8-D593B4DB3C99}"/>
          </ac:spMkLst>
        </pc:spChg>
      </pc:sldChg>
      <pc:sldChg chg="modSp add del mod ord">
        <pc:chgData name="LI, Jianqiang" userId="cff57bb5-6b3d-420f-8247-78e7019450b8" providerId="ADAL" clId="{5733EF17-AB39-4DCA-B72F-092CBDB8529B}" dt="2024-10-21T09:01:54.410" v="1792" actId="47"/>
        <pc:sldMkLst>
          <pc:docMk/>
          <pc:sldMk cId="1380703772" sldId="665"/>
        </pc:sldMkLst>
        <pc:spChg chg="mod">
          <ac:chgData name="LI, Jianqiang" userId="cff57bb5-6b3d-420f-8247-78e7019450b8" providerId="ADAL" clId="{5733EF17-AB39-4DCA-B72F-092CBDB8529B}" dt="2024-10-21T09:01:40.642" v="1791" actId="20577"/>
          <ac:spMkLst>
            <pc:docMk/>
            <pc:sldMk cId="1380703772" sldId="665"/>
            <ac:spMk id="2" creationId="{62715A2E-656D-EC5D-FDE7-230488526EFC}"/>
          </ac:spMkLst>
        </pc:spChg>
        <pc:spChg chg="mod">
          <ac:chgData name="LI, Jianqiang" userId="cff57bb5-6b3d-420f-8247-78e7019450b8" providerId="ADAL" clId="{5733EF17-AB39-4DCA-B72F-092CBDB8529B}" dt="2024-10-21T08:55:21.917" v="1716" actId="14100"/>
          <ac:spMkLst>
            <pc:docMk/>
            <pc:sldMk cId="1380703772" sldId="665"/>
            <ac:spMk id="7" creationId="{0E3DD26D-BBB8-B2A2-69C6-6646F31F2824}"/>
          </ac:spMkLst>
        </pc:spChg>
      </pc:sldChg>
      <pc:sldChg chg="addSp modSp add mod">
        <pc:chgData name="LI, Jianqiang" userId="cff57bb5-6b3d-420f-8247-78e7019450b8" providerId="ADAL" clId="{5733EF17-AB39-4DCA-B72F-092CBDB8529B}" dt="2024-10-21T09:01:15.894" v="1782" actId="20577"/>
        <pc:sldMkLst>
          <pc:docMk/>
          <pc:sldMk cId="1184544262" sldId="666"/>
        </pc:sldMkLst>
        <pc:spChg chg="mod">
          <ac:chgData name="LI, Jianqiang" userId="cff57bb5-6b3d-420f-8247-78e7019450b8" providerId="ADAL" clId="{5733EF17-AB39-4DCA-B72F-092CBDB8529B}" dt="2024-10-21T09:01:15.894" v="1782" actId="20577"/>
          <ac:spMkLst>
            <pc:docMk/>
            <pc:sldMk cId="1184544262" sldId="666"/>
            <ac:spMk id="2" creationId="{62715A2E-656D-EC5D-FDE7-230488526EFC}"/>
          </ac:spMkLst>
        </pc:spChg>
        <pc:spChg chg="add mod">
          <ac:chgData name="LI, Jianqiang" userId="cff57bb5-6b3d-420f-8247-78e7019450b8" providerId="ADAL" clId="{5733EF17-AB39-4DCA-B72F-092CBDB8529B}" dt="2024-10-21T09:00:25.498" v="1763" actId="20577"/>
          <ac:spMkLst>
            <pc:docMk/>
            <pc:sldMk cId="1184544262" sldId="666"/>
            <ac:spMk id="5" creationId="{0EB916F3-6B84-6C45-16EA-2F8474D1BCC4}"/>
          </ac:spMkLst>
        </pc:spChg>
        <pc:spChg chg="mod">
          <ac:chgData name="LI, Jianqiang" userId="cff57bb5-6b3d-420f-8247-78e7019450b8" providerId="ADAL" clId="{5733EF17-AB39-4DCA-B72F-092CBDB8529B}" dt="2024-10-21T08:59:33.033" v="1751" actId="14100"/>
          <ac:spMkLst>
            <pc:docMk/>
            <pc:sldMk cId="1184544262" sldId="666"/>
            <ac:spMk id="8" creationId="{1D68554F-5AF8-7E1E-17A3-DE6F9E0E8871}"/>
          </ac:spMkLst>
        </pc:spChg>
        <pc:cxnChg chg="add mod">
          <ac:chgData name="LI, Jianqiang" userId="cff57bb5-6b3d-420f-8247-78e7019450b8" providerId="ADAL" clId="{5733EF17-AB39-4DCA-B72F-092CBDB8529B}" dt="2024-10-21T09:00:57.604" v="1767" actId="14100"/>
          <ac:cxnSpMkLst>
            <pc:docMk/>
            <pc:sldMk cId="1184544262" sldId="666"/>
            <ac:cxnSpMk id="6" creationId="{DBE8F675-07AE-EE68-00CD-84ED549AE9B5}"/>
          </ac:cxnSpMkLst>
        </pc:cxnChg>
      </pc:sldChg>
      <pc:sldChg chg="modSp add mod">
        <pc:chgData name="LI, Jianqiang" userId="cff57bb5-6b3d-420f-8247-78e7019450b8" providerId="ADAL" clId="{5733EF17-AB39-4DCA-B72F-092CBDB8529B}" dt="2024-10-21T09:01:27.359" v="1784"/>
        <pc:sldMkLst>
          <pc:docMk/>
          <pc:sldMk cId="1359561166" sldId="667"/>
        </pc:sldMkLst>
        <pc:spChg chg="mod">
          <ac:chgData name="LI, Jianqiang" userId="cff57bb5-6b3d-420f-8247-78e7019450b8" providerId="ADAL" clId="{5733EF17-AB39-4DCA-B72F-092CBDB8529B}" dt="2024-10-21T09:01:27.359" v="1784"/>
          <ac:spMkLst>
            <pc:docMk/>
            <pc:sldMk cId="1359561166" sldId="667"/>
            <ac:spMk id="2" creationId="{62715A2E-656D-EC5D-FDE7-230488526EFC}"/>
          </ac:spMkLst>
        </pc:spChg>
        <pc:spChg chg="mod">
          <ac:chgData name="LI, Jianqiang" userId="cff57bb5-6b3d-420f-8247-78e7019450b8" providerId="ADAL" clId="{5733EF17-AB39-4DCA-B72F-092CBDB8529B}" dt="2024-10-21T08:58:31.425" v="1749" actId="20577"/>
          <ac:spMkLst>
            <pc:docMk/>
            <pc:sldMk cId="1359561166" sldId="667"/>
            <ac:spMk id="8" creationId="{1D68554F-5AF8-7E1E-17A3-DE6F9E0E8871}"/>
          </ac:spMkLst>
        </pc:spChg>
      </pc:sldChg>
      <pc:sldChg chg="addSp delSp modSp add mod ord">
        <pc:chgData name="LI, Jianqiang" userId="cff57bb5-6b3d-420f-8247-78e7019450b8" providerId="ADAL" clId="{5733EF17-AB39-4DCA-B72F-092CBDB8529B}" dt="2024-10-21T09:35:11.415" v="2190" actId="1038"/>
        <pc:sldMkLst>
          <pc:docMk/>
          <pc:sldMk cId="3205456093" sldId="668"/>
        </pc:sldMkLst>
        <pc:spChg chg="mod">
          <ac:chgData name="LI, Jianqiang" userId="cff57bb5-6b3d-420f-8247-78e7019450b8" providerId="ADAL" clId="{5733EF17-AB39-4DCA-B72F-092CBDB8529B}" dt="2024-10-21T09:09:41.318" v="1859" actId="20577"/>
          <ac:spMkLst>
            <pc:docMk/>
            <pc:sldMk cId="3205456093" sldId="668"/>
            <ac:spMk id="2" creationId="{62715A2E-656D-EC5D-FDE7-230488526EFC}"/>
          </ac:spMkLst>
        </pc:spChg>
        <pc:spChg chg="mod">
          <ac:chgData name="LI, Jianqiang" userId="cff57bb5-6b3d-420f-8247-78e7019450b8" providerId="ADAL" clId="{5733EF17-AB39-4DCA-B72F-092CBDB8529B}" dt="2024-10-21T09:19:32.869" v="1992" actId="13926"/>
          <ac:spMkLst>
            <pc:docMk/>
            <pc:sldMk cId="3205456093" sldId="668"/>
            <ac:spMk id="5" creationId="{8F36E625-385C-74EA-5F44-3F24878C63BE}"/>
          </ac:spMkLst>
        </pc:spChg>
        <pc:spChg chg="mod">
          <ac:chgData name="LI, Jianqiang" userId="cff57bb5-6b3d-420f-8247-78e7019450b8" providerId="ADAL" clId="{5733EF17-AB39-4DCA-B72F-092CBDB8529B}" dt="2024-10-21T09:20:01.929" v="1997" actId="1036"/>
          <ac:spMkLst>
            <pc:docMk/>
            <pc:sldMk cId="3205456093" sldId="668"/>
            <ac:spMk id="7" creationId="{0E3DD26D-BBB8-B2A2-69C6-6646F31F2824}"/>
          </ac:spMkLst>
        </pc:spChg>
        <pc:spChg chg="mod">
          <ac:chgData name="LI, Jianqiang" userId="cff57bb5-6b3d-420f-8247-78e7019450b8" providerId="ADAL" clId="{5733EF17-AB39-4DCA-B72F-092CBDB8529B}" dt="2024-10-21T09:19:54.556" v="1996" actId="13926"/>
          <ac:spMkLst>
            <pc:docMk/>
            <pc:sldMk cId="3205456093" sldId="668"/>
            <ac:spMk id="11" creationId="{3EEA725B-360D-DDD8-AA35-9EB51F024E08}"/>
          </ac:spMkLst>
        </pc:spChg>
        <pc:spChg chg="del">
          <ac:chgData name="LI, Jianqiang" userId="cff57bb5-6b3d-420f-8247-78e7019450b8" providerId="ADAL" clId="{5733EF17-AB39-4DCA-B72F-092CBDB8529B}" dt="2024-10-21T09:12:41.194" v="1860" actId="478"/>
          <ac:spMkLst>
            <pc:docMk/>
            <pc:sldMk cId="3205456093" sldId="668"/>
            <ac:spMk id="13" creationId="{78A74D20-F919-692D-3FD7-B21217969B50}"/>
          </ac:spMkLst>
        </pc:spChg>
        <pc:spChg chg="add mod">
          <ac:chgData name="LI, Jianqiang" userId="cff57bb5-6b3d-420f-8247-78e7019450b8" providerId="ADAL" clId="{5733EF17-AB39-4DCA-B72F-092CBDB8529B}" dt="2024-10-21T09:30:52.287" v="2092" actId="1076"/>
          <ac:spMkLst>
            <pc:docMk/>
            <pc:sldMk cId="3205456093" sldId="668"/>
            <ac:spMk id="14" creationId="{5AFBF4C4-B802-2129-E174-719769567879}"/>
          </ac:spMkLst>
        </pc:spChg>
        <pc:spChg chg="add mod">
          <ac:chgData name="LI, Jianqiang" userId="cff57bb5-6b3d-420f-8247-78e7019450b8" providerId="ADAL" clId="{5733EF17-AB39-4DCA-B72F-092CBDB8529B}" dt="2024-10-21T09:34:01.036" v="2148" actId="20577"/>
          <ac:spMkLst>
            <pc:docMk/>
            <pc:sldMk cId="3205456093" sldId="668"/>
            <ac:spMk id="22" creationId="{2B427983-13BA-A117-0742-F8D5D4FB8FE8}"/>
          </ac:spMkLst>
        </pc:spChg>
        <pc:spChg chg="mod">
          <ac:chgData name="LI, Jianqiang" userId="cff57bb5-6b3d-420f-8247-78e7019450b8" providerId="ADAL" clId="{5733EF17-AB39-4DCA-B72F-092CBDB8529B}" dt="2024-10-21T09:29:40.966" v="2041" actId="1076"/>
          <ac:spMkLst>
            <pc:docMk/>
            <pc:sldMk cId="3205456093" sldId="668"/>
            <ac:spMk id="24" creationId="{26E14B30-A686-579C-B292-2EAD29D3A4B3}"/>
          </ac:spMkLst>
        </pc:spChg>
        <pc:spChg chg="del mod">
          <ac:chgData name="LI, Jianqiang" userId="cff57bb5-6b3d-420f-8247-78e7019450b8" providerId="ADAL" clId="{5733EF17-AB39-4DCA-B72F-092CBDB8529B}" dt="2024-10-21T09:31:15.358" v="2096" actId="478"/>
          <ac:spMkLst>
            <pc:docMk/>
            <pc:sldMk cId="3205456093" sldId="668"/>
            <ac:spMk id="29" creationId="{2970DC30-0D8C-2957-A17E-27C2B5536095}"/>
          </ac:spMkLst>
        </pc:spChg>
        <pc:spChg chg="add mod">
          <ac:chgData name="LI, Jianqiang" userId="cff57bb5-6b3d-420f-8247-78e7019450b8" providerId="ADAL" clId="{5733EF17-AB39-4DCA-B72F-092CBDB8529B}" dt="2024-10-21T09:35:11.415" v="2190" actId="1038"/>
          <ac:spMkLst>
            <pc:docMk/>
            <pc:sldMk cId="3205456093" sldId="668"/>
            <ac:spMk id="31" creationId="{482E425E-9142-C0C3-6625-DDA3C96544C1}"/>
          </ac:spMkLst>
        </pc:spChg>
        <pc:spChg chg="mod">
          <ac:chgData name="LI, Jianqiang" userId="cff57bb5-6b3d-420f-8247-78e7019450b8" providerId="ADAL" clId="{5733EF17-AB39-4DCA-B72F-092CBDB8529B}" dt="2024-10-21T09:35:06.430" v="2179" actId="1076"/>
          <ac:spMkLst>
            <pc:docMk/>
            <pc:sldMk cId="3205456093" sldId="668"/>
            <ac:spMk id="33" creationId="{E46DB851-3870-AEF9-799F-B7F141DEE93B}"/>
          </ac:spMkLst>
        </pc:spChg>
        <pc:spChg chg="mod">
          <ac:chgData name="LI, Jianqiang" userId="cff57bb5-6b3d-420f-8247-78e7019450b8" providerId="ADAL" clId="{5733EF17-AB39-4DCA-B72F-092CBDB8529B}" dt="2024-10-21T09:31:59.740" v="2107" actId="14100"/>
          <ac:spMkLst>
            <pc:docMk/>
            <pc:sldMk cId="3205456093" sldId="668"/>
            <ac:spMk id="41" creationId="{8D0A9712-09AA-A64E-22CA-4B3EB5939B76}"/>
          </ac:spMkLst>
        </pc:spChg>
        <pc:cxnChg chg="add mod">
          <ac:chgData name="LI, Jianqiang" userId="cff57bb5-6b3d-420f-8247-78e7019450b8" providerId="ADAL" clId="{5733EF17-AB39-4DCA-B72F-092CBDB8529B}" dt="2024-10-21T09:33:48.141" v="2141" actId="14100"/>
          <ac:cxnSpMkLst>
            <pc:docMk/>
            <pc:sldMk cId="3205456093" sldId="668"/>
            <ac:cxnSpMk id="25" creationId="{26B54D05-BFEC-3E6D-D9B7-F6B728A2643B}"/>
          </ac:cxnSpMkLst>
        </pc:cxnChg>
        <pc:cxnChg chg="mod">
          <ac:chgData name="LI, Jianqiang" userId="cff57bb5-6b3d-420f-8247-78e7019450b8" providerId="ADAL" clId="{5733EF17-AB39-4DCA-B72F-092CBDB8529B}" dt="2024-10-21T09:29:45.996" v="2043" actId="14100"/>
          <ac:cxnSpMkLst>
            <pc:docMk/>
            <pc:sldMk cId="3205456093" sldId="668"/>
            <ac:cxnSpMk id="26" creationId="{CEE40D53-3C27-5678-52A8-5D21137AE1BA}"/>
          </ac:cxnSpMkLst>
        </pc:cxnChg>
        <pc:cxnChg chg="mod">
          <ac:chgData name="LI, Jianqiang" userId="cff57bb5-6b3d-420f-8247-78e7019450b8" providerId="ADAL" clId="{5733EF17-AB39-4DCA-B72F-092CBDB8529B}" dt="2024-10-21T09:31:01.708" v="2095" actId="14100"/>
          <ac:cxnSpMkLst>
            <pc:docMk/>
            <pc:sldMk cId="3205456093" sldId="668"/>
            <ac:cxnSpMk id="30" creationId="{1277CDAE-8BDE-B39E-2A22-D3F7233CB451}"/>
          </ac:cxnSpMkLst>
        </pc:cxnChg>
        <pc:cxnChg chg="add mod">
          <ac:chgData name="LI, Jianqiang" userId="cff57bb5-6b3d-420f-8247-78e7019450b8" providerId="ADAL" clId="{5733EF17-AB39-4DCA-B72F-092CBDB8529B}" dt="2024-10-21T09:35:11.415" v="2190" actId="1038"/>
          <ac:cxnSpMkLst>
            <pc:docMk/>
            <pc:sldMk cId="3205456093" sldId="668"/>
            <ac:cxnSpMk id="32" creationId="{E7437B0A-02DF-8F9A-C9FF-8C9425046AE2}"/>
          </ac:cxnSpMkLst>
        </pc:cxnChg>
        <pc:cxnChg chg="mod">
          <ac:chgData name="LI, Jianqiang" userId="cff57bb5-6b3d-420f-8247-78e7019450b8" providerId="ADAL" clId="{5733EF17-AB39-4DCA-B72F-092CBDB8529B}" dt="2024-10-21T09:35:06.430" v="2179" actId="1076"/>
          <ac:cxnSpMkLst>
            <pc:docMk/>
            <pc:sldMk cId="3205456093" sldId="668"/>
            <ac:cxnSpMk id="34" creationId="{621CE9CA-0D3A-4F75-6C25-FDAA81F8ED32}"/>
          </ac:cxnSpMkLst>
        </pc:cxnChg>
        <pc:cxnChg chg="mod">
          <ac:chgData name="LI, Jianqiang" userId="cff57bb5-6b3d-420f-8247-78e7019450b8" providerId="ADAL" clId="{5733EF17-AB39-4DCA-B72F-092CBDB8529B}" dt="2024-10-21T09:31:59.740" v="2107" actId="14100"/>
          <ac:cxnSpMkLst>
            <pc:docMk/>
            <pc:sldMk cId="3205456093" sldId="668"/>
            <ac:cxnSpMk id="43" creationId="{0EF87AF6-CCC8-DA2F-C4A9-A6038D97CC4F}"/>
          </ac:cxnSpMkLst>
        </pc:cxnChg>
      </pc:sldChg>
      <pc:sldChg chg="delSp modSp add mod">
        <pc:chgData name="LI, Jianqiang" userId="cff57bb5-6b3d-420f-8247-78e7019450b8" providerId="ADAL" clId="{5733EF17-AB39-4DCA-B72F-092CBDB8529B}" dt="2024-10-21T11:14:01.631" v="2313" actId="14100"/>
        <pc:sldMkLst>
          <pc:docMk/>
          <pc:sldMk cId="391806732" sldId="669"/>
        </pc:sldMkLst>
        <pc:spChg chg="mod">
          <ac:chgData name="LI, Jianqiang" userId="cff57bb5-6b3d-420f-8247-78e7019450b8" providerId="ADAL" clId="{5733EF17-AB39-4DCA-B72F-092CBDB8529B}" dt="2024-10-21T09:35:45.601" v="2209" actId="20577"/>
          <ac:spMkLst>
            <pc:docMk/>
            <pc:sldMk cId="391806732" sldId="669"/>
            <ac:spMk id="2" creationId="{62715A2E-656D-EC5D-FDE7-230488526EFC}"/>
          </ac:spMkLst>
        </pc:spChg>
        <pc:spChg chg="mod">
          <ac:chgData name="LI, Jianqiang" userId="cff57bb5-6b3d-420f-8247-78e7019450b8" providerId="ADAL" clId="{5733EF17-AB39-4DCA-B72F-092CBDB8529B}" dt="2024-10-21T10:50:23.214" v="2231" actId="20577"/>
          <ac:spMkLst>
            <pc:docMk/>
            <pc:sldMk cId="391806732" sldId="669"/>
            <ac:spMk id="5" creationId="{8F36E625-385C-74EA-5F44-3F24878C63BE}"/>
          </ac:spMkLst>
        </pc:spChg>
        <pc:spChg chg="mod">
          <ac:chgData name="LI, Jianqiang" userId="cff57bb5-6b3d-420f-8247-78e7019450b8" providerId="ADAL" clId="{5733EF17-AB39-4DCA-B72F-092CBDB8529B}" dt="2024-10-21T09:36:05.364" v="2219" actId="14100"/>
          <ac:spMkLst>
            <pc:docMk/>
            <pc:sldMk cId="391806732" sldId="669"/>
            <ac:spMk id="7" creationId="{0E3DD26D-BBB8-B2A2-69C6-6646F31F2824}"/>
          </ac:spMkLst>
        </pc:spChg>
        <pc:spChg chg="mod">
          <ac:chgData name="LI, Jianqiang" userId="cff57bb5-6b3d-420f-8247-78e7019450b8" providerId="ADAL" clId="{5733EF17-AB39-4DCA-B72F-092CBDB8529B}" dt="2024-10-21T10:50:52.115" v="2265" actId="20577"/>
          <ac:spMkLst>
            <pc:docMk/>
            <pc:sldMk cId="391806732" sldId="669"/>
            <ac:spMk id="11" creationId="{3EEA725B-360D-DDD8-AA35-9EB51F024E08}"/>
          </ac:spMkLst>
        </pc:spChg>
        <pc:spChg chg="del">
          <ac:chgData name="LI, Jianqiang" userId="cff57bb5-6b3d-420f-8247-78e7019450b8" providerId="ADAL" clId="{5733EF17-AB39-4DCA-B72F-092CBDB8529B}" dt="2024-10-21T11:13:09.454" v="2270" actId="478"/>
          <ac:spMkLst>
            <pc:docMk/>
            <pc:sldMk cId="391806732" sldId="669"/>
            <ac:spMk id="14" creationId="{5AFBF4C4-B802-2129-E174-719769567879}"/>
          </ac:spMkLst>
        </pc:spChg>
        <pc:spChg chg="mod">
          <ac:chgData name="LI, Jianqiang" userId="cff57bb5-6b3d-420f-8247-78e7019450b8" providerId="ADAL" clId="{5733EF17-AB39-4DCA-B72F-092CBDB8529B}" dt="2024-10-21T11:13:52.044" v="2312" actId="14100"/>
          <ac:spMkLst>
            <pc:docMk/>
            <pc:sldMk cId="391806732" sldId="669"/>
            <ac:spMk id="22" creationId="{2B427983-13BA-A117-0742-F8D5D4FB8FE8}"/>
          </ac:spMkLst>
        </pc:spChg>
        <pc:spChg chg="del">
          <ac:chgData name="LI, Jianqiang" userId="cff57bb5-6b3d-420f-8247-78e7019450b8" providerId="ADAL" clId="{5733EF17-AB39-4DCA-B72F-092CBDB8529B}" dt="2024-10-21T11:13:03.753" v="2268" actId="478"/>
          <ac:spMkLst>
            <pc:docMk/>
            <pc:sldMk cId="391806732" sldId="669"/>
            <ac:spMk id="24" creationId="{26E14B30-A686-579C-B292-2EAD29D3A4B3}"/>
          </ac:spMkLst>
        </pc:spChg>
        <pc:spChg chg="mod">
          <ac:chgData name="LI, Jianqiang" userId="cff57bb5-6b3d-420f-8247-78e7019450b8" providerId="ADAL" clId="{5733EF17-AB39-4DCA-B72F-092CBDB8529B}" dt="2024-10-21T11:13:48.007" v="2311" actId="20577"/>
          <ac:spMkLst>
            <pc:docMk/>
            <pc:sldMk cId="391806732" sldId="669"/>
            <ac:spMk id="31" creationId="{482E425E-9142-C0C3-6625-DDA3C96544C1}"/>
          </ac:spMkLst>
        </pc:spChg>
        <pc:spChg chg="mod">
          <ac:chgData name="LI, Jianqiang" userId="cff57bb5-6b3d-420f-8247-78e7019450b8" providerId="ADAL" clId="{5733EF17-AB39-4DCA-B72F-092CBDB8529B}" dt="2024-10-21T11:14:01.631" v="2313" actId="14100"/>
          <ac:spMkLst>
            <pc:docMk/>
            <pc:sldMk cId="391806732" sldId="669"/>
            <ac:spMk id="33" creationId="{E46DB851-3870-AEF9-799F-B7F141DEE93B}"/>
          </ac:spMkLst>
        </pc:spChg>
        <pc:spChg chg="mod">
          <ac:chgData name="LI, Jianqiang" userId="cff57bb5-6b3d-420f-8247-78e7019450b8" providerId="ADAL" clId="{5733EF17-AB39-4DCA-B72F-092CBDB8529B}" dt="2024-10-21T11:13:31.979" v="2291" actId="20577"/>
          <ac:spMkLst>
            <pc:docMk/>
            <pc:sldMk cId="391806732" sldId="669"/>
            <ac:spMk id="41" creationId="{8D0A9712-09AA-A64E-22CA-4B3EB5939B76}"/>
          </ac:spMkLst>
        </pc:spChg>
        <pc:cxnChg chg="mod">
          <ac:chgData name="LI, Jianqiang" userId="cff57bb5-6b3d-420f-8247-78e7019450b8" providerId="ADAL" clId="{5733EF17-AB39-4DCA-B72F-092CBDB8529B}" dt="2024-10-21T11:13:52.044" v="2312" actId="14100"/>
          <ac:cxnSpMkLst>
            <pc:docMk/>
            <pc:sldMk cId="391806732" sldId="669"/>
            <ac:cxnSpMk id="25" creationId="{26B54D05-BFEC-3E6D-D9B7-F6B728A2643B}"/>
          </ac:cxnSpMkLst>
        </pc:cxnChg>
        <pc:cxnChg chg="del mod">
          <ac:chgData name="LI, Jianqiang" userId="cff57bb5-6b3d-420f-8247-78e7019450b8" providerId="ADAL" clId="{5733EF17-AB39-4DCA-B72F-092CBDB8529B}" dt="2024-10-21T11:13:04.779" v="2269" actId="478"/>
          <ac:cxnSpMkLst>
            <pc:docMk/>
            <pc:sldMk cId="391806732" sldId="669"/>
            <ac:cxnSpMk id="26" creationId="{CEE40D53-3C27-5678-52A8-5D21137AE1BA}"/>
          </ac:cxnSpMkLst>
        </pc:cxnChg>
        <pc:cxnChg chg="del mod">
          <ac:chgData name="LI, Jianqiang" userId="cff57bb5-6b3d-420f-8247-78e7019450b8" providerId="ADAL" clId="{5733EF17-AB39-4DCA-B72F-092CBDB8529B}" dt="2024-10-21T11:13:10.358" v="2271" actId="478"/>
          <ac:cxnSpMkLst>
            <pc:docMk/>
            <pc:sldMk cId="391806732" sldId="669"/>
            <ac:cxnSpMk id="30" creationId="{1277CDAE-8BDE-B39E-2A22-D3F7233CB451}"/>
          </ac:cxnSpMkLst>
        </pc:cxnChg>
        <pc:cxnChg chg="mod">
          <ac:chgData name="LI, Jianqiang" userId="cff57bb5-6b3d-420f-8247-78e7019450b8" providerId="ADAL" clId="{5733EF17-AB39-4DCA-B72F-092CBDB8529B}" dt="2024-10-21T11:14:01.631" v="2313" actId="14100"/>
          <ac:cxnSpMkLst>
            <pc:docMk/>
            <pc:sldMk cId="391806732" sldId="669"/>
            <ac:cxnSpMk id="34" creationId="{621CE9CA-0D3A-4F75-6C25-FDAA81F8ED32}"/>
          </ac:cxnSpMkLst>
        </pc:cxnChg>
      </pc:sldChg>
      <pc:sldChg chg="addSp delSp modSp add mod">
        <pc:chgData name="LI, Jianqiang" userId="cff57bb5-6b3d-420f-8247-78e7019450b8" providerId="ADAL" clId="{5733EF17-AB39-4DCA-B72F-092CBDB8529B}" dt="2024-10-21T11:30:25.752" v="3211" actId="1076"/>
        <pc:sldMkLst>
          <pc:docMk/>
          <pc:sldMk cId="480264147" sldId="670"/>
        </pc:sldMkLst>
        <pc:spChg chg="mod">
          <ac:chgData name="LI, Jianqiang" userId="cff57bb5-6b3d-420f-8247-78e7019450b8" providerId="ADAL" clId="{5733EF17-AB39-4DCA-B72F-092CBDB8529B}" dt="2024-10-21T11:14:20.788" v="2316" actId="1076"/>
          <ac:spMkLst>
            <pc:docMk/>
            <pc:sldMk cId="480264147" sldId="670"/>
            <ac:spMk id="2" creationId="{62715A2E-656D-EC5D-FDE7-230488526EFC}"/>
          </ac:spMkLst>
        </pc:spChg>
        <pc:spChg chg="del">
          <ac:chgData name="LI, Jianqiang" userId="cff57bb5-6b3d-420f-8247-78e7019450b8" providerId="ADAL" clId="{5733EF17-AB39-4DCA-B72F-092CBDB8529B}" dt="2024-10-21T11:14:25.976" v="2317" actId="478"/>
          <ac:spMkLst>
            <pc:docMk/>
            <pc:sldMk cId="480264147" sldId="670"/>
            <ac:spMk id="4" creationId="{C903FAE4-3A59-50C4-1BA6-A9AEC61D52CB}"/>
          </ac:spMkLst>
        </pc:spChg>
        <pc:spChg chg="del">
          <ac:chgData name="LI, Jianqiang" userId="cff57bb5-6b3d-420f-8247-78e7019450b8" providerId="ADAL" clId="{5733EF17-AB39-4DCA-B72F-092CBDB8529B}" dt="2024-10-21T11:14:18.209" v="2314" actId="478"/>
          <ac:spMkLst>
            <pc:docMk/>
            <pc:sldMk cId="480264147" sldId="670"/>
            <ac:spMk id="5" creationId="{8F36E625-385C-74EA-5F44-3F24878C63BE}"/>
          </ac:spMkLst>
        </pc:spChg>
        <pc:spChg chg="add del mod">
          <ac:chgData name="LI, Jianqiang" userId="cff57bb5-6b3d-420f-8247-78e7019450b8" providerId="ADAL" clId="{5733EF17-AB39-4DCA-B72F-092CBDB8529B}" dt="2024-10-21T11:16:58.287" v="2328" actId="478"/>
          <ac:spMkLst>
            <pc:docMk/>
            <pc:sldMk cId="480264147" sldId="670"/>
            <ac:spMk id="6" creationId="{390BEADB-446C-C27C-7C16-87642DC0B790}"/>
          </ac:spMkLst>
        </pc:spChg>
        <pc:spChg chg="del">
          <ac:chgData name="LI, Jianqiang" userId="cff57bb5-6b3d-420f-8247-78e7019450b8" providerId="ADAL" clId="{5733EF17-AB39-4DCA-B72F-092CBDB8529B}" dt="2024-10-21T11:14:25.976" v="2317" actId="478"/>
          <ac:spMkLst>
            <pc:docMk/>
            <pc:sldMk cId="480264147" sldId="670"/>
            <ac:spMk id="7" creationId="{0E3DD26D-BBB8-B2A2-69C6-6646F31F2824}"/>
          </ac:spMkLst>
        </pc:spChg>
        <pc:spChg chg="add del mod">
          <ac:chgData name="LI, Jianqiang" userId="cff57bb5-6b3d-420f-8247-78e7019450b8" providerId="ADAL" clId="{5733EF17-AB39-4DCA-B72F-092CBDB8529B}" dt="2024-10-21T11:16:59.703" v="2329" actId="478"/>
          <ac:spMkLst>
            <pc:docMk/>
            <pc:sldMk cId="480264147" sldId="670"/>
            <ac:spMk id="9" creationId="{5DAB7DBE-4C55-46D6-8196-3C8487B4E8D1}"/>
          </ac:spMkLst>
        </pc:spChg>
        <pc:spChg chg="add mod">
          <ac:chgData name="LI, Jianqiang" userId="cff57bb5-6b3d-420f-8247-78e7019450b8" providerId="ADAL" clId="{5733EF17-AB39-4DCA-B72F-092CBDB8529B}" dt="2024-10-21T11:17:06.892" v="2330"/>
          <ac:spMkLst>
            <pc:docMk/>
            <pc:sldMk cId="480264147" sldId="670"/>
            <ac:spMk id="10" creationId="{616653C8-4123-DD7A-6167-694398D23BC9}"/>
          </ac:spMkLst>
        </pc:spChg>
        <pc:spChg chg="del">
          <ac:chgData name="LI, Jianqiang" userId="cff57bb5-6b3d-420f-8247-78e7019450b8" providerId="ADAL" clId="{5733EF17-AB39-4DCA-B72F-092CBDB8529B}" dt="2024-10-21T11:14:27.406" v="2318" actId="478"/>
          <ac:spMkLst>
            <pc:docMk/>
            <pc:sldMk cId="480264147" sldId="670"/>
            <ac:spMk id="11" creationId="{3EEA725B-360D-DDD8-AA35-9EB51F024E08}"/>
          </ac:spMkLst>
        </pc:spChg>
        <pc:spChg chg="add mod">
          <ac:chgData name="LI, Jianqiang" userId="cff57bb5-6b3d-420f-8247-78e7019450b8" providerId="ADAL" clId="{5733EF17-AB39-4DCA-B72F-092CBDB8529B}" dt="2024-10-21T11:19:39.377" v="2458" actId="14100"/>
          <ac:spMkLst>
            <pc:docMk/>
            <pc:sldMk cId="480264147" sldId="670"/>
            <ac:spMk id="12" creationId="{84BC64CF-8ADC-8582-D824-067AB24931BD}"/>
          </ac:spMkLst>
        </pc:spChg>
        <pc:spChg chg="add mod">
          <ac:chgData name="LI, Jianqiang" userId="cff57bb5-6b3d-420f-8247-78e7019450b8" providerId="ADAL" clId="{5733EF17-AB39-4DCA-B72F-092CBDB8529B}" dt="2024-10-21T11:18:48.521" v="2420"/>
          <ac:spMkLst>
            <pc:docMk/>
            <pc:sldMk cId="480264147" sldId="670"/>
            <ac:spMk id="13" creationId="{1083BBBE-1D79-5F33-67DF-962824CF0BA5}"/>
          </ac:spMkLst>
        </pc:spChg>
        <pc:spChg chg="del">
          <ac:chgData name="LI, Jianqiang" userId="cff57bb5-6b3d-420f-8247-78e7019450b8" providerId="ADAL" clId="{5733EF17-AB39-4DCA-B72F-092CBDB8529B}" dt="2024-10-21T11:14:25.976" v="2317" actId="478"/>
          <ac:spMkLst>
            <pc:docMk/>
            <pc:sldMk cId="480264147" sldId="670"/>
            <ac:spMk id="14" creationId="{5AFBF4C4-B802-2129-E174-719769567879}"/>
          </ac:spMkLst>
        </pc:spChg>
        <pc:spChg chg="add mod">
          <ac:chgData name="LI, Jianqiang" userId="cff57bb5-6b3d-420f-8247-78e7019450b8" providerId="ADAL" clId="{5733EF17-AB39-4DCA-B72F-092CBDB8529B}" dt="2024-10-21T11:18:48.521" v="2420"/>
          <ac:spMkLst>
            <pc:docMk/>
            <pc:sldMk cId="480264147" sldId="670"/>
            <ac:spMk id="16" creationId="{5A2EDA33-F656-A3A2-2EE5-468D91543834}"/>
          </ac:spMkLst>
        </pc:spChg>
        <pc:spChg chg="add mod">
          <ac:chgData name="LI, Jianqiang" userId="cff57bb5-6b3d-420f-8247-78e7019450b8" providerId="ADAL" clId="{5733EF17-AB39-4DCA-B72F-092CBDB8529B}" dt="2024-10-21T11:18:48.521" v="2420"/>
          <ac:spMkLst>
            <pc:docMk/>
            <pc:sldMk cId="480264147" sldId="670"/>
            <ac:spMk id="18" creationId="{2274B260-06FE-67DA-E8E4-0DEC95ECBA87}"/>
          </ac:spMkLst>
        </pc:spChg>
        <pc:spChg chg="add mod">
          <ac:chgData name="LI, Jianqiang" userId="cff57bb5-6b3d-420f-8247-78e7019450b8" providerId="ADAL" clId="{5733EF17-AB39-4DCA-B72F-092CBDB8529B}" dt="2024-10-21T11:30:25.752" v="3211" actId="1076"/>
          <ac:spMkLst>
            <pc:docMk/>
            <pc:sldMk cId="480264147" sldId="670"/>
            <ac:spMk id="20" creationId="{41D8A029-D10D-48FA-45D4-FF9C5467C7CD}"/>
          </ac:spMkLst>
        </pc:spChg>
        <pc:spChg chg="del">
          <ac:chgData name="LI, Jianqiang" userId="cff57bb5-6b3d-420f-8247-78e7019450b8" providerId="ADAL" clId="{5733EF17-AB39-4DCA-B72F-092CBDB8529B}" dt="2024-10-21T11:14:25.976" v="2317" actId="478"/>
          <ac:spMkLst>
            <pc:docMk/>
            <pc:sldMk cId="480264147" sldId="670"/>
            <ac:spMk id="22" creationId="{2B427983-13BA-A117-0742-F8D5D4FB8FE8}"/>
          </ac:spMkLst>
        </pc:spChg>
        <pc:spChg chg="del">
          <ac:chgData name="LI, Jianqiang" userId="cff57bb5-6b3d-420f-8247-78e7019450b8" providerId="ADAL" clId="{5733EF17-AB39-4DCA-B72F-092CBDB8529B}" dt="2024-10-21T11:14:25.976" v="2317" actId="478"/>
          <ac:spMkLst>
            <pc:docMk/>
            <pc:sldMk cId="480264147" sldId="670"/>
            <ac:spMk id="24" creationId="{26E14B30-A686-579C-B292-2EAD29D3A4B3}"/>
          </ac:spMkLst>
        </pc:spChg>
        <pc:spChg chg="del">
          <ac:chgData name="LI, Jianqiang" userId="cff57bb5-6b3d-420f-8247-78e7019450b8" providerId="ADAL" clId="{5733EF17-AB39-4DCA-B72F-092CBDB8529B}" dt="2024-10-21T11:14:25.976" v="2317" actId="478"/>
          <ac:spMkLst>
            <pc:docMk/>
            <pc:sldMk cId="480264147" sldId="670"/>
            <ac:spMk id="31" creationId="{482E425E-9142-C0C3-6625-DDA3C96544C1}"/>
          </ac:spMkLst>
        </pc:spChg>
        <pc:spChg chg="del">
          <ac:chgData name="LI, Jianqiang" userId="cff57bb5-6b3d-420f-8247-78e7019450b8" providerId="ADAL" clId="{5733EF17-AB39-4DCA-B72F-092CBDB8529B}" dt="2024-10-21T11:14:25.976" v="2317" actId="478"/>
          <ac:spMkLst>
            <pc:docMk/>
            <pc:sldMk cId="480264147" sldId="670"/>
            <ac:spMk id="33" creationId="{E46DB851-3870-AEF9-799F-B7F141DEE93B}"/>
          </ac:spMkLst>
        </pc:spChg>
        <pc:spChg chg="del">
          <ac:chgData name="LI, Jianqiang" userId="cff57bb5-6b3d-420f-8247-78e7019450b8" providerId="ADAL" clId="{5733EF17-AB39-4DCA-B72F-092CBDB8529B}" dt="2024-10-21T11:14:25.976" v="2317" actId="478"/>
          <ac:spMkLst>
            <pc:docMk/>
            <pc:sldMk cId="480264147" sldId="670"/>
            <ac:spMk id="41" creationId="{8D0A9712-09AA-A64E-22CA-4B3EB5939B76}"/>
          </ac:spMkLst>
        </pc:spChg>
        <pc:cxnChg chg="add mod">
          <ac:chgData name="LI, Jianqiang" userId="cff57bb5-6b3d-420f-8247-78e7019450b8" providerId="ADAL" clId="{5733EF17-AB39-4DCA-B72F-092CBDB8529B}" dt="2024-10-21T11:18:48.521" v="2420"/>
          <ac:cxnSpMkLst>
            <pc:docMk/>
            <pc:sldMk cId="480264147" sldId="670"/>
            <ac:cxnSpMk id="15" creationId="{B17C02C4-B902-348B-3816-FA871A7BE389}"/>
          </ac:cxnSpMkLst>
        </pc:cxnChg>
        <pc:cxnChg chg="add mod">
          <ac:chgData name="LI, Jianqiang" userId="cff57bb5-6b3d-420f-8247-78e7019450b8" providerId="ADAL" clId="{5733EF17-AB39-4DCA-B72F-092CBDB8529B}" dt="2024-10-21T11:18:48.521" v="2420"/>
          <ac:cxnSpMkLst>
            <pc:docMk/>
            <pc:sldMk cId="480264147" sldId="670"/>
            <ac:cxnSpMk id="17" creationId="{1F867C74-EFFD-2300-CB40-C48A4F74A23B}"/>
          </ac:cxnSpMkLst>
        </pc:cxnChg>
        <pc:cxnChg chg="add mod">
          <ac:chgData name="LI, Jianqiang" userId="cff57bb5-6b3d-420f-8247-78e7019450b8" providerId="ADAL" clId="{5733EF17-AB39-4DCA-B72F-092CBDB8529B}" dt="2024-10-21T11:18:48.521" v="2420"/>
          <ac:cxnSpMkLst>
            <pc:docMk/>
            <pc:sldMk cId="480264147" sldId="670"/>
            <ac:cxnSpMk id="19" creationId="{FC994C87-1976-F049-47E4-89E3605FD7AB}"/>
          </ac:cxnSpMkLst>
        </pc:cxnChg>
        <pc:cxnChg chg="del mod">
          <ac:chgData name="LI, Jianqiang" userId="cff57bb5-6b3d-420f-8247-78e7019450b8" providerId="ADAL" clId="{5733EF17-AB39-4DCA-B72F-092CBDB8529B}" dt="2024-10-21T11:14:25.976" v="2317" actId="478"/>
          <ac:cxnSpMkLst>
            <pc:docMk/>
            <pc:sldMk cId="480264147" sldId="670"/>
            <ac:cxnSpMk id="25" creationId="{26B54D05-BFEC-3E6D-D9B7-F6B728A2643B}"/>
          </ac:cxnSpMkLst>
        </pc:cxnChg>
        <pc:cxnChg chg="del mod">
          <ac:chgData name="LI, Jianqiang" userId="cff57bb5-6b3d-420f-8247-78e7019450b8" providerId="ADAL" clId="{5733EF17-AB39-4DCA-B72F-092CBDB8529B}" dt="2024-10-21T11:14:25.976" v="2317" actId="478"/>
          <ac:cxnSpMkLst>
            <pc:docMk/>
            <pc:sldMk cId="480264147" sldId="670"/>
            <ac:cxnSpMk id="26" creationId="{CEE40D53-3C27-5678-52A8-5D21137AE1BA}"/>
          </ac:cxnSpMkLst>
        </pc:cxnChg>
        <pc:cxnChg chg="del mod">
          <ac:chgData name="LI, Jianqiang" userId="cff57bb5-6b3d-420f-8247-78e7019450b8" providerId="ADAL" clId="{5733EF17-AB39-4DCA-B72F-092CBDB8529B}" dt="2024-10-21T11:14:25.976" v="2317" actId="478"/>
          <ac:cxnSpMkLst>
            <pc:docMk/>
            <pc:sldMk cId="480264147" sldId="670"/>
            <ac:cxnSpMk id="30" creationId="{1277CDAE-8BDE-B39E-2A22-D3F7233CB451}"/>
          </ac:cxnSpMkLst>
        </pc:cxnChg>
        <pc:cxnChg chg="del mod">
          <ac:chgData name="LI, Jianqiang" userId="cff57bb5-6b3d-420f-8247-78e7019450b8" providerId="ADAL" clId="{5733EF17-AB39-4DCA-B72F-092CBDB8529B}" dt="2024-10-21T11:14:25.976" v="2317" actId="478"/>
          <ac:cxnSpMkLst>
            <pc:docMk/>
            <pc:sldMk cId="480264147" sldId="670"/>
            <ac:cxnSpMk id="32" creationId="{E7437B0A-02DF-8F9A-C9FF-8C9425046AE2}"/>
          </ac:cxnSpMkLst>
        </pc:cxnChg>
        <pc:cxnChg chg="del mod">
          <ac:chgData name="LI, Jianqiang" userId="cff57bb5-6b3d-420f-8247-78e7019450b8" providerId="ADAL" clId="{5733EF17-AB39-4DCA-B72F-092CBDB8529B}" dt="2024-10-21T11:14:25.976" v="2317" actId="478"/>
          <ac:cxnSpMkLst>
            <pc:docMk/>
            <pc:sldMk cId="480264147" sldId="670"/>
            <ac:cxnSpMk id="34" creationId="{621CE9CA-0D3A-4F75-6C25-FDAA81F8ED32}"/>
          </ac:cxnSpMkLst>
        </pc:cxnChg>
        <pc:cxnChg chg="del mod">
          <ac:chgData name="LI, Jianqiang" userId="cff57bb5-6b3d-420f-8247-78e7019450b8" providerId="ADAL" clId="{5733EF17-AB39-4DCA-B72F-092CBDB8529B}" dt="2024-10-21T11:14:25.976" v="2317" actId="478"/>
          <ac:cxnSpMkLst>
            <pc:docMk/>
            <pc:sldMk cId="480264147" sldId="670"/>
            <ac:cxnSpMk id="43" creationId="{0EF87AF6-CCC8-DA2F-C4A9-A6038D97CC4F}"/>
          </ac:cxnSpMkLst>
        </pc:cxnChg>
      </pc:sldChg>
      <pc:sldChg chg="addSp delSp modSp add del mod modTransition">
        <pc:chgData name="LI, Jianqiang" userId="cff57bb5-6b3d-420f-8247-78e7019450b8" providerId="ADAL" clId="{5733EF17-AB39-4DCA-B72F-092CBDB8529B}" dt="2024-10-21T12:10:58.080" v="3593" actId="478"/>
        <pc:sldMkLst>
          <pc:docMk/>
          <pc:sldMk cId="3847876216" sldId="2840"/>
        </pc:sldMkLst>
        <pc:spChg chg="mod">
          <ac:chgData name="LI, Jianqiang" userId="cff57bb5-6b3d-420f-8247-78e7019450b8" providerId="ADAL" clId="{5733EF17-AB39-4DCA-B72F-092CBDB8529B}" dt="2024-10-21T11:39:12.125" v="3319" actId="20577"/>
          <ac:spMkLst>
            <pc:docMk/>
            <pc:sldMk cId="3847876216" sldId="2840"/>
            <ac:spMk id="2" creationId="{00000000-0000-0000-0000-000000000000}"/>
          </ac:spMkLst>
        </pc:spChg>
        <pc:spChg chg="mod">
          <ac:chgData name="LI, Jianqiang" userId="cff57bb5-6b3d-420f-8247-78e7019450b8" providerId="ADAL" clId="{5733EF17-AB39-4DCA-B72F-092CBDB8529B}" dt="2024-10-21T12:10:48.081" v="3590" actId="20577"/>
          <ac:spMkLst>
            <pc:docMk/>
            <pc:sldMk cId="3847876216" sldId="2840"/>
            <ac:spMk id="3" creationId="{00000000-0000-0000-0000-000000000000}"/>
          </ac:spMkLst>
        </pc:spChg>
        <pc:spChg chg="mod">
          <ac:chgData name="LI, Jianqiang" userId="cff57bb5-6b3d-420f-8247-78e7019450b8" providerId="ADAL" clId="{5733EF17-AB39-4DCA-B72F-092CBDB8529B}" dt="2024-10-21T11:36:46.214" v="3257"/>
          <ac:spMkLst>
            <pc:docMk/>
            <pc:sldMk cId="3847876216" sldId="2840"/>
            <ac:spMk id="5" creationId="{00000000-0000-0000-0000-000000000000}"/>
          </ac:spMkLst>
        </pc:spChg>
        <pc:picChg chg="add del mod">
          <ac:chgData name="LI, Jianqiang" userId="cff57bb5-6b3d-420f-8247-78e7019450b8" providerId="ADAL" clId="{5733EF17-AB39-4DCA-B72F-092CBDB8529B}" dt="2024-10-21T12:10:58.080" v="3593" actId="478"/>
          <ac:picMkLst>
            <pc:docMk/>
            <pc:sldMk cId="3847876216" sldId="2840"/>
            <ac:picMk id="7" creationId="{85710C8B-A0B6-CFBB-3157-A9B3693A12BD}"/>
          </ac:picMkLst>
        </pc:picChg>
      </pc:sldChg>
      <pc:sldChg chg="modSp add mod">
        <pc:chgData name="LI, Jianqiang" userId="cff57bb5-6b3d-420f-8247-78e7019450b8" providerId="ADAL" clId="{5733EF17-AB39-4DCA-B72F-092CBDB8529B}" dt="2024-10-21T11:39:18.053" v="3327" actId="20577"/>
        <pc:sldMkLst>
          <pc:docMk/>
          <pc:sldMk cId="2626358373" sldId="2841"/>
        </pc:sldMkLst>
        <pc:spChg chg="mod">
          <ac:chgData name="LI, Jianqiang" userId="cff57bb5-6b3d-420f-8247-78e7019450b8" providerId="ADAL" clId="{5733EF17-AB39-4DCA-B72F-092CBDB8529B}" dt="2024-10-21T11:39:18.053" v="3327" actId="20577"/>
          <ac:spMkLst>
            <pc:docMk/>
            <pc:sldMk cId="2626358373" sldId="2841"/>
            <ac:spMk id="2" creationId="{00000000-0000-0000-0000-000000000000}"/>
          </ac:spMkLst>
        </pc:spChg>
      </pc:sldChg>
      <pc:sldChg chg="addSp delSp modSp add mod ord">
        <pc:chgData name="LI, Jianqiang" userId="cff57bb5-6b3d-420f-8247-78e7019450b8" providerId="ADAL" clId="{5733EF17-AB39-4DCA-B72F-092CBDB8529B}" dt="2024-10-21T12:11:36.096" v="3602" actId="1076"/>
        <pc:sldMkLst>
          <pc:docMk/>
          <pc:sldMk cId="2745639956" sldId="2842"/>
        </pc:sldMkLst>
        <pc:spChg chg="mod">
          <ac:chgData name="LI, Jianqiang" userId="cff57bb5-6b3d-420f-8247-78e7019450b8" providerId="ADAL" clId="{5733EF17-AB39-4DCA-B72F-092CBDB8529B}" dt="2024-10-21T11:39:40.896" v="3330" actId="20577"/>
          <ac:spMkLst>
            <pc:docMk/>
            <pc:sldMk cId="2745639956" sldId="2842"/>
            <ac:spMk id="2" creationId="{62715A2E-656D-EC5D-FDE7-230488526EFC}"/>
          </ac:spMkLst>
        </pc:spChg>
        <pc:spChg chg="mod">
          <ac:chgData name="LI, Jianqiang" userId="cff57bb5-6b3d-420f-8247-78e7019450b8" providerId="ADAL" clId="{5733EF17-AB39-4DCA-B72F-092CBDB8529B}" dt="2024-10-21T12:11:25.638" v="3601" actId="14100"/>
          <ac:spMkLst>
            <pc:docMk/>
            <pc:sldMk cId="2745639956" sldId="2842"/>
            <ac:spMk id="5" creationId="{8F36E625-385C-74EA-5F44-3F24878C63BE}"/>
          </ac:spMkLst>
        </pc:spChg>
        <pc:spChg chg="add mod">
          <ac:chgData name="LI, Jianqiang" userId="cff57bb5-6b3d-420f-8247-78e7019450b8" providerId="ADAL" clId="{5733EF17-AB39-4DCA-B72F-092CBDB8529B}" dt="2024-10-21T12:00:45.705" v="3561" actId="20577"/>
          <ac:spMkLst>
            <pc:docMk/>
            <pc:sldMk cId="2745639956" sldId="2842"/>
            <ac:spMk id="6" creationId="{07FDE1E9-6D3C-4EAF-2200-AF509DAEC11F}"/>
          </ac:spMkLst>
        </pc:spChg>
        <pc:spChg chg="mod">
          <ac:chgData name="LI, Jianqiang" userId="cff57bb5-6b3d-420f-8247-78e7019450b8" providerId="ADAL" clId="{5733EF17-AB39-4DCA-B72F-092CBDB8529B}" dt="2024-10-21T11:57:07.271" v="3378" actId="1036"/>
          <ac:spMkLst>
            <pc:docMk/>
            <pc:sldMk cId="2745639956" sldId="2842"/>
            <ac:spMk id="7" creationId="{0E3DD26D-BBB8-B2A2-69C6-6646F31F2824}"/>
          </ac:spMkLst>
        </pc:spChg>
        <pc:spChg chg="del">
          <ac:chgData name="LI, Jianqiang" userId="cff57bb5-6b3d-420f-8247-78e7019450b8" providerId="ADAL" clId="{5733EF17-AB39-4DCA-B72F-092CBDB8529B}" dt="2024-10-21T11:55:53.012" v="3335" actId="478"/>
          <ac:spMkLst>
            <pc:docMk/>
            <pc:sldMk cId="2745639956" sldId="2842"/>
            <ac:spMk id="11" creationId="{3EEA725B-360D-DDD8-AA35-9EB51F024E08}"/>
          </ac:spMkLst>
        </pc:spChg>
        <pc:spChg chg="del">
          <ac:chgData name="LI, Jianqiang" userId="cff57bb5-6b3d-420f-8247-78e7019450b8" providerId="ADAL" clId="{5733EF17-AB39-4DCA-B72F-092CBDB8529B}" dt="2024-10-21T11:55:55.435" v="3336" actId="478"/>
          <ac:spMkLst>
            <pc:docMk/>
            <pc:sldMk cId="2745639956" sldId="2842"/>
            <ac:spMk id="14" creationId="{5AFBF4C4-B802-2129-E174-719769567879}"/>
          </ac:spMkLst>
        </pc:spChg>
        <pc:spChg chg="del">
          <ac:chgData name="LI, Jianqiang" userId="cff57bb5-6b3d-420f-8247-78e7019450b8" providerId="ADAL" clId="{5733EF17-AB39-4DCA-B72F-092CBDB8529B}" dt="2024-10-21T11:55:59.406" v="3340" actId="478"/>
          <ac:spMkLst>
            <pc:docMk/>
            <pc:sldMk cId="2745639956" sldId="2842"/>
            <ac:spMk id="22" creationId="{2B427983-13BA-A117-0742-F8D5D4FB8FE8}"/>
          </ac:spMkLst>
        </pc:spChg>
        <pc:spChg chg="del mod">
          <ac:chgData name="LI, Jianqiang" userId="cff57bb5-6b3d-420f-8247-78e7019450b8" providerId="ADAL" clId="{5733EF17-AB39-4DCA-B72F-092CBDB8529B}" dt="2024-10-21T11:59:24.576" v="3412" actId="478"/>
          <ac:spMkLst>
            <pc:docMk/>
            <pc:sldMk cId="2745639956" sldId="2842"/>
            <ac:spMk id="24" creationId="{26E14B30-A686-579C-B292-2EAD29D3A4B3}"/>
          </ac:spMkLst>
        </pc:spChg>
        <pc:spChg chg="del">
          <ac:chgData name="LI, Jianqiang" userId="cff57bb5-6b3d-420f-8247-78e7019450b8" providerId="ADAL" clId="{5733EF17-AB39-4DCA-B72F-092CBDB8529B}" dt="2024-10-21T11:56:01.008" v="3342" actId="478"/>
          <ac:spMkLst>
            <pc:docMk/>
            <pc:sldMk cId="2745639956" sldId="2842"/>
            <ac:spMk id="31" creationId="{482E425E-9142-C0C3-6625-DDA3C96544C1}"/>
          </ac:spMkLst>
        </pc:spChg>
        <pc:spChg chg="del mod">
          <ac:chgData name="LI, Jianqiang" userId="cff57bb5-6b3d-420f-8247-78e7019450b8" providerId="ADAL" clId="{5733EF17-AB39-4DCA-B72F-092CBDB8529B}" dt="2024-10-21T11:59:26.787" v="3414" actId="478"/>
          <ac:spMkLst>
            <pc:docMk/>
            <pc:sldMk cId="2745639956" sldId="2842"/>
            <ac:spMk id="33" creationId="{E46DB851-3870-AEF9-799F-B7F141DEE93B}"/>
          </ac:spMkLst>
        </pc:spChg>
        <pc:spChg chg="del">
          <ac:chgData name="LI, Jianqiang" userId="cff57bb5-6b3d-420f-8247-78e7019450b8" providerId="ADAL" clId="{5733EF17-AB39-4DCA-B72F-092CBDB8529B}" dt="2024-10-21T11:55:58.125" v="3339" actId="478"/>
          <ac:spMkLst>
            <pc:docMk/>
            <pc:sldMk cId="2745639956" sldId="2842"/>
            <ac:spMk id="41" creationId="{8D0A9712-09AA-A64E-22CA-4B3EB5939B76}"/>
          </ac:spMkLst>
        </pc:spChg>
        <pc:picChg chg="add del mod">
          <ac:chgData name="LI, Jianqiang" userId="cff57bb5-6b3d-420f-8247-78e7019450b8" providerId="ADAL" clId="{5733EF17-AB39-4DCA-B72F-092CBDB8529B}" dt="2024-10-21T12:10:19.473" v="3571" actId="478"/>
          <ac:picMkLst>
            <pc:docMk/>
            <pc:sldMk cId="2745639956" sldId="2842"/>
            <ac:picMk id="10" creationId="{D93F4A08-17D4-575B-8F6A-D0DFB33B82B9}"/>
          </ac:picMkLst>
        </pc:picChg>
        <pc:picChg chg="add mod modCrop">
          <ac:chgData name="LI, Jianqiang" userId="cff57bb5-6b3d-420f-8247-78e7019450b8" providerId="ADAL" clId="{5733EF17-AB39-4DCA-B72F-092CBDB8529B}" dt="2024-10-21T12:11:36.096" v="3602" actId="1076"/>
          <ac:picMkLst>
            <pc:docMk/>
            <pc:sldMk cId="2745639956" sldId="2842"/>
            <ac:picMk id="13" creationId="{2BEE95F7-2BEC-0019-6DE2-41C04A065226}"/>
          </ac:picMkLst>
        </pc:picChg>
        <pc:cxnChg chg="del mod">
          <ac:chgData name="LI, Jianqiang" userId="cff57bb5-6b3d-420f-8247-78e7019450b8" providerId="ADAL" clId="{5733EF17-AB39-4DCA-B72F-092CBDB8529B}" dt="2024-10-21T11:56:00.010" v="3341" actId="478"/>
          <ac:cxnSpMkLst>
            <pc:docMk/>
            <pc:sldMk cId="2745639956" sldId="2842"/>
            <ac:cxnSpMk id="25" creationId="{26B54D05-BFEC-3E6D-D9B7-F6B728A2643B}"/>
          </ac:cxnSpMkLst>
        </pc:cxnChg>
        <pc:cxnChg chg="del mod">
          <ac:chgData name="LI, Jianqiang" userId="cff57bb5-6b3d-420f-8247-78e7019450b8" providerId="ADAL" clId="{5733EF17-AB39-4DCA-B72F-092CBDB8529B}" dt="2024-10-21T11:59:25.283" v="3413" actId="478"/>
          <ac:cxnSpMkLst>
            <pc:docMk/>
            <pc:sldMk cId="2745639956" sldId="2842"/>
            <ac:cxnSpMk id="26" creationId="{CEE40D53-3C27-5678-52A8-5D21137AE1BA}"/>
          </ac:cxnSpMkLst>
        </pc:cxnChg>
        <pc:cxnChg chg="del mod">
          <ac:chgData name="LI, Jianqiang" userId="cff57bb5-6b3d-420f-8247-78e7019450b8" providerId="ADAL" clId="{5733EF17-AB39-4DCA-B72F-092CBDB8529B}" dt="2024-10-21T11:55:56.608" v="3337" actId="478"/>
          <ac:cxnSpMkLst>
            <pc:docMk/>
            <pc:sldMk cId="2745639956" sldId="2842"/>
            <ac:cxnSpMk id="30" creationId="{1277CDAE-8BDE-B39E-2A22-D3F7233CB451}"/>
          </ac:cxnSpMkLst>
        </pc:cxnChg>
        <pc:cxnChg chg="del mod">
          <ac:chgData name="LI, Jianqiang" userId="cff57bb5-6b3d-420f-8247-78e7019450b8" providerId="ADAL" clId="{5733EF17-AB39-4DCA-B72F-092CBDB8529B}" dt="2024-10-21T11:56:01.728" v="3343" actId="478"/>
          <ac:cxnSpMkLst>
            <pc:docMk/>
            <pc:sldMk cId="2745639956" sldId="2842"/>
            <ac:cxnSpMk id="32" creationId="{E7437B0A-02DF-8F9A-C9FF-8C9425046AE2}"/>
          </ac:cxnSpMkLst>
        </pc:cxnChg>
        <pc:cxnChg chg="del mod">
          <ac:chgData name="LI, Jianqiang" userId="cff57bb5-6b3d-420f-8247-78e7019450b8" providerId="ADAL" clId="{5733EF17-AB39-4DCA-B72F-092CBDB8529B}" dt="2024-10-21T11:59:27.705" v="3415" actId="478"/>
          <ac:cxnSpMkLst>
            <pc:docMk/>
            <pc:sldMk cId="2745639956" sldId="2842"/>
            <ac:cxnSpMk id="34" creationId="{621CE9CA-0D3A-4F75-6C25-FDAA81F8ED32}"/>
          </ac:cxnSpMkLst>
        </pc:cxnChg>
        <pc:cxnChg chg="del mod">
          <ac:chgData name="LI, Jianqiang" userId="cff57bb5-6b3d-420f-8247-78e7019450b8" providerId="ADAL" clId="{5733EF17-AB39-4DCA-B72F-092CBDB8529B}" dt="2024-10-21T11:55:57.145" v="3338" actId="478"/>
          <ac:cxnSpMkLst>
            <pc:docMk/>
            <pc:sldMk cId="2745639956" sldId="2842"/>
            <ac:cxnSpMk id="43" creationId="{0EF87AF6-CCC8-DA2F-C4A9-A6038D97CC4F}"/>
          </ac:cxnSpMkLst>
        </pc:cxnChg>
      </pc:sldChg>
      <pc:sldChg chg="addSp modSp add mod">
        <pc:chgData name="LI, Jianqiang" userId="cff57bb5-6b3d-420f-8247-78e7019450b8" providerId="ADAL" clId="{5733EF17-AB39-4DCA-B72F-092CBDB8529B}" dt="2024-10-22T04:48:21.443" v="3770" actId="1076"/>
        <pc:sldMkLst>
          <pc:docMk/>
          <pc:sldMk cId="2284106516" sldId="2844"/>
        </pc:sldMkLst>
        <pc:spChg chg="mod">
          <ac:chgData name="LI, Jianqiang" userId="cff57bb5-6b3d-420f-8247-78e7019450b8" providerId="ADAL" clId="{5733EF17-AB39-4DCA-B72F-092CBDB8529B}" dt="2024-10-22T04:37:27.648" v="3648" actId="20577"/>
          <ac:spMkLst>
            <pc:docMk/>
            <pc:sldMk cId="2284106516" sldId="2844"/>
            <ac:spMk id="2" creationId="{62715A2E-656D-EC5D-FDE7-230488526EFC}"/>
          </ac:spMkLst>
        </pc:spChg>
        <pc:spChg chg="mod">
          <ac:chgData name="LI, Jianqiang" userId="cff57bb5-6b3d-420f-8247-78e7019450b8" providerId="ADAL" clId="{5733EF17-AB39-4DCA-B72F-092CBDB8529B}" dt="2024-10-22T04:48:05.561" v="3769"/>
          <ac:spMkLst>
            <pc:docMk/>
            <pc:sldMk cId="2284106516" sldId="2844"/>
            <ac:spMk id="3" creationId="{36A5FFEE-E22C-7E2F-1F3B-D8658E79FF2E}"/>
          </ac:spMkLst>
        </pc:spChg>
        <pc:spChg chg="add mod">
          <ac:chgData name="LI, Jianqiang" userId="cff57bb5-6b3d-420f-8247-78e7019450b8" providerId="ADAL" clId="{5733EF17-AB39-4DCA-B72F-092CBDB8529B}" dt="2024-10-22T04:48:21.443" v="3770" actId="1076"/>
          <ac:spMkLst>
            <pc:docMk/>
            <pc:sldMk cId="2284106516" sldId="2844"/>
            <ac:spMk id="6" creationId="{A1C4AD29-5C15-774F-AE94-FF606DE598BF}"/>
          </ac:spMkLst>
        </pc:spChg>
        <pc:spChg chg="add">
          <ac:chgData name="LI, Jianqiang" userId="cff57bb5-6b3d-420f-8247-78e7019450b8" providerId="ADAL" clId="{5733EF17-AB39-4DCA-B72F-092CBDB8529B}" dt="2024-10-22T04:48:00.781" v="3767"/>
          <ac:spMkLst>
            <pc:docMk/>
            <pc:sldMk cId="2284106516" sldId="2844"/>
            <ac:spMk id="7" creationId="{A329FFCA-3718-5B3A-C04B-00DE020CD146}"/>
          </ac:spMkLst>
        </pc:spChg>
      </pc:sldChg>
    </pc:docChg>
  </pc:docChgLst>
</pc:chgInfo>
</file>

<file path=ppt/notesMasters/_rels/notesMaster1.xml.rels><?xml version="1.0" encoding="UTF-8" standalone="yes"?>
<Relationships xmlns="http://schemas.openxmlformats.org/package/2006/relationships"><Relationship Id="rId1" Type="http://schemas.openxmlformats.org/officeDocument/2006/relationships/theme" Target="../theme/theme3.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页眉占位符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日期占位符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90751E9F-A845-4914-A3CC-CC345012599B}" type="datetimeFigureOut">
              <a:rPr lang="en-US" smtClean="0"/>
              <a:t>3/13/26</a:t>
            </a:fld>
            <a:endParaRPr lang="en-US"/>
          </a:p>
        </p:txBody>
      </p:sp>
      <p:sp>
        <p:nvSpPr>
          <p:cNvPr id="4" name="幻灯片图像占位符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备注占位符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zh-CN" altLang="en-US"/>
              <a:t>单击此处编辑母版文本样式</a:t>
            </a:r>
          </a:p>
          <a:p>
            <a:pPr lvl="1"/>
            <a:r>
              <a:rPr lang="zh-CN" altLang="en-US"/>
              <a:t>二级</a:t>
            </a:r>
          </a:p>
          <a:p>
            <a:pPr lvl="2"/>
            <a:r>
              <a:rPr lang="zh-CN" altLang="en-US"/>
              <a:t>三级</a:t>
            </a:r>
          </a:p>
          <a:p>
            <a:pPr lvl="3"/>
            <a:r>
              <a:rPr lang="zh-CN" altLang="en-US"/>
              <a:t>四级</a:t>
            </a:r>
          </a:p>
          <a:p>
            <a:pPr lvl="4"/>
            <a:r>
              <a:rPr lang="zh-CN" altLang="en-US"/>
              <a:t>五级</a:t>
            </a:r>
            <a:endParaRPr lang="en-US"/>
          </a:p>
        </p:txBody>
      </p:sp>
      <p:sp>
        <p:nvSpPr>
          <p:cNvPr id="6" name="页脚占位符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灯片编号占位符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D4EED8A1-9A08-4DDC-ACAE-443678235153}" type="slidenum">
              <a:rPr lang="en-US" smtClean="0"/>
              <a:t>‹#›</a:t>
            </a:fld>
            <a:endParaRPr lang="en-US"/>
          </a:p>
        </p:txBody>
      </p:sp>
    </p:spTree>
    <p:extLst>
      <p:ext uri="{BB962C8B-B14F-4D97-AF65-F5344CB8AC3E}">
        <p14:creationId xmlns:p14="http://schemas.microsoft.com/office/powerpoint/2010/main" val="1491734883"/>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21.xml"/><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2" Type="http://schemas.openxmlformats.org/officeDocument/2006/relationships/slide" Target="../slides/slide22.xml"/><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2" Type="http://schemas.openxmlformats.org/officeDocument/2006/relationships/slide" Target="../slides/slide23.xml"/><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2" Type="http://schemas.openxmlformats.org/officeDocument/2006/relationships/slide" Target="../slides/slide24.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381000" y="685800"/>
            <a:ext cx="6096000" cy="3429000"/>
          </a:xfrm>
        </p:spPr>
      </p:sp>
      <p:sp>
        <p:nvSpPr>
          <p:cNvPr id="3" name="Notes Placeholder 2"/>
          <p:cNvSpPr>
            <a:spLocks noGrp="1"/>
          </p:cNvSpPr>
          <p:nvPr>
            <p:ph type="body" idx="1"/>
          </p:nvPr>
        </p:nvSpPr>
        <p:spPr/>
        <p:txBody>
          <a:bodyPr/>
          <a:lstStyle/>
          <a:p>
            <a:pPr algn="ctr"/>
            <a:endParaRPr lang="en-HK" sz="2400" dirty="0">
              <a:solidFill>
                <a:schemeClr val="tx1">
                  <a:lumMod val="65000"/>
                  <a:lumOff val="35000"/>
                </a:schemeClr>
              </a:solidFill>
              <a:cs typeface="Helvetica" panose="020B0604020202020204" pitchFamily="34" charset="0"/>
            </a:endParaRPr>
          </a:p>
        </p:txBody>
      </p:sp>
    </p:spTree>
    <p:extLst>
      <p:ext uri="{BB962C8B-B14F-4D97-AF65-F5344CB8AC3E}">
        <p14:creationId xmlns:p14="http://schemas.microsoft.com/office/powerpoint/2010/main" val="1629361100"/>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381000" y="685800"/>
            <a:ext cx="6096000" cy="3429000"/>
          </a:xfrm>
        </p:spPr>
      </p:sp>
      <p:sp>
        <p:nvSpPr>
          <p:cNvPr id="3" name="Notes Placeholder 2"/>
          <p:cNvSpPr>
            <a:spLocks noGrp="1"/>
          </p:cNvSpPr>
          <p:nvPr>
            <p:ph type="body" idx="1"/>
          </p:nvPr>
        </p:nvSpPr>
        <p:spPr/>
        <p:txBody>
          <a:bodyPr/>
          <a:lstStyle/>
          <a:p>
            <a:pPr marL="0" indent="0">
              <a:buNone/>
            </a:pPr>
            <a:endParaRPr lang="en-US" dirty="0">
              <a:latin typeface="Gill Sans MT"/>
            </a:endParaRPr>
          </a:p>
        </p:txBody>
      </p:sp>
    </p:spTree>
    <p:extLst>
      <p:ext uri="{BB962C8B-B14F-4D97-AF65-F5344CB8AC3E}">
        <p14:creationId xmlns:p14="http://schemas.microsoft.com/office/powerpoint/2010/main" val="3173946386"/>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381000" y="685800"/>
            <a:ext cx="6096000" cy="3429000"/>
          </a:xfrm>
        </p:spPr>
      </p:sp>
      <p:sp>
        <p:nvSpPr>
          <p:cNvPr id="3" name="Notes Placeholder 2"/>
          <p:cNvSpPr>
            <a:spLocks noGrp="1"/>
          </p:cNvSpPr>
          <p:nvPr>
            <p:ph type="body" idx="1"/>
          </p:nvPr>
        </p:nvSpPr>
        <p:spPr/>
        <p:txBody>
          <a:bodyPr/>
          <a:lstStyle/>
          <a:p>
            <a:pPr marL="0" indent="0">
              <a:buNone/>
            </a:pPr>
            <a:endParaRPr lang="en-US" dirty="0">
              <a:latin typeface="Gill Sans MT"/>
            </a:endParaRPr>
          </a:p>
        </p:txBody>
      </p:sp>
    </p:spTree>
    <p:extLst>
      <p:ext uri="{BB962C8B-B14F-4D97-AF65-F5344CB8AC3E}">
        <p14:creationId xmlns:p14="http://schemas.microsoft.com/office/powerpoint/2010/main" val="1196524932"/>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381000" y="685800"/>
            <a:ext cx="6096000" cy="3429000"/>
          </a:xfrm>
        </p:spPr>
      </p:sp>
      <p:sp>
        <p:nvSpPr>
          <p:cNvPr id="3" name="Notes Placeholder 2"/>
          <p:cNvSpPr>
            <a:spLocks noGrp="1"/>
          </p:cNvSpPr>
          <p:nvPr>
            <p:ph type="body" idx="1"/>
          </p:nvPr>
        </p:nvSpPr>
        <p:spPr/>
        <p:txBody>
          <a:bodyPr/>
          <a:lstStyle/>
          <a:p>
            <a:pPr marL="0" indent="0">
              <a:buNone/>
            </a:pPr>
            <a:endParaRPr lang="en-US" dirty="0">
              <a:latin typeface="Gill Sans MT"/>
            </a:endParaRPr>
          </a:p>
        </p:txBody>
      </p:sp>
    </p:spTree>
    <p:extLst>
      <p:ext uri="{BB962C8B-B14F-4D97-AF65-F5344CB8AC3E}">
        <p14:creationId xmlns:p14="http://schemas.microsoft.com/office/powerpoint/2010/main" val="2418077114"/>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381000" y="685800"/>
            <a:ext cx="6096000" cy="3429000"/>
          </a:xfrm>
        </p:spPr>
      </p:sp>
      <p:sp>
        <p:nvSpPr>
          <p:cNvPr id="3" name="Notes Placeholder 2"/>
          <p:cNvSpPr>
            <a:spLocks noGrp="1"/>
          </p:cNvSpPr>
          <p:nvPr>
            <p:ph type="body" idx="1"/>
          </p:nvPr>
        </p:nvSpPr>
        <p:spPr/>
        <p:txBody>
          <a:bodyPr/>
          <a:lstStyle/>
          <a:p>
            <a:pPr marL="0" indent="0">
              <a:buNone/>
            </a:pPr>
            <a:endParaRPr lang="en-US" dirty="0">
              <a:latin typeface="Gill Sans MT"/>
            </a:endParaRPr>
          </a:p>
        </p:txBody>
      </p:sp>
    </p:spTree>
    <p:extLst>
      <p:ext uri="{BB962C8B-B14F-4D97-AF65-F5344CB8AC3E}">
        <p14:creationId xmlns:p14="http://schemas.microsoft.com/office/powerpoint/2010/main" val="2014148083"/>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381000" y="685800"/>
            <a:ext cx="6096000" cy="3429000"/>
          </a:xfrm>
        </p:spPr>
      </p:sp>
      <p:sp>
        <p:nvSpPr>
          <p:cNvPr id="3" name="Notes Placeholder 2"/>
          <p:cNvSpPr>
            <a:spLocks noGrp="1"/>
          </p:cNvSpPr>
          <p:nvPr>
            <p:ph type="body" idx="1"/>
          </p:nvPr>
        </p:nvSpPr>
        <p:spPr/>
        <p:txBody>
          <a:bodyPr/>
          <a:lstStyle/>
          <a:p>
            <a:pPr marL="0" indent="0">
              <a:buNone/>
            </a:pPr>
            <a:endParaRPr lang="en-US" dirty="0">
              <a:latin typeface="Gill Sans MT"/>
            </a:endParaRPr>
          </a:p>
        </p:txBody>
      </p:sp>
    </p:spTree>
    <p:extLst>
      <p:ext uri="{BB962C8B-B14F-4D97-AF65-F5344CB8AC3E}">
        <p14:creationId xmlns:p14="http://schemas.microsoft.com/office/powerpoint/2010/main" val="2652305362"/>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381000" y="685800"/>
            <a:ext cx="6096000" cy="3429000"/>
          </a:xfrm>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CN" dirty="0">
                <a:latin typeface="Gill Sans MT"/>
              </a:rPr>
              <a:t>A.</a:t>
            </a:r>
            <a:r>
              <a:rPr lang="en-HK" altLang="zh-HK" dirty="0">
                <a:solidFill>
                  <a:srgbClr val="0E0E0E"/>
                </a:solidFill>
                <a:effectLst/>
                <a:latin typeface=".SF NS"/>
              </a:rPr>
              <a:t> This statement is </a:t>
            </a:r>
            <a:r>
              <a:rPr lang="en-HK" altLang="zh-HK" b="1" dirty="0">
                <a:solidFill>
                  <a:srgbClr val="0E0E0E"/>
                </a:solidFill>
                <a:effectLst/>
                <a:latin typeface=".SF NS"/>
              </a:rPr>
              <a:t>correct</a:t>
            </a:r>
            <a:r>
              <a:rPr lang="en-HK" altLang="zh-HK" dirty="0">
                <a:solidFill>
                  <a:srgbClr val="0E0E0E"/>
                </a:solidFill>
                <a:effectLst/>
                <a:latin typeface=".SF NS"/>
              </a:rPr>
              <a:t>. When a user process makes a system call, it requests services from the operating system’s kernel. To execute these privileged operations, the CPU must switch from user mode to kernel mode.</a:t>
            </a:r>
          </a:p>
          <a:p>
            <a:pPr marL="0" indent="0">
              <a:buNone/>
            </a:pPr>
            <a:endParaRPr lang="en-US" altLang="zh-CN" dirty="0">
              <a:latin typeface="Gill Sans MT"/>
            </a:endParaRPr>
          </a:p>
          <a:p>
            <a:pPr marL="0" indent="0">
              <a:buNone/>
            </a:pPr>
            <a:endParaRPr lang="en-US" dirty="0">
              <a:latin typeface="Gill Sans MT"/>
            </a:endParaRPr>
          </a:p>
        </p:txBody>
      </p:sp>
    </p:spTree>
    <p:extLst>
      <p:ext uri="{BB962C8B-B14F-4D97-AF65-F5344CB8AC3E}">
        <p14:creationId xmlns:p14="http://schemas.microsoft.com/office/powerpoint/2010/main" val="3664878072"/>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381000" y="685800"/>
            <a:ext cx="6096000" cy="3429000"/>
          </a:xfrm>
        </p:spPr>
      </p:sp>
      <p:sp>
        <p:nvSpPr>
          <p:cNvPr id="3" name="Notes Placeholder 2"/>
          <p:cNvSpPr>
            <a:spLocks noGrp="1"/>
          </p:cNvSpPr>
          <p:nvPr>
            <p:ph type="body" idx="1"/>
          </p:nvPr>
        </p:nvSpPr>
        <p:spPr/>
        <p:txBody>
          <a:bodyPr/>
          <a:lstStyle/>
          <a:p>
            <a:pPr marL="0" indent="0">
              <a:buNone/>
            </a:pPr>
            <a:endParaRPr lang="en-US" dirty="0">
              <a:latin typeface="Gill Sans MT"/>
            </a:endParaRPr>
          </a:p>
        </p:txBody>
      </p:sp>
    </p:spTree>
    <p:extLst>
      <p:ext uri="{BB962C8B-B14F-4D97-AF65-F5344CB8AC3E}">
        <p14:creationId xmlns:p14="http://schemas.microsoft.com/office/powerpoint/2010/main" val="1533238777"/>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381000" y="685800"/>
            <a:ext cx="6096000" cy="3429000"/>
          </a:xfrm>
        </p:spPr>
      </p:sp>
      <p:sp>
        <p:nvSpPr>
          <p:cNvPr id="3" name="Notes Placeholder 2"/>
          <p:cNvSpPr>
            <a:spLocks noGrp="1"/>
          </p:cNvSpPr>
          <p:nvPr>
            <p:ph type="body" idx="1"/>
          </p:nvPr>
        </p:nvSpPr>
        <p:spPr/>
        <p:txBody>
          <a:bodyPr/>
          <a:lstStyle/>
          <a:p>
            <a:pPr marL="0" indent="0">
              <a:buNone/>
            </a:pPr>
            <a:endParaRPr lang="en-US" dirty="0">
              <a:latin typeface="Gill Sans MT"/>
            </a:endParaRPr>
          </a:p>
        </p:txBody>
      </p:sp>
    </p:spTree>
    <p:extLst>
      <p:ext uri="{BB962C8B-B14F-4D97-AF65-F5344CB8AC3E}">
        <p14:creationId xmlns:p14="http://schemas.microsoft.com/office/powerpoint/2010/main" val="270797486"/>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381000" y="685800"/>
            <a:ext cx="6096000" cy="3429000"/>
          </a:xfrm>
        </p:spPr>
      </p:sp>
      <p:sp>
        <p:nvSpPr>
          <p:cNvPr id="3" name="Notes Placeholder 2"/>
          <p:cNvSpPr>
            <a:spLocks noGrp="1"/>
          </p:cNvSpPr>
          <p:nvPr>
            <p:ph type="body" idx="1"/>
          </p:nvPr>
        </p:nvSpPr>
        <p:spPr/>
        <p:txBody>
          <a:bodyPr/>
          <a:lstStyle/>
          <a:p>
            <a:pPr marL="0" indent="0">
              <a:buNone/>
            </a:pPr>
            <a:endParaRPr lang="en-US" dirty="0">
              <a:latin typeface="Gill Sans MT"/>
            </a:endParaRPr>
          </a:p>
        </p:txBody>
      </p:sp>
    </p:spTree>
    <p:extLst>
      <p:ext uri="{BB962C8B-B14F-4D97-AF65-F5344CB8AC3E}">
        <p14:creationId xmlns:p14="http://schemas.microsoft.com/office/powerpoint/2010/main" val="3669077779"/>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381000" y="685800"/>
            <a:ext cx="6096000" cy="3429000"/>
          </a:xfrm>
        </p:spPr>
      </p:sp>
      <p:sp>
        <p:nvSpPr>
          <p:cNvPr id="3" name="Notes Placeholder 2"/>
          <p:cNvSpPr>
            <a:spLocks noGrp="1"/>
          </p:cNvSpPr>
          <p:nvPr>
            <p:ph type="body" idx="1"/>
          </p:nvPr>
        </p:nvSpPr>
        <p:spPr/>
        <p:txBody>
          <a:bodyPr/>
          <a:lstStyle/>
          <a:p>
            <a:pPr marL="0" indent="0">
              <a:buNone/>
            </a:pPr>
            <a:r>
              <a:rPr lang="en-US" dirty="0">
                <a:latin typeface="Gill Sans MT"/>
              </a:rPr>
              <a:t>### Option A: Heap</a:t>
            </a:r>
          </a:p>
          <a:p>
            <a:pPr marL="0" indent="0">
              <a:buNone/>
            </a:pPr>
            <a:r>
              <a:rPr lang="en-US" dirty="0">
                <a:latin typeface="Gill Sans MT"/>
              </a:rPr>
              <a:t>All threads in the same process share the heap memory. This allows threads to dynamically allocate and share memory.</a:t>
            </a:r>
          </a:p>
          <a:p>
            <a:pPr marL="0" indent="0">
              <a:buNone/>
            </a:pPr>
            <a:r>
              <a:rPr lang="en-US" dirty="0">
                <a:latin typeface="Gill Sans MT"/>
              </a:rPr>
              <a:t>### Option B: File descriptors</a:t>
            </a:r>
          </a:p>
          <a:p>
            <a:pPr marL="0" indent="0">
              <a:buNone/>
            </a:pPr>
            <a:r>
              <a:rPr lang="en-US" dirty="0">
                <a:latin typeface="Gill Sans MT"/>
              </a:rPr>
              <a:t>All threads share the same file descriptor table of a process.</a:t>
            </a:r>
            <a:r>
              <a:rPr lang="zh-CN" altLang="en-US" dirty="0">
                <a:latin typeface="Gill Sans MT"/>
              </a:rPr>
              <a:t> </a:t>
            </a:r>
            <a:r>
              <a:rPr lang="en-US" altLang="zh-CN" dirty="0">
                <a:latin typeface="Gill Sans MT"/>
              </a:rPr>
              <a:t>For example,</a:t>
            </a:r>
            <a:r>
              <a:rPr lang="en-US" dirty="0">
                <a:latin typeface="Gill Sans MT"/>
              </a:rPr>
              <a:t> If one thread opens a file, all other threads can access it using the same file descriptor.</a:t>
            </a:r>
          </a:p>
          <a:p>
            <a:pPr marL="0" indent="0">
              <a:buNone/>
            </a:pPr>
            <a:r>
              <a:rPr lang="en-US" dirty="0">
                <a:latin typeface="Gill Sans MT"/>
              </a:rPr>
              <a:t>### Option C: Stack pointer</a:t>
            </a:r>
          </a:p>
          <a:p>
            <a:pPr marL="0" indent="0">
              <a:buNone/>
            </a:pPr>
            <a:r>
              <a:rPr lang="en-US" dirty="0">
                <a:latin typeface="Gill Sans MT"/>
              </a:rPr>
              <a:t>Each thread has its own independent stack and stack pointer. </a:t>
            </a:r>
          </a:p>
          <a:p>
            <a:pPr marL="0" indent="0">
              <a:buNone/>
            </a:pPr>
            <a:r>
              <a:rPr lang="en-US" dirty="0">
                <a:latin typeface="Gill Sans MT"/>
              </a:rPr>
              <a:t>### Option D: Global variables</a:t>
            </a:r>
          </a:p>
          <a:p>
            <a:pPr marL="0" indent="0">
              <a:buNone/>
            </a:pPr>
            <a:r>
              <a:rPr lang="en-US" dirty="0">
                <a:latin typeface="Gill Sans MT"/>
              </a:rPr>
              <a:t>Global variables are stored in the data segment, which is shared among all threads in a process. This allows threads to communicate through shared global variables.</a:t>
            </a:r>
          </a:p>
        </p:txBody>
      </p:sp>
    </p:spTree>
    <p:extLst>
      <p:ext uri="{BB962C8B-B14F-4D97-AF65-F5344CB8AC3E}">
        <p14:creationId xmlns:p14="http://schemas.microsoft.com/office/powerpoint/2010/main" val="764771839"/>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381000" y="685800"/>
            <a:ext cx="6096000" cy="3429000"/>
          </a:xfrm>
        </p:spPr>
      </p:sp>
      <p:sp>
        <p:nvSpPr>
          <p:cNvPr id="3" name="Notes Placeholder 2"/>
          <p:cNvSpPr>
            <a:spLocks noGrp="1"/>
          </p:cNvSpPr>
          <p:nvPr>
            <p:ph type="body" idx="1"/>
          </p:nvPr>
        </p:nvSpPr>
        <p:spPr/>
        <p:txBody>
          <a:bodyPr/>
          <a:lstStyle/>
          <a:p>
            <a:pPr marL="0" indent="0">
              <a:buNone/>
            </a:pPr>
            <a:endParaRPr lang="en-US" dirty="0">
              <a:latin typeface="Gill Sans MT"/>
            </a:endParaRPr>
          </a:p>
        </p:txBody>
      </p:sp>
    </p:spTree>
    <p:extLst>
      <p:ext uri="{BB962C8B-B14F-4D97-AF65-F5344CB8AC3E}">
        <p14:creationId xmlns:p14="http://schemas.microsoft.com/office/powerpoint/2010/main" val="4254611362"/>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投影片影像版面配置區 1"/>
          <p:cNvSpPr>
            <a:spLocks noGrp="1" noRot="1" noChangeAspect="1"/>
          </p:cNvSpPr>
          <p:nvPr>
            <p:ph type="sldImg"/>
          </p:nvPr>
        </p:nvSpPr>
        <p:spPr/>
      </p:sp>
      <p:sp>
        <p:nvSpPr>
          <p:cNvPr id="3" name="備忘稿版面配置區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HK" altLang="zh-HK" dirty="0">
                <a:solidFill>
                  <a:srgbClr val="0E0E0E"/>
                </a:solidFill>
                <a:effectLst/>
                <a:latin typeface=".SF NS"/>
              </a:rPr>
              <a:t>Hash</a:t>
            </a:r>
          </a:p>
          <a:p>
            <a:pPr marL="0" marR="0" lvl="0" indent="0" algn="l" defTabSz="914400" rtl="0" eaLnBrk="1" fontAlgn="auto" latinLnBrk="0" hangingPunct="1">
              <a:lnSpc>
                <a:spcPct val="100000"/>
              </a:lnSpc>
              <a:spcBef>
                <a:spcPts val="0"/>
              </a:spcBef>
              <a:spcAft>
                <a:spcPts val="0"/>
              </a:spcAft>
              <a:buClrTx/>
              <a:buSzTx/>
              <a:buFontTx/>
              <a:buNone/>
              <a:tabLst/>
              <a:defRPr/>
            </a:pPr>
            <a:r>
              <a:rPr kumimoji="1" lang="en" altLang="zh-HK" dirty="0"/>
              <a:t>exclamation mark</a:t>
            </a:r>
            <a:endParaRPr kumimoji="1" lang="zh-HK" altLang="en-US" dirty="0"/>
          </a:p>
        </p:txBody>
      </p:sp>
      <p:sp>
        <p:nvSpPr>
          <p:cNvPr id="4" name="投影片編號版面配置區 3"/>
          <p:cNvSpPr>
            <a:spLocks noGrp="1"/>
          </p:cNvSpPr>
          <p:nvPr>
            <p:ph type="sldNum" sz="quarter" idx="5"/>
          </p:nvPr>
        </p:nvSpPr>
        <p:spPr/>
        <p:txBody>
          <a:bodyPr/>
          <a:lstStyle/>
          <a:p>
            <a:fld id="{D4EED8A1-9A08-4DDC-ACAE-443678235153}" type="slidenum">
              <a:rPr lang="en-US" smtClean="0"/>
              <a:t>14</a:t>
            </a:fld>
            <a:endParaRPr lang="en-US"/>
          </a:p>
        </p:txBody>
      </p:sp>
    </p:spTree>
    <p:extLst>
      <p:ext uri="{BB962C8B-B14F-4D97-AF65-F5344CB8AC3E}">
        <p14:creationId xmlns:p14="http://schemas.microsoft.com/office/powerpoint/2010/main" val="2506612855"/>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投影片影像版面配置區 1"/>
          <p:cNvSpPr>
            <a:spLocks noGrp="1" noRot="1" noChangeAspect="1"/>
          </p:cNvSpPr>
          <p:nvPr>
            <p:ph type="sldImg"/>
          </p:nvPr>
        </p:nvSpPr>
        <p:spPr/>
      </p:sp>
      <p:sp>
        <p:nvSpPr>
          <p:cNvPr id="3" name="備忘稿版面配置區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HK" altLang="zh-HK" dirty="0">
                <a:solidFill>
                  <a:srgbClr val="0E0E0E"/>
                </a:solidFill>
                <a:effectLst/>
                <a:latin typeface=".SF NS"/>
              </a:rPr>
              <a:t>Hash</a:t>
            </a:r>
          </a:p>
          <a:p>
            <a:pPr marL="0" marR="0" lvl="0" indent="0" algn="l" defTabSz="914400" rtl="0" eaLnBrk="1" fontAlgn="auto" latinLnBrk="0" hangingPunct="1">
              <a:lnSpc>
                <a:spcPct val="100000"/>
              </a:lnSpc>
              <a:spcBef>
                <a:spcPts val="0"/>
              </a:spcBef>
              <a:spcAft>
                <a:spcPts val="0"/>
              </a:spcAft>
              <a:buClrTx/>
              <a:buSzTx/>
              <a:buFontTx/>
              <a:buNone/>
              <a:tabLst/>
              <a:defRPr/>
            </a:pPr>
            <a:r>
              <a:rPr kumimoji="1" lang="en" altLang="zh-HK" dirty="0"/>
              <a:t>exclamation mark</a:t>
            </a:r>
            <a:endParaRPr kumimoji="1" lang="zh-HK" altLang="en-US" dirty="0"/>
          </a:p>
        </p:txBody>
      </p:sp>
      <p:sp>
        <p:nvSpPr>
          <p:cNvPr id="4" name="投影片編號版面配置區 3"/>
          <p:cNvSpPr>
            <a:spLocks noGrp="1"/>
          </p:cNvSpPr>
          <p:nvPr>
            <p:ph type="sldNum" sz="quarter" idx="5"/>
          </p:nvPr>
        </p:nvSpPr>
        <p:spPr/>
        <p:txBody>
          <a:bodyPr/>
          <a:lstStyle/>
          <a:p>
            <a:fld id="{D4EED8A1-9A08-4DDC-ACAE-443678235153}" type="slidenum">
              <a:rPr lang="en-US" smtClean="0"/>
              <a:t>15</a:t>
            </a:fld>
            <a:endParaRPr lang="en-US"/>
          </a:p>
        </p:txBody>
      </p:sp>
    </p:spTree>
    <p:extLst>
      <p:ext uri="{BB962C8B-B14F-4D97-AF65-F5344CB8AC3E}">
        <p14:creationId xmlns:p14="http://schemas.microsoft.com/office/powerpoint/2010/main" val="308714263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381000" y="685800"/>
            <a:ext cx="6096000" cy="3429000"/>
          </a:xfrm>
        </p:spPr>
      </p:sp>
      <p:sp>
        <p:nvSpPr>
          <p:cNvPr id="3" name="Notes Placeholder 2"/>
          <p:cNvSpPr>
            <a:spLocks noGrp="1"/>
          </p:cNvSpPr>
          <p:nvPr>
            <p:ph type="body" idx="1"/>
          </p:nvPr>
        </p:nvSpPr>
        <p:spPr/>
        <p:txBody>
          <a:bodyPr/>
          <a:lstStyle/>
          <a:p>
            <a:pPr marL="0" indent="0">
              <a:buNone/>
            </a:pPr>
            <a:endParaRPr lang="en-US" dirty="0">
              <a:latin typeface="Gill Sans MT"/>
            </a:endParaRPr>
          </a:p>
        </p:txBody>
      </p:sp>
    </p:spTree>
    <p:extLst>
      <p:ext uri="{BB962C8B-B14F-4D97-AF65-F5344CB8AC3E}">
        <p14:creationId xmlns:p14="http://schemas.microsoft.com/office/powerpoint/2010/main" val="738145345"/>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381000" y="685800"/>
            <a:ext cx="6096000" cy="3429000"/>
          </a:xfrm>
        </p:spPr>
      </p:sp>
      <p:sp>
        <p:nvSpPr>
          <p:cNvPr id="3" name="Notes Placeholder 2"/>
          <p:cNvSpPr>
            <a:spLocks noGrp="1"/>
          </p:cNvSpPr>
          <p:nvPr>
            <p:ph type="body" idx="1"/>
          </p:nvPr>
        </p:nvSpPr>
        <p:spPr/>
        <p:txBody>
          <a:bodyPr/>
          <a:lstStyle/>
          <a:p>
            <a:pPr marL="0" indent="0">
              <a:buNone/>
            </a:pPr>
            <a:r>
              <a:rPr lang="en-US" dirty="0">
                <a:latin typeface="Gill Sans MT"/>
              </a:rPr>
              <a:t>Atomic operation</a:t>
            </a:r>
          </a:p>
        </p:txBody>
      </p:sp>
    </p:spTree>
    <p:extLst>
      <p:ext uri="{BB962C8B-B14F-4D97-AF65-F5344CB8AC3E}">
        <p14:creationId xmlns:p14="http://schemas.microsoft.com/office/powerpoint/2010/main" val="3787118455"/>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381000" y="685800"/>
            <a:ext cx="6096000" cy="3429000"/>
          </a:xfrm>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CN" dirty="0">
                <a:latin typeface="Gill Sans MT"/>
              </a:rPr>
              <a:t>Atomic operation</a:t>
            </a:r>
          </a:p>
          <a:p>
            <a:pPr marL="0" indent="0">
              <a:buNone/>
            </a:pPr>
            <a:endParaRPr lang="en-US" dirty="0">
              <a:latin typeface="Gill Sans MT"/>
            </a:endParaRPr>
          </a:p>
        </p:txBody>
      </p:sp>
    </p:spTree>
    <p:extLst>
      <p:ext uri="{BB962C8B-B14F-4D97-AF65-F5344CB8AC3E}">
        <p14:creationId xmlns:p14="http://schemas.microsoft.com/office/powerpoint/2010/main" val="1277535576"/>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381000" y="685800"/>
            <a:ext cx="6096000" cy="3429000"/>
          </a:xfrm>
        </p:spPr>
      </p:sp>
      <p:sp>
        <p:nvSpPr>
          <p:cNvPr id="3" name="Notes Placeholder 2"/>
          <p:cNvSpPr>
            <a:spLocks noGrp="1"/>
          </p:cNvSpPr>
          <p:nvPr>
            <p:ph type="body" idx="1"/>
          </p:nvPr>
        </p:nvSpPr>
        <p:spPr/>
        <p:txBody>
          <a:bodyPr/>
          <a:lstStyle/>
          <a:p>
            <a:pPr marL="0" indent="0">
              <a:buNone/>
            </a:pPr>
            <a:endParaRPr lang="en-US" dirty="0">
              <a:latin typeface="Gill Sans MT"/>
            </a:endParaRPr>
          </a:p>
        </p:txBody>
      </p:sp>
    </p:spTree>
    <p:extLst>
      <p:ext uri="{BB962C8B-B14F-4D97-AF65-F5344CB8AC3E}">
        <p14:creationId xmlns:p14="http://schemas.microsoft.com/office/powerpoint/2010/main" val="281838063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381000" y="685800"/>
            <a:ext cx="6096000" cy="3429000"/>
          </a:xfrm>
        </p:spPr>
      </p:sp>
      <p:sp>
        <p:nvSpPr>
          <p:cNvPr id="3" name="Notes Placeholder 2"/>
          <p:cNvSpPr>
            <a:spLocks noGrp="1"/>
          </p:cNvSpPr>
          <p:nvPr>
            <p:ph type="body" idx="1"/>
          </p:nvPr>
        </p:nvSpPr>
        <p:spPr/>
        <p:txBody>
          <a:bodyPr/>
          <a:lstStyle/>
          <a:p>
            <a:pPr marL="0" indent="0">
              <a:buNone/>
            </a:pPr>
            <a:endParaRPr lang="en-US" dirty="0">
              <a:latin typeface="Gill Sans MT"/>
            </a:endParaRPr>
          </a:p>
        </p:txBody>
      </p:sp>
    </p:spTree>
    <p:extLst>
      <p:ext uri="{BB962C8B-B14F-4D97-AF65-F5344CB8AC3E}">
        <p14:creationId xmlns:p14="http://schemas.microsoft.com/office/powerpoint/2010/main" val="3798296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r>
              <a:rPr kumimoji="1" lang="en" altLang="zh-CN" dirty="0" err="1"/>
              <a:t>sem_wait</a:t>
            </a:r>
            <a:r>
              <a:rPr kumimoji="1" lang="en" altLang="zh-CN" dirty="0"/>
              <a:t>(</a:t>
            </a:r>
            <a:r>
              <a:rPr kumimoji="1" lang="en" altLang="zh-CN" dirty="0" err="1"/>
              <a:t>sem_t</a:t>
            </a:r>
            <a:r>
              <a:rPr kumimoji="1" lang="en" altLang="zh-CN" dirty="0"/>
              <a:t> *) – P</a:t>
            </a:r>
            <a:r>
              <a:rPr kumimoji="1" lang="zh-CN" altLang="en-US" dirty="0"/>
              <a:t> </a:t>
            </a:r>
            <a:r>
              <a:rPr kumimoji="1" lang="en-US" altLang="zh-CN" dirty="0"/>
              <a:t>operation</a:t>
            </a:r>
            <a:r>
              <a:rPr kumimoji="1" lang="zh-CN" altLang="en-US" dirty="0"/>
              <a:t>：等待</a:t>
            </a:r>
            <a:r>
              <a:rPr kumimoji="1" lang="en-US" altLang="zh-CN" dirty="0"/>
              <a:t>/</a:t>
            </a:r>
            <a:r>
              <a:rPr kumimoji="1" lang="zh-CN" altLang="en-US" dirty="0"/>
              <a:t>获取资源，</a:t>
            </a:r>
            <a:r>
              <a:rPr kumimoji="1" lang="en-US" altLang="zh-CN" dirty="0"/>
              <a:t>semaphore</a:t>
            </a:r>
            <a:r>
              <a:rPr kumimoji="1" lang="zh-CN" altLang="en-US" dirty="0"/>
              <a:t>值减</a:t>
            </a:r>
            <a:r>
              <a:rPr kumimoji="1" lang="en-US" altLang="zh-CN" dirty="0"/>
              <a:t>1</a:t>
            </a:r>
            <a:r>
              <a:rPr kumimoji="1" lang="zh-CN" altLang="en-US" dirty="0"/>
              <a:t>，然后立即返回。如果值为</a:t>
            </a:r>
            <a:r>
              <a:rPr kumimoji="1" lang="en-US" altLang="zh-CN" dirty="0"/>
              <a:t>0</a:t>
            </a:r>
            <a:r>
              <a:rPr kumimoji="1" lang="zh-CN" altLang="en-US" dirty="0"/>
              <a:t>，线程阻塞等待。</a:t>
            </a:r>
          </a:p>
        </p:txBody>
      </p:sp>
      <p:sp>
        <p:nvSpPr>
          <p:cNvPr id="4" name="灯片编号占位符 3"/>
          <p:cNvSpPr>
            <a:spLocks noGrp="1"/>
          </p:cNvSpPr>
          <p:nvPr>
            <p:ph type="sldNum" sz="quarter" idx="5"/>
          </p:nvPr>
        </p:nvSpPr>
        <p:spPr/>
        <p:txBody>
          <a:bodyPr/>
          <a:lstStyle/>
          <a:p>
            <a:fld id="{D4EED8A1-9A08-4DDC-ACAE-443678235153}" type="slidenum">
              <a:rPr lang="en-US" smtClean="0"/>
              <a:t>21</a:t>
            </a:fld>
            <a:endParaRPr lang="en-US"/>
          </a:p>
        </p:txBody>
      </p:sp>
    </p:spTree>
    <p:extLst>
      <p:ext uri="{BB962C8B-B14F-4D97-AF65-F5344CB8AC3E}">
        <p14:creationId xmlns:p14="http://schemas.microsoft.com/office/powerpoint/2010/main" val="466506209"/>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r>
              <a:rPr kumimoji="1" lang="en" altLang="zh-CN" dirty="0" err="1"/>
              <a:t>sem_post</a:t>
            </a:r>
            <a:r>
              <a:rPr kumimoji="1" lang="en" altLang="zh-CN" dirty="0"/>
              <a:t>(</a:t>
            </a:r>
            <a:r>
              <a:rPr kumimoji="1" lang="en" altLang="zh-CN" dirty="0" err="1"/>
              <a:t>sem_t</a:t>
            </a:r>
            <a:r>
              <a:rPr kumimoji="1" lang="en" altLang="zh-CN" dirty="0"/>
              <a:t> *) - V</a:t>
            </a:r>
            <a:r>
              <a:rPr kumimoji="1" lang="zh-CN" altLang="en-US" dirty="0"/>
              <a:t>操作：释放资源，信号量值加</a:t>
            </a:r>
            <a:r>
              <a:rPr kumimoji="1" lang="en-US" altLang="zh-CN" dirty="0"/>
              <a:t>1</a:t>
            </a:r>
            <a:r>
              <a:rPr kumimoji="1" lang="zh-CN" altLang="en-US" dirty="0"/>
              <a:t>。唤醒等待的线程。</a:t>
            </a:r>
          </a:p>
        </p:txBody>
      </p:sp>
      <p:sp>
        <p:nvSpPr>
          <p:cNvPr id="4" name="灯片编号占位符 3"/>
          <p:cNvSpPr>
            <a:spLocks noGrp="1"/>
          </p:cNvSpPr>
          <p:nvPr>
            <p:ph type="sldNum" sz="quarter" idx="5"/>
          </p:nvPr>
        </p:nvSpPr>
        <p:spPr/>
        <p:txBody>
          <a:bodyPr/>
          <a:lstStyle/>
          <a:p>
            <a:fld id="{D4EED8A1-9A08-4DDC-ACAE-443678235153}" type="slidenum">
              <a:rPr lang="en-US" smtClean="0"/>
              <a:t>22</a:t>
            </a:fld>
            <a:endParaRPr lang="en-US"/>
          </a:p>
        </p:txBody>
      </p:sp>
    </p:spTree>
    <p:extLst>
      <p:ext uri="{BB962C8B-B14F-4D97-AF65-F5344CB8AC3E}">
        <p14:creationId xmlns:p14="http://schemas.microsoft.com/office/powerpoint/2010/main" val="739294284"/>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381000" y="685800"/>
            <a:ext cx="6096000" cy="3429000"/>
          </a:xfrm>
        </p:spPr>
      </p:sp>
      <p:sp>
        <p:nvSpPr>
          <p:cNvPr id="3" name="Notes Placeholder 2"/>
          <p:cNvSpPr>
            <a:spLocks noGrp="1"/>
          </p:cNvSpPr>
          <p:nvPr>
            <p:ph type="body" idx="1"/>
          </p:nvPr>
        </p:nvSpPr>
        <p:spPr/>
        <p:txBody>
          <a:bodyPr/>
          <a:lstStyle/>
          <a:p>
            <a:pPr marL="0" indent="0">
              <a:buNone/>
            </a:pPr>
            <a:endParaRPr lang="en-US" dirty="0">
              <a:latin typeface="Gill Sans MT"/>
            </a:endParaRPr>
          </a:p>
        </p:txBody>
      </p:sp>
    </p:spTree>
    <p:extLst>
      <p:ext uri="{BB962C8B-B14F-4D97-AF65-F5344CB8AC3E}">
        <p14:creationId xmlns:p14="http://schemas.microsoft.com/office/powerpoint/2010/main" val="193826327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381000" y="685800"/>
            <a:ext cx="6096000" cy="3429000"/>
          </a:xfrm>
        </p:spPr>
      </p:sp>
      <p:sp>
        <p:nvSpPr>
          <p:cNvPr id="3" name="Notes Placeholder 2"/>
          <p:cNvSpPr>
            <a:spLocks noGrp="1"/>
          </p:cNvSpPr>
          <p:nvPr>
            <p:ph type="body" idx="1"/>
          </p:nvPr>
        </p:nvSpPr>
        <p:spPr/>
        <p:txBody>
          <a:bodyPr/>
          <a:lstStyle/>
          <a:p>
            <a:pPr algn="ctr"/>
            <a:endParaRPr lang="en-HK" sz="2400" dirty="0">
              <a:solidFill>
                <a:schemeClr val="tx1">
                  <a:lumMod val="65000"/>
                  <a:lumOff val="35000"/>
                </a:schemeClr>
              </a:solidFill>
              <a:cs typeface="Helvetica" panose="020B0604020202020204" pitchFamily="34" charset="0"/>
            </a:endParaRPr>
          </a:p>
        </p:txBody>
      </p:sp>
    </p:spTree>
    <p:extLst>
      <p:ext uri="{BB962C8B-B14F-4D97-AF65-F5344CB8AC3E}">
        <p14:creationId xmlns:p14="http://schemas.microsoft.com/office/powerpoint/2010/main" val="1146177372"/>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cSld name="1_Title &amp; Subtitle">
    <p:spTree>
      <p:nvGrpSpPr>
        <p:cNvPr id="1" name=""/>
        <p:cNvGrpSpPr/>
        <p:nvPr/>
      </p:nvGrpSpPr>
      <p:grpSpPr>
        <a:xfrm>
          <a:off x="0" y="0"/>
          <a:ext cx="0" cy="0"/>
          <a:chOff x="0" y="0"/>
          <a:chExt cx="0" cy="0"/>
        </a:xfrm>
      </p:grpSpPr>
      <p:sp>
        <p:nvSpPr>
          <p:cNvPr id="2" name="Rectangle">
            <a:extLst>
              <a:ext uri="{FF2B5EF4-FFF2-40B4-BE49-F238E27FC236}">
                <a16:creationId xmlns:a16="http://schemas.microsoft.com/office/drawing/2014/main" id="{51686ED8-374A-AFA5-27CC-BADD1D5E796E}"/>
              </a:ext>
            </a:extLst>
          </p:cNvPr>
          <p:cNvSpPr/>
          <p:nvPr userDrawn="1"/>
        </p:nvSpPr>
        <p:spPr>
          <a:xfrm>
            <a:off x="0" y="0"/>
            <a:ext cx="12192000" cy="6858000"/>
          </a:xfrm>
          <a:prstGeom prst="rect">
            <a:avLst/>
          </a:prstGeom>
          <a:gradFill flip="none" rotWithShape="1">
            <a:gsLst>
              <a:gs pos="0">
                <a:srgbClr val="800080"/>
              </a:gs>
              <a:gs pos="100000">
                <a:srgbClr val="EFA922"/>
              </a:gs>
            </a:gsLst>
            <a:lin ang="2700000" scaled="1"/>
            <a:tileRect/>
          </a:gradFill>
          <a:ln w="12700">
            <a:miter lim="400000"/>
          </a:ln>
        </p:spPr>
        <p:txBody>
          <a:bodyPr lIns="0" tIns="0" rIns="0" bIns="0" anchor="ctr"/>
          <a:lstStyle/>
          <a:p>
            <a:pPr defTabSz="412750">
              <a:defRPr sz="5000" b="1">
                <a:solidFill>
                  <a:srgbClr val="FFFFFF"/>
                </a:solidFill>
              </a:defRPr>
            </a:pPr>
            <a:endParaRPr sz="2500" dirty="0">
              <a:solidFill>
                <a:schemeClr val="bg1"/>
              </a:solidFill>
              <a:latin typeface="Gill Sans MT" panose="020B0502020104020203" pitchFamily="34" charset="0"/>
            </a:endParaRPr>
          </a:p>
        </p:txBody>
      </p:sp>
      <p:sp>
        <p:nvSpPr>
          <p:cNvPr id="12" name="Title Text"/>
          <p:cNvSpPr txBox="1">
            <a:spLocks noGrp="1"/>
          </p:cNvSpPr>
          <p:nvPr>
            <p:ph type="title"/>
          </p:nvPr>
        </p:nvSpPr>
        <p:spPr>
          <a:xfrm>
            <a:off x="889000" y="1149350"/>
            <a:ext cx="10414000" cy="2324100"/>
          </a:xfrm>
          <a:prstGeom prst="rect">
            <a:avLst/>
          </a:prstGeom>
        </p:spPr>
        <p:txBody>
          <a:bodyPr anchor="b"/>
          <a:lstStyle>
            <a:lvl1pPr defTabSz="412750">
              <a:defRPr sz="6000" baseline="1666">
                <a:solidFill>
                  <a:srgbClr val="000000"/>
                </a:solidFill>
              </a:defRPr>
            </a:lvl1pPr>
          </a:lstStyle>
          <a:p>
            <a:r>
              <a:t>Title Text</a:t>
            </a:r>
          </a:p>
        </p:txBody>
      </p:sp>
      <p:sp>
        <p:nvSpPr>
          <p:cNvPr id="13" name="Body Level One…"/>
          <p:cNvSpPr txBox="1">
            <a:spLocks noGrp="1"/>
          </p:cNvSpPr>
          <p:nvPr>
            <p:ph type="body" sz="half" idx="1"/>
          </p:nvPr>
        </p:nvSpPr>
        <p:spPr>
          <a:xfrm>
            <a:off x="889000" y="4235450"/>
            <a:ext cx="10414000" cy="1774360"/>
          </a:xfrm>
          <a:prstGeom prst="rect">
            <a:avLst/>
          </a:prstGeom>
        </p:spPr>
        <p:txBody>
          <a:bodyPr/>
          <a:lstStyle>
            <a:lvl1pPr marL="0" indent="0">
              <a:spcBef>
                <a:spcPts val="0"/>
              </a:spcBef>
              <a:buSzTx/>
              <a:buNone/>
              <a:defRPr sz="2400">
                <a:solidFill>
                  <a:srgbClr val="000000"/>
                </a:solidFill>
              </a:defRPr>
            </a:lvl1pPr>
            <a:lvl2pPr marL="0" indent="0">
              <a:spcBef>
                <a:spcPts val="0"/>
              </a:spcBef>
              <a:buSzTx/>
              <a:buNone/>
              <a:defRPr sz="2400">
                <a:solidFill>
                  <a:srgbClr val="000000"/>
                </a:solidFill>
              </a:defRPr>
            </a:lvl2pPr>
            <a:lvl3pPr marL="0" indent="0">
              <a:spcBef>
                <a:spcPts val="0"/>
              </a:spcBef>
              <a:buSzTx/>
              <a:buNone/>
              <a:defRPr sz="2400">
                <a:solidFill>
                  <a:srgbClr val="000000"/>
                </a:solidFill>
              </a:defRPr>
            </a:lvl3pPr>
            <a:lvl4pPr marL="0" indent="0">
              <a:spcBef>
                <a:spcPts val="0"/>
              </a:spcBef>
              <a:buSzTx/>
              <a:buNone/>
              <a:defRPr sz="2400">
                <a:solidFill>
                  <a:srgbClr val="000000"/>
                </a:solidFill>
              </a:defRPr>
            </a:lvl4pPr>
            <a:lvl5pPr marL="0" indent="0">
              <a:spcBef>
                <a:spcPts val="0"/>
              </a:spcBef>
              <a:buSzTx/>
              <a:buNone/>
              <a:defRPr sz="2400">
                <a:solidFill>
                  <a:srgbClr val="000000"/>
                </a:solidFill>
              </a:defRPr>
            </a:lvl5pPr>
          </a:lstStyle>
          <a:p>
            <a:r>
              <a:t>Body Level One</a:t>
            </a:r>
          </a:p>
          <a:p>
            <a:pPr lvl="1"/>
            <a:r>
              <a:t>Body Level Two</a:t>
            </a:r>
          </a:p>
          <a:p>
            <a:pPr lvl="2"/>
            <a:r>
              <a:t>Body Level Three</a:t>
            </a:r>
          </a:p>
          <a:p>
            <a:pPr lvl="3"/>
            <a:r>
              <a:t>Body Level Four</a:t>
            </a:r>
          </a:p>
          <a:p>
            <a:pPr lvl="4"/>
            <a:r>
              <a:t>Body Level Five</a:t>
            </a:r>
          </a:p>
        </p:txBody>
      </p:sp>
      <p:sp>
        <p:nvSpPr>
          <p:cNvPr id="15" name="Slide Number"/>
          <p:cNvSpPr txBox="1">
            <a:spLocks noGrp="1"/>
          </p:cNvSpPr>
          <p:nvPr>
            <p:ph type="sldNum" sz="quarter" idx="2"/>
          </p:nvPr>
        </p:nvSpPr>
        <p:spPr>
          <a:xfrm>
            <a:off x="5970596" y="6540500"/>
            <a:ext cx="296556" cy="287258"/>
          </a:xfrm>
          <a:prstGeom prst="rect">
            <a:avLst/>
          </a:prstGeom>
        </p:spPr>
        <p:txBody>
          <a:bodyPr/>
          <a:lstStyle>
            <a:lvl1pPr>
              <a:defRPr sz="1200">
                <a:solidFill>
                  <a:schemeClr val="bg1"/>
                </a:solidFill>
                <a:latin typeface="Helvetica Light"/>
                <a:ea typeface="Helvetica Light"/>
                <a:cs typeface="Helvetica Light"/>
                <a:sym typeface="Helvetica Light"/>
              </a:defRPr>
            </a:lvl1pPr>
          </a:lstStyle>
          <a:p>
            <a:fld id="{86CB4B4D-7CA3-9044-876B-883B54F8677D}" type="slidenum">
              <a:rPr lang="en-US" smtClean="0"/>
              <a:pPr/>
              <a:t>‹#›</a:t>
            </a:fld>
            <a:endParaRPr lang="en-US"/>
          </a:p>
        </p:txBody>
      </p:sp>
    </p:spTree>
    <p:extLst>
      <p:ext uri="{BB962C8B-B14F-4D97-AF65-F5344CB8AC3E}">
        <p14:creationId xmlns:p14="http://schemas.microsoft.com/office/powerpoint/2010/main" val="1124780706"/>
      </p:ext>
    </p:extLst>
  </p:cSld>
  <p:clrMapOvr>
    <a:masterClrMapping/>
  </p:clrMapOvr>
  <p:transition spd="med"/>
</p:sldLayout>
</file>

<file path=ppt/slideLayouts/slideLayout2.xml><?xml version="1.0" encoding="utf-8"?>
<p:sldLayout xmlns:a="http://schemas.openxmlformats.org/drawingml/2006/main" xmlns:r="http://schemas.openxmlformats.org/officeDocument/2006/relationships" xmlns:p="http://schemas.openxmlformats.org/presentationml/2006/main" type="tx">
  <p:cSld name="Bullets-Green">
    <p:spTree>
      <p:nvGrpSpPr>
        <p:cNvPr id="1" name=""/>
        <p:cNvGrpSpPr/>
        <p:nvPr/>
      </p:nvGrpSpPr>
      <p:grpSpPr>
        <a:xfrm>
          <a:off x="0" y="0"/>
          <a:ext cx="0" cy="0"/>
          <a:chOff x="0" y="0"/>
          <a:chExt cx="0" cy="0"/>
        </a:xfrm>
      </p:grpSpPr>
      <p:sp>
        <p:nvSpPr>
          <p:cNvPr id="43" name="Rectangle"/>
          <p:cNvSpPr/>
          <p:nvPr/>
        </p:nvSpPr>
        <p:spPr>
          <a:xfrm>
            <a:off x="0" y="0"/>
            <a:ext cx="12192000" cy="941294"/>
          </a:xfrm>
          <a:prstGeom prst="rect">
            <a:avLst/>
          </a:prstGeom>
          <a:gradFill flip="none" rotWithShape="1">
            <a:gsLst>
              <a:gs pos="0">
                <a:srgbClr val="800080"/>
              </a:gs>
              <a:gs pos="100000">
                <a:srgbClr val="EFA922"/>
              </a:gs>
            </a:gsLst>
            <a:lin ang="0" scaled="1"/>
            <a:tileRect/>
          </a:gradFill>
          <a:ln w="12700">
            <a:miter lim="400000"/>
          </a:ln>
        </p:spPr>
        <p:txBody>
          <a:bodyPr lIns="0" tIns="0" rIns="0" bIns="0" anchor="ctr"/>
          <a:lstStyle/>
          <a:p>
            <a:pPr defTabSz="412750">
              <a:defRPr sz="5000" b="1">
                <a:solidFill>
                  <a:srgbClr val="FFFFFF"/>
                </a:solidFill>
              </a:defRPr>
            </a:pPr>
            <a:endParaRPr sz="2500" dirty="0">
              <a:solidFill>
                <a:schemeClr val="bg1"/>
              </a:solidFill>
              <a:latin typeface="Gill Sans MT" panose="020B0502020104020203" pitchFamily="34" charset="0"/>
            </a:endParaRPr>
          </a:p>
        </p:txBody>
      </p:sp>
      <p:sp>
        <p:nvSpPr>
          <p:cNvPr id="41" name="Title Text"/>
          <p:cNvSpPr txBox="1">
            <a:spLocks noGrp="1"/>
          </p:cNvSpPr>
          <p:nvPr>
            <p:ph type="title" hasCustomPrompt="1"/>
          </p:nvPr>
        </p:nvSpPr>
        <p:spPr>
          <a:xfrm>
            <a:off x="275383" y="0"/>
            <a:ext cx="10593290" cy="941294"/>
          </a:xfrm>
          <a:prstGeom prst="rect">
            <a:avLst/>
          </a:prstGeom>
        </p:spPr>
        <p:txBody>
          <a:bodyPr/>
          <a:lstStyle>
            <a:lvl1pPr>
              <a:defRPr>
                <a:solidFill>
                  <a:schemeClr val="bg1"/>
                </a:solidFill>
              </a:defRPr>
            </a:lvl1pPr>
          </a:lstStyle>
          <a:p>
            <a:r>
              <a:rPr dirty="0"/>
              <a:t>Title Text</a:t>
            </a:r>
          </a:p>
        </p:txBody>
      </p:sp>
      <p:sp>
        <p:nvSpPr>
          <p:cNvPr id="42" name="Body Level One…"/>
          <p:cNvSpPr txBox="1">
            <a:spLocks noGrp="1"/>
          </p:cNvSpPr>
          <p:nvPr>
            <p:ph type="body" idx="1"/>
          </p:nvPr>
        </p:nvSpPr>
        <p:spPr>
          <a:xfrm>
            <a:off x="844550" y="1229567"/>
            <a:ext cx="10502900" cy="4648200"/>
          </a:xfrm>
          <a:prstGeom prst="rect">
            <a:avLst/>
          </a:prstGeom>
        </p:spPr>
        <p:txBody>
          <a:bodyPr/>
          <a:lstStyle>
            <a:lvl1pPr>
              <a:defRPr/>
            </a:lvl1pPr>
            <a:lvl2pPr>
              <a:defRPr/>
            </a:lvl2pPr>
            <a:lvl3pPr>
              <a:defRPr/>
            </a:lvl3pPr>
            <a:lvl4pPr>
              <a:defRPr/>
            </a:lvl4pPr>
            <a:lvl5pPr>
              <a:defRPr/>
            </a:lvl5pPr>
          </a:lstStyle>
          <a:p>
            <a:r>
              <a:rPr dirty="0"/>
              <a:t>Body Level One</a:t>
            </a:r>
          </a:p>
          <a:p>
            <a:pPr lvl="1"/>
            <a:r>
              <a:rPr dirty="0"/>
              <a:t>Body Level Two</a:t>
            </a:r>
          </a:p>
          <a:p>
            <a:pPr lvl="2"/>
            <a:r>
              <a:rPr dirty="0"/>
              <a:t>Body Level Three</a:t>
            </a:r>
          </a:p>
          <a:p>
            <a:pPr lvl="3"/>
            <a:r>
              <a:rPr dirty="0"/>
              <a:t>Body Level Four</a:t>
            </a:r>
          </a:p>
          <a:p>
            <a:pPr lvl="4"/>
            <a:r>
              <a:rPr dirty="0"/>
              <a:t>Body Level Five</a:t>
            </a:r>
          </a:p>
        </p:txBody>
      </p:sp>
      <p:sp>
        <p:nvSpPr>
          <p:cNvPr id="44" name="Slide Number"/>
          <p:cNvSpPr txBox="1">
            <a:spLocks noGrp="1"/>
          </p:cNvSpPr>
          <p:nvPr>
            <p:ph type="sldNum" sz="quarter" idx="2"/>
          </p:nvPr>
        </p:nvSpPr>
        <p:spPr>
          <a:prstGeom prst="rect">
            <a:avLst/>
          </a:prstGeom>
        </p:spPr>
        <p:txBody>
          <a:bodyPr/>
          <a:lstStyle>
            <a:lvl1pPr>
              <a:defRPr>
                <a:solidFill>
                  <a:srgbClr val="800080"/>
                </a:solidFill>
              </a:defRPr>
            </a:lvl1pPr>
          </a:lstStyle>
          <a:p>
            <a:fld id="{86CB4B4D-7CA3-9044-876B-883B54F8677D}" type="slidenum">
              <a:rPr lang="en-US" smtClean="0"/>
              <a:pPr/>
              <a:t>‹#›</a:t>
            </a:fld>
            <a:endParaRPr lang="en-US"/>
          </a:p>
        </p:txBody>
      </p:sp>
    </p:spTree>
    <p:extLst>
      <p:ext uri="{BB962C8B-B14F-4D97-AF65-F5344CB8AC3E}">
        <p14:creationId xmlns:p14="http://schemas.microsoft.com/office/powerpoint/2010/main" val="3420125632"/>
      </p:ext>
    </p:extLst>
  </p:cSld>
  <p:clrMapOvr>
    <a:masterClrMapping/>
  </p:clrMapOvr>
  <p:transition spd="med"/>
</p:sldLayout>
</file>

<file path=ppt/slideLayouts/slideLayout3.xml><?xml version="1.0" encoding="utf-8"?>
<p:sldLayout xmlns:a="http://schemas.openxmlformats.org/drawingml/2006/main" xmlns:r="http://schemas.openxmlformats.org/officeDocument/2006/relationships" xmlns:p="http://schemas.openxmlformats.org/presentationml/2006/main" type="tx">
  <p:cSld name="Title - blue">
    <p:spTree>
      <p:nvGrpSpPr>
        <p:cNvPr id="1" name=""/>
        <p:cNvGrpSpPr/>
        <p:nvPr/>
      </p:nvGrpSpPr>
      <p:grpSpPr>
        <a:xfrm>
          <a:off x="0" y="0"/>
          <a:ext cx="0" cy="0"/>
          <a:chOff x="0" y="0"/>
          <a:chExt cx="0" cy="0"/>
        </a:xfrm>
      </p:grpSpPr>
      <p:sp>
        <p:nvSpPr>
          <p:cNvPr id="51" name="Title Text"/>
          <p:cNvSpPr txBox="1">
            <a:spLocks noGrp="1"/>
          </p:cNvSpPr>
          <p:nvPr>
            <p:ph type="title"/>
          </p:nvPr>
        </p:nvSpPr>
        <p:spPr>
          <a:xfrm>
            <a:off x="889000" y="2266950"/>
            <a:ext cx="10414000" cy="2324100"/>
          </a:xfrm>
          <a:prstGeom prst="rect">
            <a:avLst/>
          </a:prstGeom>
        </p:spPr>
        <p:txBody>
          <a:bodyPr/>
          <a:lstStyle>
            <a:lvl1pPr>
              <a:defRPr/>
            </a:lvl1pPr>
          </a:lstStyle>
          <a:p>
            <a:r>
              <a:t>Title Text</a:t>
            </a:r>
          </a:p>
        </p:txBody>
      </p:sp>
      <p:sp>
        <p:nvSpPr>
          <p:cNvPr id="52" name="Rectangle"/>
          <p:cNvSpPr/>
          <p:nvPr/>
        </p:nvSpPr>
        <p:spPr>
          <a:xfrm>
            <a:off x="0" y="6507659"/>
            <a:ext cx="12192000" cy="367110"/>
          </a:xfrm>
          <a:prstGeom prst="rect">
            <a:avLst/>
          </a:prstGeom>
          <a:solidFill>
            <a:srgbClr val="4885ED"/>
          </a:solidFill>
          <a:ln w="12700">
            <a:miter lim="400000"/>
          </a:ln>
        </p:spPr>
        <p:txBody>
          <a:bodyPr lIns="0" tIns="0" rIns="0" bIns="0" anchor="ctr"/>
          <a:lstStyle/>
          <a:p>
            <a:pPr defTabSz="412750">
              <a:defRPr sz="5000" b="1">
                <a:solidFill>
                  <a:srgbClr val="FFFFFF"/>
                </a:solidFill>
              </a:defRPr>
            </a:pPr>
            <a:endParaRPr sz="2500">
              <a:latin typeface="Gill Sans MT" panose="020B0502020104020203" pitchFamily="34" charset="0"/>
            </a:endParaRPr>
          </a:p>
        </p:txBody>
      </p:sp>
      <p:sp>
        <p:nvSpPr>
          <p:cNvPr id="53" name="Slide Number"/>
          <p:cNvSpPr txBox="1">
            <a:spLocks noGrp="1"/>
          </p:cNvSpPr>
          <p:nvPr>
            <p:ph type="sldNum" sz="quarter" idx="2"/>
          </p:nvPr>
        </p:nvSpPr>
        <p:spPr>
          <a:xfrm>
            <a:off x="5979516" y="6540500"/>
            <a:ext cx="296556" cy="287258"/>
          </a:xfrm>
          <a:prstGeom prst="rect">
            <a:avLst/>
          </a:prstGeom>
        </p:spPr>
        <p:txBody>
          <a:bodyPr/>
          <a:lstStyle>
            <a:lvl1pPr>
              <a:defRPr sz="1200">
                <a:latin typeface="Helvetica Light"/>
                <a:ea typeface="Helvetica Light"/>
                <a:cs typeface="Helvetica Light"/>
                <a:sym typeface="Helvetica Light"/>
              </a:defRPr>
            </a:lvl1pPr>
          </a:lstStyle>
          <a:p>
            <a:fld id="{86CB4B4D-7CA3-9044-876B-883B54F8677D}" type="slidenum">
              <a:t>‹#›</a:t>
            </a:fld>
            <a:endParaRPr/>
          </a:p>
        </p:txBody>
      </p:sp>
    </p:spTree>
    <p:extLst>
      <p:ext uri="{BB962C8B-B14F-4D97-AF65-F5344CB8AC3E}">
        <p14:creationId xmlns:p14="http://schemas.microsoft.com/office/powerpoint/2010/main" val="4167568682"/>
      </p:ext>
    </p:extLst>
  </p:cSld>
  <p:clrMapOvr>
    <a:masterClrMapping/>
  </p:clrMapOvr>
  <p:transition spd="med"/>
</p:sldLayout>
</file>

<file path=ppt/slideLayouts/slideLayout4.xml><?xml version="1.0" encoding="utf-8"?>
<p:sldLayout xmlns:a="http://schemas.openxmlformats.org/drawingml/2006/main" xmlns:r="http://schemas.openxmlformats.org/officeDocument/2006/relationships" xmlns:p="http://schemas.openxmlformats.org/presentationml/2006/main" type="tx">
  <p:cSld name="Title - red">
    <p:spTree>
      <p:nvGrpSpPr>
        <p:cNvPr id="1" name=""/>
        <p:cNvGrpSpPr/>
        <p:nvPr/>
      </p:nvGrpSpPr>
      <p:grpSpPr>
        <a:xfrm>
          <a:off x="0" y="0"/>
          <a:ext cx="0" cy="0"/>
          <a:chOff x="0" y="0"/>
          <a:chExt cx="0" cy="0"/>
        </a:xfrm>
      </p:grpSpPr>
      <p:sp>
        <p:nvSpPr>
          <p:cNvPr id="60" name="Title Text"/>
          <p:cNvSpPr txBox="1">
            <a:spLocks noGrp="1"/>
          </p:cNvSpPr>
          <p:nvPr>
            <p:ph type="title"/>
          </p:nvPr>
        </p:nvSpPr>
        <p:spPr>
          <a:xfrm>
            <a:off x="889000" y="2266950"/>
            <a:ext cx="10414000" cy="2324100"/>
          </a:xfrm>
          <a:prstGeom prst="rect">
            <a:avLst/>
          </a:prstGeom>
        </p:spPr>
        <p:txBody>
          <a:bodyPr/>
          <a:lstStyle>
            <a:lvl1pPr>
              <a:defRPr/>
            </a:lvl1pPr>
          </a:lstStyle>
          <a:p>
            <a:r>
              <a:t>Title Text</a:t>
            </a:r>
          </a:p>
        </p:txBody>
      </p:sp>
      <p:sp>
        <p:nvSpPr>
          <p:cNvPr id="61" name="Rectangle"/>
          <p:cNvSpPr/>
          <p:nvPr/>
        </p:nvSpPr>
        <p:spPr>
          <a:xfrm>
            <a:off x="0" y="6490891"/>
            <a:ext cx="12192000" cy="367110"/>
          </a:xfrm>
          <a:prstGeom prst="rect">
            <a:avLst/>
          </a:prstGeom>
          <a:solidFill>
            <a:srgbClr val="DB3236"/>
          </a:solidFill>
          <a:ln w="12700">
            <a:miter lim="400000"/>
          </a:ln>
        </p:spPr>
        <p:txBody>
          <a:bodyPr lIns="0" tIns="0" rIns="0" bIns="0" anchor="ctr"/>
          <a:lstStyle/>
          <a:p>
            <a:pPr defTabSz="412750">
              <a:defRPr sz="5000" b="1">
                <a:solidFill>
                  <a:srgbClr val="FFFFFF"/>
                </a:solidFill>
              </a:defRPr>
            </a:pPr>
            <a:endParaRPr sz="2500">
              <a:latin typeface="Gill Sans MT" panose="020B0502020104020203" pitchFamily="34" charset="0"/>
            </a:endParaRPr>
          </a:p>
        </p:txBody>
      </p:sp>
      <p:sp>
        <p:nvSpPr>
          <p:cNvPr id="62" name="Slide Number"/>
          <p:cNvSpPr txBox="1">
            <a:spLocks noGrp="1"/>
          </p:cNvSpPr>
          <p:nvPr>
            <p:ph type="sldNum" sz="quarter" idx="2"/>
          </p:nvPr>
        </p:nvSpPr>
        <p:spPr>
          <a:xfrm>
            <a:off x="5979516" y="6540500"/>
            <a:ext cx="296556" cy="287258"/>
          </a:xfrm>
          <a:prstGeom prst="rect">
            <a:avLst/>
          </a:prstGeom>
        </p:spPr>
        <p:txBody>
          <a:bodyPr/>
          <a:lstStyle>
            <a:lvl1pPr>
              <a:defRPr sz="1200">
                <a:latin typeface="Helvetica Light"/>
                <a:ea typeface="Helvetica Light"/>
                <a:cs typeface="Helvetica Light"/>
                <a:sym typeface="Helvetica Light"/>
              </a:defRPr>
            </a:lvl1pPr>
          </a:lstStyle>
          <a:p>
            <a:fld id="{86CB4B4D-7CA3-9044-876B-883B54F8677D}" type="slidenum">
              <a:t>‹#›</a:t>
            </a:fld>
            <a:endParaRPr/>
          </a:p>
        </p:txBody>
      </p:sp>
    </p:spTree>
    <p:extLst>
      <p:ext uri="{BB962C8B-B14F-4D97-AF65-F5344CB8AC3E}">
        <p14:creationId xmlns:p14="http://schemas.microsoft.com/office/powerpoint/2010/main" val="1044378355"/>
      </p:ext>
    </p:extLst>
  </p:cSld>
  <p:clrMapOvr>
    <a:masterClrMapping/>
  </p:clrMapOvr>
  <p:transition spd="med"/>
</p:sldLayout>
</file>

<file path=ppt/slideLayouts/slideLayout5.xml><?xml version="1.0" encoding="utf-8"?>
<p:sldLayout xmlns:a="http://schemas.openxmlformats.org/drawingml/2006/main" xmlns:r="http://schemas.openxmlformats.org/officeDocument/2006/relationships" xmlns:p="http://schemas.openxmlformats.org/presentationml/2006/main" type="tx">
  <p:cSld name="Title - yellow">
    <p:spTree>
      <p:nvGrpSpPr>
        <p:cNvPr id="1" name=""/>
        <p:cNvGrpSpPr/>
        <p:nvPr/>
      </p:nvGrpSpPr>
      <p:grpSpPr>
        <a:xfrm>
          <a:off x="0" y="0"/>
          <a:ext cx="0" cy="0"/>
          <a:chOff x="0" y="0"/>
          <a:chExt cx="0" cy="0"/>
        </a:xfrm>
      </p:grpSpPr>
      <p:sp>
        <p:nvSpPr>
          <p:cNvPr id="69" name="Title Text"/>
          <p:cNvSpPr txBox="1">
            <a:spLocks noGrp="1"/>
          </p:cNvSpPr>
          <p:nvPr>
            <p:ph type="title"/>
          </p:nvPr>
        </p:nvSpPr>
        <p:spPr>
          <a:xfrm>
            <a:off x="889000" y="2266950"/>
            <a:ext cx="10414000" cy="2324100"/>
          </a:xfrm>
          <a:prstGeom prst="rect">
            <a:avLst/>
          </a:prstGeom>
        </p:spPr>
        <p:txBody>
          <a:bodyPr/>
          <a:lstStyle>
            <a:lvl1pPr>
              <a:defRPr/>
            </a:lvl1pPr>
          </a:lstStyle>
          <a:p>
            <a:r>
              <a:t>Title Text</a:t>
            </a:r>
          </a:p>
        </p:txBody>
      </p:sp>
      <p:sp>
        <p:nvSpPr>
          <p:cNvPr id="70" name="Rectangle"/>
          <p:cNvSpPr/>
          <p:nvPr/>
        </p:nvSpPr>
        <p:spPr>
          <a:xfrm>
            <a:off x="0" y="6490891"/>
            <a:ext cx="12192000" cy="367110"/>
          </a:xfrm>
          <a:prstGeom prst="rect">
            <a:avLst/>
          </a:prstGeom>
          <a:solidFill>
            <a:srgbClr val="F4C20D"/>
          </a:solidFill>
          <a:ln w="12700">
            <a:miter lim="400000"/>
          </a:ln>
        </p:spPr>
        <p:txBody>
          <a:bodyPr lIns="0" tIns="0" rIns="0" bIns="0" anchor="ctr"/>
          <a:lstStyle/>
          <a:p>
            <a:pPr defTabSz="412750">
              <a:defRPr sz="5000" b="1">
                <a:solidFill>
                  <a:srgbClr val="FFFFFF"/>
                </a:solidFill>
              </a:defRPr>
            </a:pPr>
            <a:endParaRPr sz="2500">
              <a:latin typeface="Gill Sans MT" panose="020B0502020104020203" pitchFamily="34" charset="0"/>
            </a:endParaRPr>
          </a:p>
        </p:txBody>
      </p:sp>
      <p:sp>
        <p:nvSpPr>
          <p:cNvPr id="71" name="Slide Number"/>
          <p:cNvSpPr txBox="1">
            <a:spLocks noGrp="1"/>
          </p:cNvSpPr>
          <p:nvPr>
            <p:ph type="sldNum" sz="quarter" idx="2"/>
          </p:nvPr>
        </p:nvSpPr>
        <p:spPr>
          <a:xfrm>
            <a:off x="5979516" y="6540500"/>
            <a:ext cx="296556" cy="287258"/>
          </a:xfrm>
          <a:prstGeom prst="rect">
            <a:avLst/>
          </a:prstGeom>
        </p:spPr>
        <p:txBody>
          <a:bodyPr/>
          <a:lstStyle>
            <a:lvl1pPr>
              <a:defRPr sz="1200">
                <a:latin typeface="Helvetica Light"/>
                <a:ea typeface="Helvetica Light"/>
                <a:cs typeface="Helvetica Light"/>
                <a:sym typeface="Helvetica Light"/>
              </a:defRPr>
            </a:lvl1pPr>
          </a:lstStyle>
          <a:p>
            <a:fld id="{86CB4B4D-7CA3-9044-876B-883B54F8677D}" type="slidenum">
              <a:t>‹#›</a:t>
            </a:fld>
            <a:endParaRPr/>
          </a:p>
        </p:txBody>
      </p:sp>
    </p:spTree>
    <p:extLst>
      <p:ext uri="{BB962C8B-B14F-4D97-AF65-F5344CB8AC3E}">
        <p14:creationId xmlns:p14="http://schemas.microsoft.com/office/powerpoint/2010/main" val="2671047846"/>
      </p:ext>
    </p:extLst>
  </p:cSld>
  <p:clrMapOvr>
    <a:masterClrMapping/>
  </p:clrMapOvr>
  <p:transition spd="med"/>
</p:sldLayout>
</file>

<file path=ppt/slideLayouts/slideLayout6.xml><?xml version="1.0" encoding="utf-8"?>
<p:sldLayout xmlns:a="http://schemas.openxmlformats.org/drawingml/2006/main" xmlns:r="http://schemas.openxmlformats.org/officeDocument/2006/relationships" xmlns:p="http://schemas.openxmlformats.org/presentationml/2006/main" type="tx">
  <p:cSld name="Title - green">
    <p:spTree>
      <p:nvGrpSpPr>
        <p:cNvPr id="1" name=""/>
        <p:cNvGrpSpPr/>
        <p:nvPr/>
      </p:nvGrpSpPr>
      <p:grpSpPr>
        <a:xfrm>
          <a:off x="0" y="0"/>
          <a:ext cx="0" cy="0"/>
          <a:chOff x="0" y="0"/>
          <a:chExt cx="0" cy="0"/>
        </a:xfrm>
      </p:grpSpPr>
      <p:sp>
        <p:nvSpPr>
          <p:cNvPr id="78" name="Title Text"/>
          <p:cNvSpPr txBox="1">
            <a:spLocks noGrp="1"/>
          </p:cNvSpPr>
          <p:nvPr>
            <p:ph type="title"/>
          </p:nvPr>
        </p:nvSpPr>
        <p:spPr>
          <a:xfrm>
            <a:off x="889000" y="2266950"/>
            <a:ext cx="10414000" cy="2324100"/>
          </a:xfrm>
          <a:prstGeom prst="rect">
            <a:avLst/>
          </a:prstGeom>
        </p:spPr>
        <p:txBody>
          <a:bodyPr/>
          <a:lstStyle>
            <a:lvl1pPr>
              <a:defRPr/>
            </a:lvl1pPr>
          </a:lstStyle>
          <a:p>
            <a:r>
              <a:t>Title Text</a:t>
            </a:r>
          </a:p>
        </p:txBody>
      </p:sp>
      <p:sp>
        <p:nvSpPr>
          <p:cNvPr id="79" name="Rectangle"/>
          <p:cNvSpPr/>
          <p:nvPr/>
        </p:nvSpPr>
        <p:spPr>
          <a:xfrm>
            <a:off x="0" y="6490891"/>
            <a:ext cx="12192000" cy="367110"/>
          </a:xfrm>
          <a:prstGeom prst="rect">
            <a:avLst/>
          </a:prstGeom>
          <a:solidFill>
            <a:srgbClr val="3CBA54"/>
          </a:solidFill>
          <a:ln w="12700">
            <a:miter lim="400000"/>
          </a:ln>
        </p:spPr>
        <p:txBody>
          <a:bodyPr lIns="0" tIns="0" rIns="0" bIns="0" anchor="ctr"/>
          <a:lstStyle/>
          <a:p>
            <a:pPr defTabSz="412750">
              <a:defRPr sz="5000" b="1">
                <a:solidFill>
                  <a:srgbClr val="FFFFFF"/>
                </a:solidFill>
              </a:defRPr>
            </a:pPr>
            <a:endParaRPr sz="2500">
              <a:latin typeface="Gill Sans MT" panose="020B0502020104020203" pitchFamily="34" charset="0"/>
            </a:endParaRPr>
          </a:p>
        </p:txBody>
      </p:sp>
      <p:sp>
        <p:nvSpPr>
          <p:cNvPr id="80" name="Slide Number"/>
          <p:cNvSpPr txBox="1">
            <a:spLocks noGrp="1"/>
          </p:cNvSpPr>
          <p:nvPr>
            <p:ph type="sldNum" sz="quarter" idx="2"/>
          </p:nvPr>
        </p:nvSpPr>
        <p:spPr>
          <a:xfrm>
            <a:off x="5979516" y="6540500"/>
            <a:ext cx="296556" cy="287258"/>
          </a:xfrm>
          <a:prstGeom prst="rect">
            <a:avLst/>
          </a:prstGeom>
        </p:spPr>
        <p:txBody>
          <a:bodyPr/>
          <a:lstStyle>
            <a:lvl1pPr>
              <a:defRPr sz="1200">
                <a:latin typeface="Helvetica Light"/>
                <a:ea typeface="Helvetica Light"/>
                <a:cs typeface="Helvetica Light"/>
                <a:sym typeface="Helvetica Light"/>
              </a:defRPr>
            </a:lvl1pPr>
          </a:lstStyle>
          <a:p>
            <a:fld id="{86CB4B4D-7CA3-9044-876B-883B54F8677D}" type="slidenum">
              <a:t>‹#›</a:t>
            </a:fld>
            <a:endParaRPr/>
          </a:p>
        </p:txBody>
      </p:sp>
    </p:spTree>
    <p:extLst>
      <p:ext uri="{BB962C8B-B14F-4D97-AF65-F5344CB8AC3E}">
        <p14:creationId xmlns:p14="http://schemas.microsoft.com/office/powerpoint/2010/main" val="2051107205"/>
      </p:ext>
    </p:extLst>
  </p:cSld>
  <p:clrMapOvr>
    <a:masterClrMapping/>
  </p:clrMapOvr>
  <p:transition spd="med"/>
</p:sldLayout>
</file>

<file path=ppt/slideLayouts/slideLayout7.xml><?xml version="1.0" encoding="utf-8"?>
<p:sldLayout xmlns:a="http://schemas.openxmlformats.org/drawingml/2006/main" xmlns:r="http://schemas.openxmlformats.org/officeDocument/2006/relationships" xmlns:p="http://schemas.openxmlformats.org/presentationml/2006/main" type="tx">
  <p:cSld name="Screen Blue">
    <p:spTree>
      <p:nvGrpSpPr>
        <p:cNvPr id="1" name=""/>
        <p:cNvGrpSpPr/>
        <p:nvPr/>
      </p:nvGrpSpPr>
      <p:grpSpPr>
        <a:xfrm>
          <a:off x="0" y="0"/>
          <a:ext cx="0" cy="0"/>
          <a:chOff x="0" y="0"/>
          <a:chExt cx="0" cy="0"/>
        </a:xfrm>
      </p:grpSpPr>
      <p:sp>
        <p:nvSpPr>
          <p:cNvPr id="87" name="Rectangle"/>
          <p:cNvSpPr/>
          <p:nvPr/>
        </p:nvSpPr>
        <p:spPr>
          <a:xfrm>
            <a:off x="0" y="-1"/>
            <a:ext cx="12192000" cy="6134895"/>
          </a:xfrm>
          <a:prstGeom prst="rect">
            <a:avLst/>
          </a:prstGeom>
          <a:solidFill>
            <a:srgbClr val="4885ED"/>
          </a:solidFill>
          <a:ln w="12700">
            <a:miter lim="400000"/>
          </a:ln>
        </p:spPr>
        <p:txBody>
          <a:bodyPr lIns="0" tIns="0" rIns="0" bIns="0" anchor="ctr"/>
          <a:lstStyle/>
          <a:p>
            <a:pPr defTabSz="412750">
              <a:defRPr sz="5000" b="1">
                <a:solidFill>
                  <a:srgbClr val="FFFFFF"/>
                </a:solidFill>
              </a:defRPr>
            </a:pPr>
            <a:endParaRPr sz="2500">
              <a:latin typeface="Gill Sans MT" panose="020B0502020104020203" pitchFamily="34" charset="0"/>
            </a:endParaRPr>
          </a:p>
        </p:txBody>
      </p:sp>
      <p:sp>
        <p:nvSpPr>
          <p:cNvPr id="88" name="Title Text"/>
          <p:cNvSpPr txBox="1">
            <a:spLocks noGrp="1"/>
          </p:cNvSpPr>
          <p:nvPr>
            <p:ph type="title"/>
          </p:nvPr>
        </p:nvSpPr>
        <p:spPr>
          <a:xfrm>
            <a:off x="943793" y="2038821"/>
            <a:ext cx="10304414" cy="2173884"/>
          </a:xfrm>
          <a:prstGeom prst="rect">
            <a:avLst/>
          </a:prstGeom>
        </p:spPr>
        <p:txBody>
          <a:bodyPr anchor="b"/>
          <a:lstStyle>
            <a:lvl1pPr defTabSz="412750">
              <a:defRPr sz="5000" baseline="1998">
                <a:solidFill>
                  <a:srgbClr val="FFFFFF"/>
                </a:solidFill>
              </a:defRPr>
            </a:lvl1pPr>
          </a:lstStyle>
          <a:p>
            <a:r>
              <a:t>Title Text</a:t>
            </a:r>
          </a:p>
        </p:txBody>
      </p:sp>
      <p:sp>
        <p:nvSpPr>
          <p:cNvPr id="89" name="Line"/>
          <p:cNvSpPr/>
          <p:nvPr/>
        </p:nvSpPr>
        <p:spPr>
          <a:xfrm flipV="1">
            <a:off x="570260" y="2030052"/>
            <a:ext cx="1" cy="2277197"/>
          </a:xfrm>
          <a:prstGeom prst="line">
            <a:avLst/>
          </a:prstGeom>
          <a:ln w="127000">
            <a:solidFill>
              <a:srgbClr val="FFFFFF"/>
            </a:solidFill>
            <a:miter lim="400000"/>
          </a:ln>
        </p:spPr>
        <p:txBody>
          <a:bodyPr lIns="22859" tIns="22859" rIns="22859" bIns="22859"/>
          <a:lstStyle/>
          <a:p>
            <a:endParaRPr sz="900">
              <a:latin typeface="Gill Sans MT" panose="020B0502020104020203" pitchFamily="34" charset="0"/>
            </a:endParaRPr>
          </a:p>
        </p:txBody>
      </p:sp>
      <p:sp>
        <p:nvSpPr>
          <p:cNvPr id="90" name="Slide Number"/>
          <p:cNvSpPr txBox="1">
            <a:spLocks noGrp="1"/>
          </p:cNvSpPr>
          <p:nvPr>
            <p:ph type="sldNum" sz="quarter" idx="2"/>
          </p:nvPr>
        </p:nvSpPr>
        <p:spPr>
          <a:xfrm>
            <a:off x="5979516" y="6540500"/>
            <a:ext cx="296556" cy="287258"/>
          </a:xfrm>
          <a:prstGeom prst="rect">
            <a:avLst/>
          </a:prstGeom>
        </p:spPr>
        <p:txBody>
          <a:bodyPr/>
          <a:lstStyle>
            <a:lvl1pPr>
              <a:defRPr sz="1200">
                <a:latin typeface="Helvetica Light"/>
                <a:ea typeface="Helvetica Light"/>
                <a:cs typeface="Helvetica Light"/>
                <a:sym typeface="Helvetica Light"/>
              </a:defRPr>
            </a:lvl1pPr>
          </a:lstStyle>
          <a:p>
            <a:fld id="{86CB4B4D-7CA3-9044-876B-883B54F8677D}" type="slidenum">
              <a:t>‹#›</a:t>
            </a:fld>
            <a:endParaRPr/>
          </a:p>
        </p:txBody>
      </p:sp>
    </p:spTree>
    <p:extLst>
      <p:ext uri="{BB962C8B-B14F-4D97-AF65-F5344CB8AC3E}">
        <p14:creationId xmlns:p14="http://schemas.microsoft.com/office/powerpoint/2010/main" val="3497000795"/>
      </p:ext>
    </p:extLst>
  </p:cSld>
  <p:clrMapOvr>
    <a:masterClrMapping/>
  </p:clrMapOvr>
  <p:transition spd="med"/>
</p:sldLayout>
</file>

<file path=ppt/slideLayouts/slideLayout8.xml><?xml version="1.0" encoding="utf-8"?>
<p:sldLayout xmlns:a="http://schemas.openxmlformats.org/drawingml/2006/main" xmlns:r="http://schemas.openxmlformats.org/officeDocument/2006/relationships" xmlns:p="http://schemas.openxmlformats.org/presentationml/2006/main" type="tx">
  <p:cSld name="Screen Green">
    <p:spTree>
      <p:nvGrpSpPr>
        <p:cNvPr id="1" name=""/>
        <p:cNvGrpSpPr/>
        <p:nvPr/>
      </p:nvGrpSpPr>
      <p:grpSpPr>
        <a:xfrm>
          <a:off x="0" y="0"/>
          <a:ext cx="0" cy="0"/>
          <a:chOff x="0" y="0"/>
          <a:chExt cx="0" cy="0"/>
        </a:xfrm>
      </p:grpSpPr>
      <p:sp>
        <p:nvSpPr>
          <p:cNvPr id="97" name="Rectangle"/>
          <p:cNvSpPr/>
          <p:nvPr/>
        </p:nvSpPr>
        <p:spPr>
          <a:xfrm>
            <a:off x="0" y="-1"/>
            <a:ext cx="12192000" cy="6134895"/>
          </a:xfrm>
          <a:prstGeom prst="rect">
            <a:avLst/>
          </a:prstGeom>
          <a:solidFill>
            <a:srgbClr val="63B760"/>
          </a:solidFill>
          <a:ln w="12700">
            <a:miter lim="400000"/>
          </a:ln>
        </p:spPr>
        <p:txBody>
          <a:bodyPr lIns="0" tIns="0" rIns="0" bIns="0" anchor="ctr"/>
          <a:lstStyle/>
          <a:p>
            <a:pPr defTabSz="412750">
              <a:defRPr sz="5000" b="1">
                <a:solidFill>
                  <a:srgbClr val="FFFFFF"/>
                </a:solidFill>
              </a:defRPr>
            </a:pPr>
            <a:endParaRPr sz="2500">
              <a:latin typeface="Gill Sans MT" panose="020B0502020104020203" pitchFamily="34" charset="0"/>
            </a:endParaRPr>
          </a:p>
        </p:txBody>
      </p:sp>
      <p:sp>
        <p:nvSpPr>
          <p:cNvPr id="98" name="Title Text"/>
          <p:cNvSpPr txBox="1">
            <a:spLocks noGrp="1"/>
          </p:cNvSpPr>
          <p:nvPr>
            <p:ph type="title"/>
          </p:nvPr>
        </p:nvSpPr>
        <p:spPr>
          <a:xfrm>
            <a:off x="943793" y="2038821"/>
            <a:ext cx="10304414" cy="2173884"/>
          </a:xfrm>
          <a:prstGeom prst="rect">
            <a:avLst/>
          </a:prstGeom>
        </p:spPr>
        <p:txBody>
          <a:bodyPr anchor="b"/>
          <a:lstStyle>
            <a:lvl1pPr defTabSz="412750">
              <a:defRPr sz="5000" baseline="1998">
                <a:solidFill>
                  <a:srgbClr val="FFFFFF"/>
                </a:solidFill>
              </a:defRPr>
            </a:lvl1pPr>
          </a:lstStyle>
          <a:p>
            <a:r>
              <a:t>Title Text</a:t>
            </a:r>
          </a:p>
        </p:txBody>
      </p:sp>
      <p:sp>
        <p:nvSpPr>
          <p:cNvPr id="99" name="Line"/>
          <p:cNvSpPr/>
          <p:nvPr/>
        </p:nvSpPr>
        <p:spPr>
          <a:xfrm flipV="1">
            <a:off x="570260" y="2030052"/>
            <a:ext cx="1" cy="2277197"/>
          </a:xfrm>
          <a:prstGeom prst="line">
            <a:avLst/>
          </a:prstGeom>
          <a:ln w="127000">
            <a:solidFill>
              <a:srgbClr val="FFFFFF"/>
            </a:solidFill>
            <a:miter lim="400000"/>
          </a:ln>
        </p:spPr>
        <p:txBody>
          <a:bodyPr lIns="22859" tIns="22859" rIns="22859" bIns="22859"/>
          <a:lstStyle/>
          <a:p>
            <a:endParaRPr sz="900">
              <a:latin typeface="Gill Sans MT" panose="020B0502020104020203" pitchFamily="34" charset="0"/>
            </a:endParaRPr>
          </a:p>
        </p:txBody>
      </p:sp>
      <p:sp>
        <p:nvSpPr>
          <p:cNvPr id="100" name="Slide Number"/>
          <p:cNvSpPr txBox="1">
            <a:spLocks noGrp="1"/>
          </p:cNvSpPr>
          <p:nvPr>
            <p:ph type="sldNum" sz="quarter" idx="2"/>
          </p:nvPr>
        </p:nvSpPr>
        <p:spPr>
          <a:xfrm>
            <a:off x="5979516" y="6540500"/>
            <a:ext cx="296556" cy="287258"/>
          </a:xfrm>
          <a:prstGeom prst="rect">
            <a:avLst/>
          </a:prstGeom>
        </p:spPr>
        <p:txBody>
          <a:bodyPr/>
          <a:lstStyle>
            <a:lvl1pPr>
              <a:defRPr sz="1200">
                <a:latin typeface="Helvetica Light"/>
                <a:ea typeface="Helvetica Light"/>
                <a:cs typeface="Helvetica Light"/>
                <a:sym typeface="Helvetica Light"/>
              </a:defRPr>
            </a:lvl1pPr>
          </a:lstStyle>
          <a:p>
            <a:fld id="{86CB4B4D-7CA3-9044-876B-883B54F8677D}" type="slidenum">
              <a:t>‹#›</a:t>
            </a:fld>
            <a:endParaRPr/>
          </a:p>
        </p:txBody>
      </p:sp>
    </p:spTree>
    <p:extLst>
      <p:ext uri="{BB962C8B-B14F-4D97-AF65-F5344CB8AC3E}">
        <p14:creationId xmlns:p14="http://schemas.microsoft.com/office/powerpoint/2010/main" val="923456274"/>
      </p:ext>
    </p:extLst>
  </p:cSld>
  <p:clrMapOvr>
    <a:masterClrMapping/>
  </p:clrMapOvr>
  <p:transition spd="med"/>
</p:sldLayout>
</file>

<file path=ppt/slideLayouts/slideLayout9.xml><?xml version="1.0" encoding="utf-8"?>
<p:sldLayout xmlns:a="http://schemas.openxmlformats.org/drawingml/2006/main" xmlns:r="http://schemas.openxmlformats.org/officeDocument/2006/relationships" xmlns:p="http://schemas.openxmlformats.org/presentationml/2006/main" type="tx">
  <p:cSld name="Screen Yellow">
    <p:spTree>
      <p:nvGrpSpPr>
        <p:cNvPr id="1" name=""/>
        <p:cNvGrpSpPr/>
        <p:nvPr/>
      </p:nvGrpSpPr>
      <p:grpSpPr>
        <a:xfrm>
          <a:off x="0" y="0"/>
          <a:ext cx="0" cy="0"/>
          <a:chOff x="0" y="0"/>
          <a:chExt cx="0" cy="0"/>
        </a:xfrm>
      </p:grpSpPr>
      <p:sp>
        <p:nvSpPr>
          <p:cNvPr id="107" name="Rectangle"/>
          <p:cNvSpPr/>
          <p:nvPr/>
        </p:nvSpPr>
        <p:spPr>
          <a:xfrm>
            <a:off x="0" y="-1"/>
            <a:ext cx="12192000" cy="6134895"/>
          </a:xfrm>
          <a:prstGeom prst="rect">
            <a:avLst/>
          </a:prstGeom>
          <a:solidFill>
            <a:srgbClr val="EDC444"/>
          </a:solidFill>
          <a:ln w="12700">
            <a:miter lim="400000"/>
          </a:ln>
        </p:spPr>
        <p:txBody>
          <a:bodyPr lIns="0" tIns="0" rIns="0" bIns="0" anchor="ctr"/>
          <a:lstStyle/>
          <a:p>
            <a:pPr defTabSz="412750">
              <a:defRPr sz="5000" b="1">
                <a:solidFill>
                  <a:srgbClr val="FFFFFF"/>
                </a:solidFill>
              </a:defRPr>
            </a:pPr>
            <a:endParaRPr sz="2500">
              <a:latin typeface="Gill Sans MT" panose="020B0502020104020203" pitchFamily="34" charset="0"/>
            </a:endParaRPr>
          </a:p>
        </p:txBody>
      </p:sp>
      <p:sp>
        <p:nvSpPr>
          <p:cNvPr id="108" name="Title Text"/>
          <p:cNvSpPr txBox="1">
            <a:spLocks noGrp="1"/>
          </p:cNvSpPr>
          <p:nvPr>
            <p:ph type="title"/>
          </p:nvPr>
        </p:nvSpPr>
        <p:spPr>
          <a:xfrm>
            <a:off x="943793" y="2038821"/>
            <a:ext cx="10304414" cy="2173884"/>
          </a:xfrm>
          <a:prstGeom prst="rect">
            <a:avLst/>
          </a:prstGeom>
        </p:spPr>
        <p:txBody>
          <a:bodyPr anchor="b"/>
          <a:lstStyle>
            <a:lvl1pPr defTabSz="412750">
              <a:defRPr sz="5000" baseline="1998">
                <a:solidFill>
                  <a:srgbClr val="FFFFFF"/>
                </a:solidFill>
              </a:defRPr>
            </a:lvl1pPr>
          </a:lstStyle>
          <a:p>
            <a:r>
              <a:t>Title Text</a:t>
            </a:r>
          </a:p>
        </p:txBody>
      </p:sp>
      <p:sp>
        <p:nvSpPr>
          <p:cNvPr id="109" name="Line"/>
          <p:cNvSpPr/>
          <p:nvPr/>
        </p:nvSpPr>
        <p:spPr>
          <a:xfrm flipV="1">
            <a:off x="570260" y="2030052"/>
            <a:ext cx="1" cy="2277197"/>
          </a:xfrm>
          <a:prstGeom prst="line">
            <a:avLst/>
          </a:prstGeom>
          <a:ln w="127000">
            <a:solidFill>
              <a:srgbClr val="FFFFFF"/>
            </a:solidFill>
            <a:miter lim="400000"/>
          </a:ln>
        </p:spPr>
        <p:txBody>
          <a:bodyPr lIns="22859" tIns="22859" rIns="22859" bIns="22859"/>
          <a:lstStyle/>
          <a:p>
            <a:endParaRPr sz="900">
              <a:latin typeface="Gill Sans MT" panose="020B0502020104020203" pitchFamily="34" charset="0"/>
            </a:endParaRPr>
          </a:p>
        </p:txBody>
      </p:sp>
      <p:sp>
        <p:nvSpPr>
          <p:cNvPr id="110" name="Slide Number"/>
          <p:cNvSpPr txBox="1">
            <a:spLocks noGrp="1"/>
          </p:cNvSpPr>
          <p:nvPr>
            <p:ph type="sldNum" sz="quarter" idx="2"/>
          </p:nvPr>
        </p:nvSpPr>
        <p:spPr>
          <a:xfrm>
            <a:off x="5979516" y="6540500"/>
            <a:ext cx="296556" cy="287258"/>
          </a:xfrm>
          <a:prstGeom prst="rect">
            <a:avLst/>
          </a:prstGeom>
        </p:spPr>
        <p:txBody>
          <a:bodyPr/>
          <a:lstStyle>
            <a:lvl1pPr>
              <a:defRPr sz="1200">
                <a:latin typeface="Helvetica Light"/>
                <a:ea typeface="Helvetica Light"/>
                <a:cs typeface="Helvetica Light"/>
                <a:sym typeface="Helvetica Light"/>
              </a:defRPr>
            </a:lvl1pPr>
          </a:lstStyle>
          <a:p>
            <a:fld id="{86CB4B4D-7CA3-9044-876B-883B54F8677D}" type="slidenum">
              <a:t>‹#›</a:t>
            </a:fld>
            <a:endParaRPr/>
          </a:p>
        </p:txBody>
      </p:sp>
    </p:spTree>
    <p:extLst>
      <p:ext uri="{BB962C8B-B14F-4D97-AF65-F5344CB8AC3E}">
        <p14:creationId xmlns:p14="http://schemas.microsoft.com/office/powerpoint/2010/main" val="267436002"/>
      </p:ext>
    </p:extLst>
  </p:cSld>
  <p:clrMapOvr>
    <a:masterClrMapping/>
  </p:clrMapOvr>
  <p:transition spd="med"/>
</p:sldLayout>
</file>

<file path=ppt/slideLayouts/slideLayout10.xml><?xml version="1.0" encoding="utf-8"?>
<p:sldLayout xmlns:a="http://schemas.openxmlformats.org/drawingml/2006/main" xmlns:r="http://schemas.openxmlformats.org/officeDocument/2006/relationships" xmlns:p="http://schemas.openxmlformats.org/presentationml/2006/main" type="tx">
  <p:cSld name="Screen Red">
    <p:spTree>
      <p:nvGrpSpPr>
        <p:cNvPr id="1" name=""/>
        <p:cNvGrpSpPr/>
        <p:nvPr/>
      </p:nvGrpSpPr>
      <p:grpSpPr>
        <a:xfrm>
          <a:off x="0" y="0"/>
          <a:ext cx="0" cy="0"/>
          <a:chOff x="0" y="0"/>
          <a:chExt cx="0" cy="0"/>
        </a:xfrm>
      </p:grpSpPr>
      <p:sp>
        <p:nvSpPr>
          <p:cNvPr id="117" name="Rectangle"/>
          <p:cNvSpPr/>
          <p:nvPr/>
        </p:nvSpPr>
        <p:spPr>
          <a:xfrm>
            <a:off x="0" y="-1"/>
            <a:ext cx="12192000" cy="6134895"/>
          </a:xfrm>
          <a:prstGeom prst="rect">
            <a:avLst/>
          </a:prstGeom>
          <a:solidFill>
            <a:srgbClr val="CA423E"/>
          </a:solidFill>
          <a:ln w="12700">
            <a:miter lim="400000"/>
          </a:ln>
        </p:spPr>
        <p:txBody>
          <a:bodyPr lIns="0" tIns="0" rIns="0" bIns="0" anchor="ctr"/>
          <a:lstStyle/>
          <a:p>
            <a:pPr defTabSz="412750">
              <a:defRPr sz="5000" b="1">
                <a:solidFill>
                  <a:srgbClr val="FFFFFF"/>
                </a:solidFill>
              </a:defRPr>
            </a:pPr>
            <a:endParaRPr sz="2500">
              <a:latin typeface="Gill Sans MT" panose="020B0502020104020203" pitchFamily="34" charset="0"/>
            </a:endParaRPr>
          </a:p>
        </p:txBody>
      </p:sp>
      <p:sp>
        <p:nvSpPr>
          <p:cNvPr id="118" name="Title Text"/>
          <p:cNvSpPr txBox="1">
            <a:spLocks noGrp="1"/>
          </p:cNvSpPr>
          <p:nvPr>
            <p:ph type="title"/>
          </p:nvPr>
        </p:nvSpPr>
        <p:spPr>
          <a:xfrm>
            <a:off x="943793" y="2038821"/>
            <a:ext cx="10304414" cy="2173884"/>
          </a:xfrm>
          <a:prstGeom prst="rect">
            <a:avLst/>
          </a:prstGeom>
        </p:spPr>
        <p:txBody>
          <a:bodyPr anchor="b"/>
          <a:lstStyle>
            <a:lvl1pPr defTabSz="412750">
              <a:defRPr sz="5000" baseline="1998">
                <a:solidFill>
                  <a:srgbClr val="FFFFFF"/>
                </a:solidFill>
              </a:defRPr>
            </a:lvl1pPr>
          </a:lstStyle>
          <a:p>
            <a:r>
              <a:t>Title Text</a:t>
            </a:r>
          </a:p>
        </p:txBody>
      </p:sp>
      <p:sp>
        <p:nvSpPr>
          <p:cNvPr id="119" name="Line"/>
          <p:cNvSpPr/>
          <p:nvPr/>
        </p:nvSpPr>
        <p:spPr>
          <a:xfrm flipV="1">
            <a:off x="570260" y="2030052"/>
            <a:ext cx="1" cy="2277197"/>
          </a:xfrm>
          <a:prstGeom prst="line">
            <a:avLst/>
          </a:prstGeom>
          <a:ln w="127000">
            <a:solidFill>
              <a:srgbClr val="FFFFFF"/>
            </a:solidFill>
            <a:miter lim="400000"/>
          </a:ln>
        </p:spPr>
        <p:txBody>
          <a:bodyPr lIns="22859" tIns="22859" rIns="22859" bIns="22859"/>
          <a:lstStyle/>
          <a:p>
            <a:endParaRPr sz="900">
              <a:latin typeface="Gill Sans MT" panose="020B0502020104020203" pitchFamily="34" charset="0"/>
            </a:endParaRPr>
          </a:p>
        </p:txBody>
      </p:sp>
      <p:sp>
        <p:nvSpPr>
          <p:cNvPr id="120" name="Slide Number"/>
          <p:cNvSpPr txBox="1">
            <a:spLocks noGrp="1"/>
          </p:cNvSpPr>
          <p:nvPr>
            <p:ph type="sldNum" sz="quarter" idx="2"/>
          </p:nvPr>
        </p:nvSpPr>
        <p:spPr>
          <a:xfrm>
            <a:off x="5979516" y="6540500"/>
            <a:ext cx="296556" cy="287258"/>
          </a:xfrm>
          <a:prstGeom prst="rect">
            <a:avLst/>
          </a:prstGeom>
        </p:spPr>
        <p:txBody>
          <a:bodyPr/>
          <a:lstStyle>
            <a:lvl1pPr>
              <a:defRPr sz="1200">
                <a:latin typeface="Helvetica Light"/>
                <a:ea typeface="Helvetica Light"/>
                <a:cs typeface="Helvetica Light"/>
                <a:sym typeface="Helvetica Light"/>
              </a:defRPr>
            </a:lvl1pPr>
          </a:lstStyle>
          <a:p>
            <a:fld id="{86CB4B4D-7CA3-9044-876B-883B54F8677D}" type="slidenum">
              <a:t>‹#›</a:t>
            </a:fld>
            <a:endParaRPr/>
          </a:p>
        </p:txBody>
      </p:sp>
    </p:spTree>
    <p:extLst>
      <p:ext uri="{BB962C8B-B14F-4D97-AF65-F5344CB8AC3E}">
        <p14:creationId xmlns:p14="http://schemas.microsoft.com/office/powerpoint/2010/main" val="3689526704"/>
      </p:ext>
    </p:extLst>
  </p:cSld>
  <p:clrMapOvr>
    <a:masterClrMapping/>
  </p:clrMapOvr>
  <p:transition spd="med"/>
</p:sldLayout>
</file>

<file path=ppt/slideLayouts/slideLayout11.xml><?xml version="1.0" encoding="utf-8"?>
<p:sldLayout xmlns:a="http://schemas.openxmlformats.org/drawingml/2006/main" xmlns:r="http://schemas.openxmlformats.org/officeDocument/2006/relationships" xmlns:p="http://schemas.openxmlformats.org/presentationml/2006/main" type="tx">
  <p:cSld name="Final">
    <p:spTree>
      <p:nvGrpSpPr>
        <p:cNvPr id="1" name=""/>
        <p:cNvGrpSpPr/>
        <p:nvPr/>
      </p:nvGrpSpPr>
      <p:grpSpPr>
        <a:xfrm>
          <a:off x="0" y="0"/>
          <a:ext cx="0" cy="0"/>
          <a:chOff x="0" y="0"/>
          <a:chExt cx="0" cy="0"/>
        </a:xfrm>
      </p:grpSpPr>
      <p:sp>
        <p:nvSpPr>
          <p:cNvPr id="127" name="Rectangle"/>
          <p:cNvSpPr/>
          <p:nvPr/>
        </p:nvSpPr>
        <p:spPr>
          <a:xfrm>
            <a:off x="0" y="-16768"/>
            <a:ext cx="12192000" cy="6032004"/>
          </a:xfrm>
          <a:prstGeom prst="rect">
            <a:avLst/>
          </a:prstGeom>
          <a:solidFill>
            <a:srgbClr val="419CFF"/>
          </a:solidFill>
          <a:ln w="12700">
            <a:miter lim="400000"/>
          </a:ln>
        </p:spPr>
        <p:txBody>
          <a:bodyPr lIns="0" tIns="0" rIns="0" bIns="0" anchor="ctr"/>
          <a:lstStyle/>
          <a:p>
            <a:pPr defTabSz="412750">
              <a:defRPr sz="5000" b="1">
                <a:solidFill>
                  <a:srgbClr val="FFFFFF"/>
                </a:solidFill>
              </a:defRPr>
            </a:pPr>
            <a:endParaRPr sz="2500">
              <a:latin typeface="Gill Sans MT" panose="020B0502020104020203" pitchFamily="34" charset="0"/>
            </a:endParaRPr>
          </a:p>
        </p:txBody>
      </p:sp>
      <p:sp>
        <p:nvSpPr>
          <p:cNvPr id="128" name="Title Text"/>
          <p:cNvSpPr txBox="1">
            <a:spLocks noGrp="1"/>
          </p:cNvSpPr>
          <p:nvPr>
            <p:ph type="title"/>
          </p:nvPr>
        </p:nvSpPr>
        <p:spPr>
          <a:xfrm>
            <a:off x="943793" y="2038821"/>
            <a:ext cx="10304414" cy="2173884"/>
          </a:xfrm>
          <a:prstGeom prst="rect">
            <a:avLst/>
          </a:prstGeom>
        </p:spPr>
        <p:txBody>
          <a:bodyPr/>
          <a:lstStyle>
            <a:lvl1pPr algn="ctr" defTabSz="412750">
              <a:defRPr sz="6000" b="0" baseline="1666">
                <a:solidFill>
                  <a:srgbClr val="FFFFFF"/>
                </a:solidFill>
              </a:defRPr>
            </a:lvl1pPr>
          </a:lstStyle>
          <a:p>
            <a:r>
              <a:t>Title Text</a:t>
            </a:r>
          </a:p>
        </p:txBody>
      </p:sp>
      <p:sp>
        <p:nvSpPr>
          <p:cNvPr id="129" name="Slide Number"/>
          <p:cNvSpPr txBox="1">
            <a:spLocks noGrp="1"/>
          </p:cNvSpPr>
          <p:nvPr>
            <p:ph type="sldNum" sz="quarter" idx="2"/>
          </p:nvPr>
        </p:nvSpPr>
        <p:spPr>
          <a:xfrm>
            <a:off x="5979516" y="6540500"/>
            <a:ext cx="296556" cy="287258"/>
          </a:xfrm>
          <a:prstGeom prst="rect">
            <a:avLst/>
          </a:prstGeom>
        </p:spPr>
        <p:txBody>
          <a:bodyPr/>
          <a:lstStyle>
            <a:lvl1pPr>
              <a:defRPr sz="1200">
                <a:latin typeface="Helvetica Light"/>
                <a:ea typeface="Helvetica Light"/>
                <a:cs typeface="Helvetica Light"/>
                <a:sym typeface="Helvetica Light"/>
              </a:defRPr>
            </a:lvl1pPr>
          </a:lstStyle>
          <a:p>
            <a:fld id="{86CB4B4D-7CA3-9044-876B-883B54F8677D}" type="slidenum">
              <a:t>‹#›</a:t>
            </a:fld>
            <a:endParaRPr/>
          </a:p>
        </p:txBody>
      </p:sp>
    </p:spTree>
    <p:extLst>
      <p:ext uri="{BB962C8B-B14F-4D97-AF65-F5344CB8AC3E}">
        <p14:creationId xmlns:p14="http://schemas.microsoft.com/office/powerpoint/2010/main" val="3010783724"/>
      </p:ext>
    </p:extLst>
  </p:cSld>
  <p:clrMapOvr>
    <a:masterClrMapping/>
  </p:clrMapOvr>
  <p:transition spd="med"/>
</p:sldLayout>
</file>

<file path=ppt/slideLayouts/slideLayout12.xml><?xml version="1.0" encoding="utf-8"?>
<p:sldLayout xmlns:a="http://schemas.openxmlformats.org/drawingml/2006/main" xmlns:r="http://schemas.openxmlformats.org/officeDocument/2006/relationships" xmlns:p="http://schemas.openxmlformats.org/presentationml/2006/main" type="tx">
  <p:cSld name="Title &amp; Bullets">
    <p:spTree>
      <p:nvGrpSpPr>
        <p:cNvPr id="1" name=""/>
        <p:cNvGrpSpPr/>
        <p:nvPr/>
      </p:nvGrpSpPr>
      <p:grpSpPr>
        <a:xfrm>
          <a:off x="0" y="0"/>
          <a:ext cx="0" cy="0"/>
          <a:chOff x="0" y="0"/>
          <a:chExt cx="0" cy="0"/>
        </a:xfrm>
      </p:grpSpPr>
      <p:sp>
        <p:nvSpPr>
          <p:cNvPr id="136" name="Title Text"/>
          <p:cNvSpPr txBox="1">
            <a:spLocks noGrp="1"/>
          </p:cNvSpPr>
          <p:nvPr>
            <p:ph type="title"/>
          </p:nvPr>
        </p:nvSpPr>
        <p:spPr>
          <a:xfrm>
            <a:off x="2193727" y="178594"/>
            <a:ext cx="7804547" cy="1518048"/>
          </a:xfrm>
          <a:prstGeom prst="rect">
            <a:avLst/>
          </a:prstGeom>
        </p:spPr>
        <p:txBody>
          <a:bodyPr lIns="71437" tIns="71437" rIns="71437" bIns="71437"/>
          <a:lstStyle>
            <a:lvl1pPr algn="ctr" defTabSz="410766">
              <a:defRPr sz="3500" b="0" baseline="0">
                <a:solidFill>
                  <a:srgbClr val="FFFFFF"/>
                </a:solidFill>
              </a:defRPr>
            </a:lvl1pPr>
          </a:lstStyle>
          <a:p>
            <a:r>
              <a:t>Title Text</a:t>
            </a:r>
          </a:p>
        </p:txBody>
      </p:sp>
      <p:sp>
        <p:nvSpPr>
          <p:cNvPr id="137" name="Body Level One…"/>
          <p:cNvSpPr txBox="1">
            <a:spLocks noGrp="1"/>
          </p:cNvSpPr>
          <p:nvPr>
            <p:ph type="body" idx="1"/>
          </p:nvPr>
        </p:nvSpPr>
        <p:spPr>
          <a:xfrm>
            <a:off x="2193727" y="1821656"/>
            <a:ext cx="7804547" cy="4420196"/>
          </a:xfrm>
          <a:prstGeom prst="rect">
            <a:avLst/>
          </a:prstGeom>
        </p:spPr>
        <p:txBody>
          <a:bodyPr lIns="71437" tIns="71437" rIns="71437" bIns="71437" anchor="ctr"/>
          <a:lstStyle>
            <a:lvl1pPr marL="222250" indent="-222250" defTabSz="410766">
              <a:buSzPct val="145000"/>
              <a:buChar char="•"/>
              <a:defRPr sz="1600">
                <a:solidFill>
                  <a:srgbClr val="FFFFFF"/>
                </a:solidFill>
              </a:defRPr>
            </a:lvl1pPr>
            <a:lvl2pPr marL="444500" indent="-222250" defTabSz="410766">
              <a:buSzPct val="145000"/>
              <a:buChar char="•"/>
              <a:defRPr sz="1600">
                <a:solidFill>
                  <a:srgbClr val="FFFFFF"/>
                </a:solidFill>
              </a:defRPr>
            </a:lvl2pPr>
            <a:lvl3pPr marL="666750" indent="-222250" defTabSz="410766">
              <a:buSzPct val="145000"/>
              <a:buChar char="•"/>
              <a:defRPr sz="1600">
                <a:solidFill>
                  <a:srgbClr val="FFFFFF"/>
                </a:solidFill>
              </a:defRPr>
            </a:lvl3pPr>
            <a:lvl4pPr marL="889000" indent="-222250" defTabSz="410766">
              <a:buSzPct val="145000"/>
              <a:buChar char="•"/>
              <a:defRPr sz="1600">
                <a:solidFill>
                  <a:srgbClr val="FFFFFF"/>
                </a:solidFill>
              </a:defRPr>
            </a:lvl4pPr>
            <a:lvl5pPr marL="1111250" indent="-222250" defTabSz="410766">
              <a:buSzPct val="145000"/>
              <a:buChar char="•"/>
              <a:defRPr sz="1600">
                <a:solidFill>
                  <a:srgbClr val="FFFFFF"/>
                </a:solidFill>
              </a:defRPr>
            </a:lvl5pPr>
          </a:lstStyle>
          <a:p>
            <a:r>
              <a:t>Body Level One</a:t>
            </a:r>
          </a:p>
          <a:p>
            <a:pPr lvl="1"/>
            <a:r>
              <a:t>Body Level Two</a:t>
            </a:r>
          </a:p>
          <a:p>
            <a:pPr lvl="2"/>
            <a:r>
              <a:t>Body Level Three</a:t>
            </a:r>
          </a:p>
          <a:p>
            <a:pPr lvl="3"/>
            <a:r>
              <a:t>Body Level Four</a:t>
            </a:r>
          </a:p>
          <a:p>
            <a:pPr lvl="4"/>
            <a:r>
              <a:t>Body Level Five</a:t>
            </a:r>
          </a:p>
        </p:txBody>
      </p:sp>
      <p:sp>
        <p:nvSpPr>
          <p:cNvPr id="138" name="Slide Number"/>
          <p:cNvSpPr txBox="1">
            <a:spLocks noGrp="1"/>
          </p:cNvSpPr>
          <p:nvPr>
            <p:ph type="sldNum" sz="quarter" idx="2"/>
          </p:nvPr>
        </p:nvSpPr>
        <p:spPr>
          <a:xfrm>
            <a:off x="5977052" y="6536531"/>
            <a:ext cx="322203" cy="313546"/>
          </a:xfrm>
          <a:prstGeom prst="rect">
            <a:avLst/>
          </a:prstGeom>
        </p:spPr>
        <p:txBody>
          <a:bodyPr lIns="71437" tIns="71437" rIns="71437" bIns="71437"/>
          <a:lstStyle>
            <a:lvl1pPr defTabSz="410766">
              <a:defRPr sz="1100">
                <a:solidFill>
                  <a:srgbClr val="FFFFFF"/>
                </a:solidFill>
                <a:latin typeface="Helvetica Neue Light"/>
                <a:ea typeface="Helvetica Neue Light"/>
                <a:cs typeface="Helvetica Neue Light"/>
                <a:sym typeface="Helvetica Neue Light"/>
              </a:defRPr>
            </a:lvl1pPr>
          </a:lstStyle>
          <a:p>
            <a:fld id="{86CB4B4D-7CA3-9044-876B-883B54F8677D}" type="slidenum">
              <a:t>‹#›</a:t>
            </a:fld>
            <a:endParaRPr/>
          </a:p>
        </p:txBody>
      </p:sp>
    </p:spTree>
    <p:extLst>
      <p:ext uri="{BB962C8B-B14F-4D97-AF65-F5344CB8AC3E}">
        <p14:creationId xmlns:p14="http://schemas.microsoft.com/office/powerpoint/2010/main" val="2684507082"/>
      </p:ext>
    </p:extLst>
  </p:cSld>
  <p:clrMapOvr>
    <a:masterClrMapping/>
  </p:clrMapOvr>
  <p:transition spd="med"/>
</p:sldLayout>
</file>

<file path=ppt/slideLayouts/slideLayout13.xml><?xml version="1.0" encoding="utf-8"?>
<p:sldLayout xmlns:a="http://schemas.openxmlformats.org/drawingml/2006/main" xmlns:r="http://schemas.openxmlformats.org/officeDocument/2006/relationships" xmlns:p="http://schemas.openxmlformats.org/presentationml/2006/main" type="obj">
  <p:cSld name="Title and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E3B14A3-DCCD-1F67-5A43-D409DDA7F057}"/>
              </a:ext>
            </a:extLst>
          </p:cNvPr>
          <p:cNvSpPr>
            <a:spLocks noGrp="1"/>
          </p:cNvSpPr>
          <p:nvPr>
            <p:ph type="title"/>
          </p:nvPr>
        </p:nvSpPr>
        <p:spPr/>
        <p:txBody>
          <a:bodyPr/>
          <a:lstStyle/>
          <a:p>
            <a:r>
              <a:rPr lang="en-US"/>
              <a:t>Click to edit Master title style</a:t>
            </a:r>
          </a:p>
        </p:txBody>
      </p:sp>
      <p:sp>
        <p:nvSpPr>
          <p:cNvPr id="3" name="Content Placeholder 2">
            <a:extLst>
              <a:ext uri="{FF2B5EF4-FFF2-40B4-BE49-F238E27FC236}">
                <a16:creationId xmlns:a16="http://schemas.microsoft.com/office/drawing/2014/main" id="{9C99C241-D7F8-3937-C18B-364EFE4B9320}"/>
              </a:ext>
            </a:extLst>
          </p:cNvPr>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EC411B77-9054-FFAD-AEB3-F44121FC269D}"/>
              </a:ext>
            </a:extLst>
          </p:cNvPr>
          <p:cNvSpPr>
            <a:spLocks noGrp="1"/>
          </p:cNvSpPr>
          <p:nvPr>
            <p:ph type="dt" sz="half" idx="10"/>
          </p:nvPr>
        </p:nvSpPr>
        <p:spPr/>
        <p:txBody>
          <a:bodyPr/>
          <a:lstStyle/>
          <a:p>
            <a:fld id="{4110DD41-9B81-A544-8498-92133950A0E4}" type="datetime1">
              <a:rPr lang="en-US" smtClean="0"/>
              <a:t>3/13/26</a:t>
            </a:fld>
            <a:endParaRPr lang="en-US"/>
          </a:p>
        </p:txBody>
      </p:sp>
      <p:sp>
        <p:nvSpPr>
          <p:cNvPr id="5" name="Footer Placeholder 4">
            <a:extLst>
              <a:ext uri="{FF2B5EF4-FFF2-40B4-BE49-F238E27FC236}">
                <a16:creationId xmlns:a16="http://schemas.microsoft.com/office/drawing/2014/main" id="{0E8A69CF-9400-12F2-90B6-21413E6004E4}"/>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B0915769-C2E4-40A2-0D1B-A3522EC4B970}"/>
              </a:ext>
            </a:extLst>
          </p:cNvPr>
          <p:cNvSpPr>
            <a:spLocks noGrp="1"/>
          </p:cNvSpPr>
          <p:nvPr>
            <p:ph type="sldNum" sz="quarter" idx="12"/>
          </p:nvPr>
        </p:nvSpPr>
        <p:spPr/>
        <p:txBody>
          <a:bodyPr/>
          <a:lstStyle/>
          <a:p>
            <a:fld id="{EB31991F-E3FA-3A41-8A65-A6D6C0B5A2D4}" type="slidenum">
              <a:rPr lang="en-US" smtClean="0"/>
              <a:t>‹#›</a:t>
            </a:fld>
            <a:endParaRPr lang="en-US"/>
          </a:p>
        </p:txBody>
      </p:sp>
    </p:spTree>
    <p:extLst>
      <p:ext uri="{BB962C8B-B14F-4D97-AF65-F5344CB8AC3E}">
        <p14:creationId xmlns:p14="http://schemas.microsoft.com/office/powerpoint/2010/main" val="4181490276"/>
      </p:ext>
    </p:extLst>
  </p:cSld>
  <p:clrMapOvr>
    <a:masterClrMapping/>
  </p:clrMapOvr>
</p:sldLayout>
</file>

<file path=ppt/slideLayouts/slideLayout14.xml><?xml version="1.0" encoding="utf-8"?>
<p:sldLayout xmlns:a="http://schemas.openxmlformats.org/drawingml/2006/main" xmlns:r="http://schemas.openxmlformats.org/officeDocument/2006/relationships" xmlns:p="http://schemas.openxmlformats.org/presentationml/2006/main" type="obj" preserve="1">
  <p:cSld name="제목 및 내용">
    <p:spTree>
      <p:nvGrpSpPr>
        <p:cNvPr id="1" name=""/>
        <p:cNvGrpSpPr/>
        <p:nvPr/>
      </p:nvGrpSpPr>
      <p:grpSpPr>
        <a:xfrm>
          <a:off x="0" y="0"/>
          <a:ext cx="0" cy="0"/>
          <a:chOff x="0" y="0"/>
          <a:chExt cx="0" cy="0"/>
        </a:xfrm>
      </p:grpSpPr>
      <p:cxnSp>
        <p:nvCxnSpPr>
          <p:cNvPr id="4" name="직선 연결선 3"/>
          <p:cNvCxnSpPr/>
          <p:nvPr/>
        </p:nvCxnSpPr>
        <p:spPr>
          <a:xfrm>
            <a:off x="0" y="6500813"/>
            <a:ext cx="12192000" cy="0"/>
          </a:xfrm>
          <a:prstGeom prst="line">
            <a:avLst/>
          </a:prstGeom>
          <a:ln w="25400">
            <a:solidFill>
              <a:schemeClr val="tx2">
                <a:lumMod val="75000"/>
              </a:schemeClr>
            </a:solidFill>
          </a:ln>
        </p:spPr>
        <p:style>
          <a:lnRef idx="1">
            <a:schemeClr val="accent1"/>
          </a:lnRef>
          <a:fillRef idx="0">
            <a:schemeClr val="accent1"/>
          </a:fillRef>
          <a:effectRef idx="0">
            <a:schemeClr val="accent1"/>
          </a:effectRef>
          <a:fontRef idx="minor">
            <a:schemeClr val="tx1"/>
          </a:fontRef>
        </p:style>
      </p:cxnSp>
      <p:sp>
        <p:nvSpPr>
          <p:cNvPr id="2" name="제목 1"/>
          <p:cNvSpPr>
            <a:spLocks noGrp="1"/>
          </p:cNvSpPr>
          <p:nvPr>
            <p:ph type="title"/>
          </p:nvPr>
        </p:nvSpPr>
        <p:spPr>
          <a:xfrm>
            <a:off x="285751" y="64881"/>
            <a:ext cx="11715749" cy="585787"/>
          </a:xfrm>
        </p:spPr>
        <p:txBody>
          <a:bodyPr/>
          <a:lstStyle>
            <a:lvl1pPr>
              <a:defRPr sz="2400">
                <a:solidFill>
                  <a:schemeClr val="bg1"/>
                </a:solidFill>
                <a:latin typeface="Helvetica Neue" panose="02000503000000020004" pitchFamily="2" charset="0"/>
                <a:ea typeface="Helvetica Neue" panose="02000503000000020004" pitchFamily="2" charset="0"/>
                <a:cs typeface="Helvetica Neue" panose="02000503000000020004" pitchFamily="2" charset="0"/>
              </a:defRPr>
            </a:lvl1pPr>
          </a:lstStyle>
          <a:p>
            <a:r>
              <a:rPr lang="en-GB" altLang="ko-KR"/>
              <a:t>Click to edit Master title style</a:t>
            </a:r>
            <a:endParaRPr lang="ko-KR" altLang="en-US" dirty="0"/>
          </a:p>
        </p:txBody>
      </p:sp>
      <p:sp>
        <p:nvSpPr>
          <p:cNvPr id="3" name="내용 개체 틀 2"/>
          <p:cNvSpPr>
            <a:spLocks noGrp="1"/>
          </p:cNvSpPr>
          <p:nvPr>
            <p:ph idx="1"/>
          </p:nvPr>
        </p:nvSpPr>
        <p:spPr>
          <a:xfrm>
            <a:off x="285751" y="880070"/>
            <a:ext cx="11715749" cy="5501258"/>
          </a:xfrm>
        </p:spPr>
        <p:txBody>
          <a:bodyPr/>
          <a:lstStyle>
            <a:lvl1pPr>
              <a:lnSpc>
                <a:spcPct val="150000"/>
              </a:lnSpc>
              <a:buClr>
                <a:srgbClr val="002060"/>
              </a:buClr>
              <a:defRPr sz="2000" b="0">
                <a:solidFill>
                  <a:schemeClr val="tx1"/>
                </a:solidFill>
                <a:latin typeface="Malgun Gothic" panose="020B0503020000020004" pitchFamily="34" charset="-127"/>
                <a:ea typeface="Malgun Gothic" panose="020B0503020000020004" pitchFamily="34" charset="-127"/>
                <a:cs typeface="Helvetica Neue" panose="02000503000000020004" pitchFamily="2" charset="0"/>
              </a:defRPr>
            </a:lvl1pPr>
            <a:lvl2pPr latinLnBrk="0">
              <a:lnSpc>
                <a:spcPct val="150000"/>
              </a:lnSpc>
              <a:buClr>
                <a:srgbClr val="002060"/>
              </a:buClr>
              <a:defRPr sz="1800">
                <a:solidFill>
                  <a:schemeClr val="tx1"/>
                </a:solidFill>
                <a:latin typeface="Malgun Gothic" panose="020B0503020000020004" pitchFamily="34" charset="-127"/>
                <a:ea typeface="Malgun Gothic" panose="020B0503020000020004" pitchFamily="34" charset="-127"/>
                <a:cs typeface="Helvetica Neue" panose="02000503000000020004" pitchFamily="2" charset="0"/>
              </a:defRPr>
            </a:lvl2pPr>
            <a:lvl3pPr>
              <a:lnSpc>
                <a:spcPct val="150000"/>
              </a:lnSpc>
              <a:buClr>
                <a:srgbClr val="002060"/>
              </a:buClr>
              <a:defRPr sz="1600">
                <a:solidFill>
                  <a:schemeClr val="tx1"/>
                </a:solidFill>
                <a:latin typeface="Malgun Gothic" panose="020B0503020000020004" pitchFamily="34" charset="-127"/>
                <a:ea typeface="Malgun Gothic" panose="020B0503020000020004" pitchFamily="34" charset="-127"/>
                <a:cs typeface="Helvetica Neue" panose="02000503000000020004" pitchFamily="2" charset="0"/>
              </a:defRPr>
            </a:lvl3pPr>
            <a:lvl4pPr>
              <a:lnSpc>
                <a:spcPct val="150000"/>
              </a:lnSpc>
              <a:buClr>
                <a:srgbClr val="002060"/>
              </a:buClr>
              <a:defRPr sz="1400">
                <a:solidFill>
                  <a:schemeClr val="tx1"/>
                </a:solidFill>
                <a:latin typeface="Malgun Gothic" panose="020B0503020000020004" pitchFamily="34" charset="-127"/>
                <a:ea typeface="Malgun Gothic" panose="020B0503020000020004" pitchFamily="34" charset="-127"/>
                <a:cs typeface="Helvetica Neue" panose="02000503000000020004" pitchFamily="2" charset="0"/>
              </a:defRPr>
            </a:lvl4pPr>
            <a:lvl5pPr>
              <a:lnSpc>
                <a:spcPct val="150000"/>
              </a:lnSpc>
              <a:buClr>
                <a:srgbClr val="002060"/>
              </a:buClr>
              <a:defRPr sz="1400">
                <a:solidFill>
                  <a:schemeClr val="tx1"/>
                </a:solidFill>
                <a:latin typeface="Malgun Gothic" panose="020B0503020000020004" pitchFamily="34" charset="-127"/>
                <a:ea typeface="Malgun Gothic" panose="020B0503020000020004" pitchFamily="34" charset="-127"/>
                <a:cs typeface="Helvetica Neue" panose="02000503000000020004" pitchFamily="2" charset="0"/>
              </a:defRPr>
            </a:lvl5pPr>
          </a:lstStyle>
          <a:p>
            <a:pPr lvl="0"/>
            <a:r>
              <a:rPr lang="en-GB" altLang="ko-KR"/>
              <a:t>Click to edit Master text styles</a:t>
            </a:r>
          </a:p>
          <a:p>
            <a:pPr lvl="1"/>
            <a:r>
              <a:rPr lang="en-GB" altLang="ko-KR"/>
              <a:t>Second level</a:t>
            </a:r>
          </a:p>
          <a:p>
            <a:pPr lvl="2"/>
            <a:r>
              <a:rPr lang="en-GB" altLang="ko-KR"/>
              <a:t>Third level</a:t>
            </a:r>
          </a:p>
          <a:p>
            <a:pPr lvl="3"/>
            <a:r>
              <a:rPr lang="en-GB" altLang="ko-KR"/>
              <a:t>Fourth level</a:t>
            </a:r>
          </a:p>
          <a:p>
            <a:pPr lvl="4"/>
            <a:r>
              <a:rPr lang="en-GB" altLang="ko-KR"/>
              <a:t>Fifth level</a:t>
            </a:r>
            <a:endParaRPr lang="ko-KR" altLang="en-US" dirty="0"/>
          </a:p>
        </p:txBody>
      </p:sp>
      <p:sp>
        <p:nvSpPr>
          <p:cNvPr id="7" name="Rectangle 6"/>
          <p:cNvSpPr>
            <a:spLocks noGrp="1" noChangeArrowheads="1"/>
          </p:cNvSpPr>
          <p:nvPr>
            <p:ph type="sldNum" sz="quarter" idx="11"/>
          </p:nvPr>
        </p:nvSpPr>
        <p:spPr>
          <a:xfrm>
            <a:off x="10619912" y="6592714"/>
            <a:ext cx="1428749" cy="220663"/>
          </a:xfrm>
        </p:spPr>
        <p:txBody>
          <a:bodyPr/>
          <a:lstStyle>
            <a:lvl1pPr>
              <a:defRPr b="1">
                <a:latin typeface="맑은 고딕" pitchFamily="50" charset="-127"/>
                <a:ea typeface="맑은 고딕" pitchFamily="50" charset="-127"/>
              </a:defRPr>
            </a:lvl1pPr>
          </a:lstStyle>
          <a:p>
            <a:pPr>
              <a:defRPr/>
            </a:pPr>
            <a:fld id="{515CC4ED-1449-4712-AE45-EBC263B4DD26}" type="slidenum">
              <a:rPr lang="en-US" altLang="ko-KR" smtClean="0">
                <a:solidFill>
                  <a:srgbClr val="1F497D">
                    <a:lumMod val="50000"/>
                  </a:srgbClr>
                </a:solidFill>
              </a:rPr>
              <a:pPr>
                <a:defRPr/>
              </a:pPr>
              <a:t>‹#›</a:t>
            </a:fld>
            <a:r>
              <a:rPr lang="en-US" altLang="ko-KR">
                <a:solidFill>
                  <a:srgbClr val="1F497D">
                    <a:lumMod val="50000"/>
                  </a:srgbClr>
                </a:solidFill>
              </a:rPr>
              <a:t> </a:t>
            </a:r>
          </a:p>
        </p:txBody>
      </p:sp>
      <p:sp>
        <p:nvSpPr>
          <p:cNvPr id="10" name="Rectangle 5"/>
          <p:cNvSpPr>
            <a:spLocks noGrp="1" noChangeArrowheads="1"/>
          </p:cNvSpPr>
          <p:nvPr>
            <p:ph type="ftr" sz="quarter" idx="3"/>
          </p:nvPr>
        </p:nvSpPr>
        <p:spPr>
          <a:xfrm>
            <a:off x="4044951" y="6582996"/>
            <a:ext cx="4051300" cy="220663"/>
          </a:xfrm>
          <a:prstGeom prst="rect">
            <a:avLst/>
          </a:prstGeom>
        </p:spPr>
        <p:txBody>
          <a:bodyPr/>
          <a:lstStyle>
            <a:lvl1pPr algn="ctr">
              <a:defRPr sz="1000" b="1">
                <a:latin typeface="맑은 고딕" pitchFamily="50" charset="-127"/>
                <a:ea typeface="맑은 고딕" pitchFamily="50" charset="-127"/>
              </a:defRPr>
            </a:lvl1pPr>
          </a:lstStyle>
          <a:p>
            <a:pPr fontAlgn="base">
              <a:spcBef>
                <a:spcPct val="0"/>
              </a:spcBef>
              <a:spcAft>
                <a:spcPct val="0"/>
              </a:spcAft>
              <a:defRPr/>
            </a:pPr>
            <a:r>
              <a:rPr kumimoji="1" lang="en-US" altLang="ko-KR">
                <a:solidFill>
                  <a:prstClr val="black"/>
                </a:solidFill>
              </a:rPr>
              <a:t>CSCI 3150 Intro to OS</a:t>
            </a:r>
            <a:endParaRPr kumimoji="1" lang="ko-KR" altLang="en-US" dirty="0">
              <a:solidFill>
                <a:prstClr val="black"/>
              </a:solidFill>
            </a:endParaRPr>
          </a:p>
        </p:txBody>
      </p:sp>
      <p:cxnSp>
        <p:nvCxnSpPr>
          <p:cNvPr id="5" name="직선 연결선 3">
            <a:extLst>
              <a:ext uri="{FF2B5EF4-FFF2-40B4-BE49-F238E27FC236}">
                <a16:creationId xmlns:a16="http://schemas.microsoft.com/office/drawing/2014/main" id="{4F5D7208-D985-81CE-505C-17BCB40CA8EA}"/>
              </a:ext>
            </a:extLst>
          </p:cNvPr>
          <p:cNvCxnSpPr/>
          <p:nvPr userDrawn="1"/>
        </p:nvCxnSpPr>
        <p:spPr>
          <a:xfrm>
            <a:off x="0" y="6500813"/>
            <a:ext cx="12192000" cy="0"/>
          </a:xfrm>
          <a:prstGeom prst="line">
            <a:avLst/>
          </a:prstGeom>
          <a:ln w="25400">
            <a:solidFill>
              <a:schemeClr val="tx2">
                <a:lumMod val="75000"/>
              </a:schemeClr>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2283154483"/>
      </p:ext>
    </p:extLst>
  </p:cSld>
  <p:clrMapOvr>
    <a:masterClrMapping/>
  </p:clrMapOvr>
  <p:transition>
    <p:zoom/>
  </p:transition>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13" Type="http://schemas.openxmlformats.org/officeDocument/2006/relationships/slideLayout" Target="../slideLayouts/slideLayout13.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slideLayout" Target="../slideLayouts/slideLayout12.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 Id="rId14" Type="http://schemas.openxmlformats.org/officeDocument/2006/relationships/theme" Target="../theme/theme1.xml"/></Relationships>
</file>

<file path=ppt/slideMasters/_rels/slideMaster2.xml.rels><?xml version="1.0" encoding="UTF-8" standalone="yes"?>
<Relationships xmlns="http://schemas.openxmlformats.org/package/2006/relationships"><Relationship Id="rId2" Type="http://schemas.openxmlformats.org/officeDocument/2006/relationships/theme" Target="../theme/theme2.xml"/><Relationship Id="rId1" Type="http://schemas.openxmlformats.org/officeDocument/2006/relationships/slideLayout" Target="../slideLayouts/slideLayout14.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3" name="Title Text"/>
          <p:cNvSpPr txBox="1">
            <a:spLocks noGrp="1"/>
          </p:cNvSpPr>
          <p:nvPr>
            <p:ph type="title"/>
          </p:nvPr>
        </p:nvSpPr>
        <p:spPr>
          <a:xfrm>
            <a:off x="799356" y="177800"/>
            <a:ext cx="10593290" cy="1143000"/>
          </a:xfrm>
          <a:prstGeom prst="rect">
            <a:avLst/>
          </a:prstGeom>
          <a:ln w="12700">
            <a:miter lim="400000"/>
          </a:ln>
          <a:extLst>
            <a:ext uri="{C572A759-6A51-4108-AA02-DFA0A04FC94B}">
              <ma14:wrappingTextBoxFlag xmlns="" xmlns:ma14="http://schemas.microsoft.com/office/mac/drawingml/2011/main" xmlns:a14="http://schemas.microsoft.com/office/drawing/2010/main" xmlns:m="http://schemas.openxmlformats.org/officeDocument/2006/math" val="1"/>
            </a:ext>
          </a:extLst>
        </p:spPr>
        <p:txBody>
          <a:bodyPr lIns="50800" tIns="50800" rIns="50800" bIns="50800" anchor="ctr">
            <a:normAutofit/>
          </a:bodyPr>
          <a:lstStyle/>
          <a:p>
            <a:r>
              <a:t>Title Text</a:t>
            </a:r>
          </a:p>
        </p:txBody>
      </p:sp>
      <p:sp>
        <p:nvSpPr>
          <p:cNvPr id="4" name="Body Level One…"/>
          <p:cNvSpPr txBox="1">
            <a:spLocks noGrp="1"/>
          </p:cNvSpPr>
          <p:nvPr>
            <p:ph type="body" idx="1"/>
          </p:nvPr>
        </p:nvSpPr>
        <p:spPr>
          <a:xfrm>
            <a:off x="844550" y="1574800"/>
            <a:ext cx="10502900" cy="4648200"/>
          </a:xfrm>
          <a:prstGeom prst="rect">
            <a:avLst/>
          </a:prstGeom>
          <a:ln w="12700">
            <a:miter lim="400000"/>
          </a:ln>
          <a:extLst>
            <a:ext uri="{C572A759-6A51-4108-AA02-DFA0A04FC94B}">
              <ma14:wrappingTextBoxFlag xmlns="" xmlns:ma14="http://schemas.microsoft.com/office/mac/drawingml/2011/main" xmlns:a14="http://schemas.microsoft.com/office/drawing/2010/main" xmlns:m="http://schemas.openxmlformats.org/officeDocument/2006/math" val="1"/>
            </a:ext>
          </a:extLst>
        </p:spPr>
        <p:txBody>
          <a:bodyPr lIns="50800" tIns="50800" rIns="50800" bIns="50800">
            <a:normAutofit/>
          </a:bodyPr>
          <a:lstStyle/>
          <a:p>
            <a:r>
              <a:t>Body Level One</a:t>
            </a:r>
          </a:p>
          <a:p>
            <a:pPr lvl="1"/>
            <a:r>
              <a:t>Body Level Two</a:t>
            </a:r>
          </a:p>
          <a:p>
            <a:pPr lvl="2"/>
            <a:r>
              <a:t>Body Level Three</a:t>
            </a:r>
          </a:p>
          <a:p>
            <a:pPr lvl="3"/>
            <a:r>
              <a:t>Body Level Four</a:t>
            </a:r>
          </a:p>
          <a:p>
            <a:pPr lvl="4"/>
            <a:r>
              <a:t>Body Level Five</a:t>
            </a:r>
          </a:p>
        </p:txBody>
      </p:sp>
      <p:sp>
        <p:nvSpPr>
          <p:cNvPr id="5" name="Slide Number"/>
          <p:cNvSpPr txBox="1">
            <a:spLocks noGrp="1"/>
          </p:cNvSpPr>
          <p:nvPr>
            <p:ph type="sldNum" sz="quarter" idx="2"/>
          </p:nvPr>
        </p:nvSpPr>
        <p:spPr>
          <a:xfrm>
            <a:off x="11630016" y="6400800"/>
            <a:ext cx="381515" cy="379591"/>
          </a:xfrm>
          <a:prstGeom prst="rect">
            <a:avLst/>
          </a:prstGeom>
          <a:ln w="12700">
            <a:miter lim="400000"/>
          </a:ln>
        </p:spPr>
        <p:txBody>
          <a:bodyPr wrap="none" lIns="50800" tIns="50800" rIns="50800" bIns="50800">
            <a:spAutoFit/>
          </a:bodyPr>
          <a:lstStyle>
            <a:lvl1pPr defTabSz="412750">
              <a:defRPr sz="1800">
                <a:solidFill>
                  <a:srgbClr val="000000"/>
                </a:solidFill>
                <a:latin typeface="Gill Sans MT" panose="020B0502020104020203" pitchFamily="34" charset="0"/>
              </a:defRPr>
            </a:lvl1pPr>
          </a:lstStyle>
          <a:p>
            <a:fld id="{86CB4B4D-7CA3-9044-876B-883B54F8677D}" type="slidenum">
              <a:rPr lang="en-US" smtClean="0"/>
              <a:pPr/>
              <a:t>‹#›</a:t>
            </a:fld>
            <a:endParaRPr lang="en-US"/>
          </a:p>
        </p:txBody>
      </p:sp>
    </p:spTree>
    <p:extLst>
      <p:ext uri="{BB962C8B-B14F-4D97-AF65-F5344CB8AC3E}">
        <p14:creationId xmlns:p14="http://schemas.microsoft.com/office/powerpoint/2010/main" val="2992165235"/>
      </p:ext>
    </p:extLst>
  </p:cSld>
  <p:clrMap bg1="lt1" tx1="dk1" bg2="lt2" tx2="dk2" accent1="accent1" accent2="accent2" accent3="accent3" accent4="accent4" accent5="accent5" accent6="accent6" hlink="hlink" folHlink="folHlink"/>
  <p:sldLayoutIdLst>
    <p:sldLayoutId id="2147483661" r:id="rId1"/>
    <p:sldLayoutId id="2147483662" r:id="rId2"/>
    <p:sldLayoutId id="2147483663" r:id="rId3"/>
    <p:sldLayoutId id="2147483664" r:id="rId4"/>
    <p:sldLayoutId id="2147483665" r:id="rId5"/>
    <p:sldLayoutId id="2147483666" r:id="rId6"/>
    <p:sldLayoutId id="2147483667" r:id="rId7"/>
    <p:sldLayoutId id="2147483668" r:id="rId8"/>
    <p:sldLayoutId id="2147483669" r:id="rId9"/>
    <p:sldLayoutId id="2147483670" r:id="rId10"/>
    <p:sldLayoutId id="2147483671" r:id="rId11"/>
    <p:sldLayoutId id="2147483672" r:id="rId12"/>
    <p:sldLayoutId id="2147483673" r:id="rId13"/>
  </p:sldLayoutIdLst>
  <p:transition spd="med"/>
  <p:hf hdr="0" ftr="0" dt="0"/>
  <p:txStyles>
    <p:titleStyle>
      <a:lvl1pPr marL="0" marR="0" indent="0" algn="l" defTabSz="367347" rtl="0" latinLnBrk="0">
        <a:lnSpc>
          <a:spcPct val="100000"/>
        </a:lnSpc>
        <a:spcBef>
          <a:spcPts val="0"/>
        </a:spcBef>
        <a:spcAft>
          <a:spcPts val="0"/>
        </a:spcAft>
        <a:buClrTx/>
        <a:buSzTx/>
        <a:buFontTx/>
        <a:buNone/>
        <a:tabLst/>
        <a:defRPr sz="4000" b="1" i="0" u="none" strike="noStrike" cap="none" spc="0" baseline="2495">
          <a:solidFill>
            <a:srgbClr val="111111"/>
          </a:solidFill>
          <a:uFillTx/>
          <a:latin typeface="Gill Sans MT" panose="020B0502020104020203" pitchFamily="34" charset="0"/>
          <a:ea typeface="+mn-ea"/>
          <a:cs typeface="+mn-cs"/>
          <a:sym typeface="Helvetica"/>
        </a:defRPr>
      </a:lvl1pPr>
      <a:lvl2pPr marL="0" marR="0" indent="0" algn="l" defTabSz="367347" rtl="0" latinLnBrk="0">
        <a:lnSpc>
          <a:spcPct val="100000"/>
        </a:lnSpc>
        <a:spcBef>
          <a:spcPts val="0"/>
        </a:spcBef>
        <a:spcAft>
          <a:spcPts val="0"/>
        </a:spcAft>
        <a:buClrTx/>
        <a:buSzTx/>
        <a:buFontTx/>
        <a:buNone/>
        <a:tabLst/>
        <a:defRPr sz="4000" b="1" i="0" u="none" strike="noStrike" cap="none" spc="0" baseline="2495">
          <a:solidFill>
            <a:srgbClr val="111111"/>
          </a:solidFill>
          <a:uFillTx/>
          <a:latin typeface="+mn-lt"/>
          <a:ea typeface="+mn-ea"/>
          <a:cs typeface="+mn-cs"/>
          <a:sym typeface="Helvetica"/>
        </a:defRPr>
      </a:lvl2pPr>
      <a:lvl3pPr marL="0" marR="0" indent="0" algn="l" defTabSz="367347" rtl="0" latinLnBrk="0">
        <a:lnSpc>
          <a:spcPct val="100000"/>
        </a:lnSpc>
        <a:spcBef>
          <a:spcPts val="0"/>
        </a:spcBef>
        <a:spcAft>
          <a:spcPts val="0"/>
        </a:spcAft>
        <a:buClrTx/>
        <a:buSzTx/>
        <a:buFontTx/>
        <a:buNone/>
        <a:tabLst/>
        <a:defRPr sz="4000" b="1" i="0" u="none" strike="noStrike" cap="none" spc="0" baseline="2495">
          <a:solidFill>
            <a:srgbClr val="111111"/>
          </a:solidFill>
          <a:uFillTx/>
          <a:latin typeface="+mn-lt"/>
          <a:ea typeface="+mn-ea"/>
          <a:cs typeface="+mn-cs"/>
          <a:sym typeface="Helvetica"/>
        </a:defRPr>
      </a:lvl3pPr>
      <a:lvl4pPr marL="0" marR="0" indent="0" algn="l" defTabSz="367347" rtl="0" latinLnBrk="0">
        <a:lnSpc>
          <a:spcPct val="100000"/>
        </a:lnSpc>
        <a:spcBef>
          <a:spcPts val="0"/>
        </a:spcBef>
        <a:spcAft>
          <a:spcPts val="0"/>
        </a:spcAft>
        <a:buClrTx/>
        <a:buSzTx/>
        <a:buFontTx/>
        <a:buNone/>
        <a:tabLst/>
        <a:defRPr sz="4000" b="1" i="0" u="none" strike="noStrike" cap="none" spc="0" baseline="2495">
          <a:solidFill>
            <a:srgbClr val="111111"/>
          </a:solidFill>
          <a:uFillTx/>
          <a:latin typeface="+mn-lt"/>
          <a:ea typeface="+mn-ea"/>
          <a:cs typeface="+mn-cs"/>
          <a:sym typeface="Helvetica"/>
        </a:defRPr>
      </a:lvl4pPr>
      <a:lvl5pPr marL="0" marR="0" indent="0" algn="l" defTabSz="367347" rtl="0" latinLnBrk="0">
        <a:lnSpc>
          <a:spcPct val="100000"/>
        </a:lnSpc>
        <a:spcBef>
          <a:spcPts val="0"/>
        </a:spcBef>
        <a:spcAft>
          <a:spcPts val="0"/>
        </a:spcAft>
        <a:buClrTx/>
        <a:buSzTx/>
        <a:buFontTx/>
        <a:buNone/>
        <a:tabLst/>
        <a:defRPr sz="4000" b="1" i="0" u="none" strike="noStrike" cap="none" spc="0" baseline="2495">
          <a:solidFill>
            <a:srgbClr val="111111"/>
          </a:solidFill>
          <a:uFillTx/>
          <a:latin typeface="+mn-lt"/>
          <a:ea typeface="+mn-ea"/>
          <a:cs typeface="+mn-cs"/>
          <a:sym typeface="Helvetica"/>
        </a:defRPr>
      </a:lvl5pPr>
      <a:lvl6pPr marL="0" marR="0" indent="0" algn="l" defTabSz="367347" rtl="0" latinLnBrk="0">
        <a:lnSpc>
          <a:spcPct val="100000"/>
        </a:lnSpc>
        <a:spcBef>
          <a:spcPts val="0"/>
        </a:spcBef>
        <a:spcAft>
          <a:spcPts val="0"/>
        </a:spcAft>
        <a:buClrTx/>
        <a:buSzTx/>
        <a:buFontTx/>
        <a:buNone/>
        <a:tabLst/>
        <a:defRPr sz="4000" b="1" i="0" u="none" strike="noStrike" cap="none" spc="0" baseline="2495">
          <a:solidFill>
            <a:srgbClr val="111111"/>
          </a:solidFill>
          <a:uFillTx/>
          <a:latin typeface="+mn-lt"/>
          <a:ea typeface="+mn-ea"/>
          <a:cs typeface="+mn-cs"/>
          <a:sym typeface="Helvetica"/>
        </a:defRPr>
      </a:lvl6pPr>
      <a:lvl7pPr marL="0" marR="0" indent="0" algn="l" defTabSz="367347" rtl="0" latinLnBrk="0">
        <a:lnSpc>
          <a:spcPct val="100000"/>
        </a:lnSpc>
        <a:spcBef>
          <a:spcPts val="0"/>
        </a:spcBef>
        <a:spcAft>
          <a:spcPts val="0"/>
        </a:spcAft>
        <a:buClrTx/>
        <a:buSzTx/>
        <a:buFontTx/>
        <a:buNone/>
        <a:tabLst/>
        <a:defRPr sz="4000" b="1" i="0" u="none" strike="noStrike" cap="none" spc="0" baseline="2495">
          <a:solidFill>
            <a:srgbClr val="111111"/>
          </a:solidFill>
          <a:uFillTx/>
          <a:latin typeface="+mn-lt"/>
          <a:ea typeface="+mn-ea"/>
          <a:cs typeface="+mn-cs"/>
          <a:sym typeface="Helvetica"/>
        </a:defRPr>
      </a:lvl7pPr>
      <a:lvl8pPr marL="0" marR="0" indent="0" algn="l" defTabSz="367347" rtl="0" latinLnBrk="0">
        <a:lnSpc>
          <a:spcPct val="100000"/>
        </a:lnSpc>
        <a:spcBef>
          <a:spcPts val="0"/>
        </a:spcBef>
        <a:spcAft>
          <a:spcPts val="0"/>
        </a:spcAft>
        <a:buClrTx/>
        <a:buSzTx/>
        <a:buFontTx/>
        <a:buNone/>
        <a:tabLst/>
        <a:defRPr sz="4000" b="1" i="0" u="none" strike="noStrike" cap="none" spc="0" baseline="2495">
          <a:solidFill>
            <a:srgbClr val="111111"/>
          </a:solidFill>
          <a:uFillTx/>
          <a:latin typeface="+mn-lt"/>
          <a:ea typeface="+mn-ea"/>
          <a:cs typeface="+mn-cs"/>
          <a:sym typeface="Helvetica"/>
        </a:defRPr>
      </a:lvl8pPr>
      <a:lvl9pPr marL="0" marR="0" indent="0" algn="l" defTabSz="367347" rtl="0" latinLnBrk="0">
        <a:lnSpc>
          <a:spcPct val="100000"/>
        </a:lnSpc>
        <a:spcBef>
          <a:spcPts val="0"/>
        </a:spcBef>
        <a:spcAft>
          <a:spcPts val="0"/>
        </a:spcAft>
        <a:buClrTx/>
        <a:buSzTx/>
        <a:buFontTx/>
        <a:buNone/>
        <a:tabLst/>
        <a:defRPr sz="4000" b="1" i="0" u="none" strike="noStrike" cap="none" spc="0" baseline="2495">
          <a:solidFill>
            <a:srgbClr val="111111"/>
          </a:solidFill>
          <a:uFillTx/>
          <a:latin typeface="+mn-lt"/>
          <a:ea typeface="+mn-ea"/>
          <a:cs typeface="+mn-cs"/>
          <a:sym typeface="Helvetica"/>
        </a:defRPr>
      </a:lvl9pPr>
    </p:titleStyle>
    <p:bodyStyle>
      <a:lvl1pPr marL="289152" marR="0" indent="-289152" algn="l" defTabSz="412750" rtl="0" latinLnBrk="0">
        <a:lnSpc>
          <a:spcPct val="100000"/>
        </a:lnSpc>
        <a:spcBef>
          <a:spcPts val="2950"/>
        </a:spcBef>
        <a:spcAft>
          <a:spcPts val="0"/>
        </a:spcAft>
        <a:buClrTx/>
        <a:buSzPct val="100000"/>
        <a:buFontTx/>
        <a:buChar char="‣"/>
        <a:tabLst/>
        <a:defRPr sz="2550" b="0" i="0" u="none" strike="noStrike" cap="none" spc="0" baseline="0">
          <a:solidFill>
            <a:srgbClr val="202020"/>
          </a:solidFill>
          <a:uFillTx/>
          <a:latin typeface="Gill Sans MT" panose="020B0502020104020203" pitchFamily="34" charset="0"/>
          <a:ea typeface="+mn-ea"/>
          <a:cs typeface="+mn-cs"/>
          <a:sym typeface="Helvetica"/>
        </a:defRPr>
      </a:lvl1pPr>
      <a:lvl2pPr marL="606652" marR="0" indent="-289152" algn="l" defTabSz="412750" rtl="0" latinLnBrk="0">
        <a:lnSpc>
          <a:spcPct val="100000"/>
        </a:lnSpc>
        <a:spcBef>
          <a:spcPts val="2950"/>
        </a:spcBef>
        <a:spcAft>
          <a:spcPts val="0"/>
        </a:spcAft>
        <a:buClrTx/>
        <a:buSzPct val="100000"/>
        <a:buFontTx/>
        <a:buChar char="‣"/>
        <a:tabLst/>
        <a:defRPr sz="2550" b="0" i="0" u="none" strike="noStrike" cap="none" spc="0" baseline="0">
          <a:solidFill>
            <a:srgbClr val="202020"/>
          </a:solidFill>
          <a:uFillTx/>
          <a:latin typeface="Gill Sans MT" panose="020B0502020104020203" pitchFamily="34" charset="0"/>
          <a:ea typeface="+mn-ea"/>
          <a:cs typeface="+mn-cs"/>
          <a:sym typeface="Helvetica"/>
        </a:defRPr>
      </a:lvl2pPr>
      <a:lvl3pPr marL="924152" marR="0" indent="-289152" algn="l" defTabSz="412750" rtl="0" latinLnBrk="0">
        <a:lnSpc>
          <a:spcPct val="100000"/>
        </a:lnSpc>
        <a:spcBef>
          <a:spcPts val="2950"/>
        </a:spcBef>
        <a:spcAft>
          <a:spcPts val="0"/>
        </a:spcAft>
        <a:buClrTx/>
        <a:buSzPct val="100000"/>
        <a:buFontTx/>
        <a:buChar char="‣"/>
        <a:tabLst/>
        <a:defRPr sz="2550" b="0" i="0" u="none" strike="noStrike" cap="none" spc="0" baseline="0">
          <a:solidFill>
            <a:srgbClr val="202020"/>
          </a:solidFill>
          <a:uFillTx/>
          <a:latin typeface="Gill Sans MT" panose="020B0502020104020203" pitchFamily="34" charset="0"/>
          <a:ea typeface="+mn-ea"/>
          <a:cs typeface="+mn-cs"/>
          <a:sym typeface="Helvetica"/>
        </a:defRPr>
      </a:lvl3pPr>
      <a:lvl4pPr marL="1241652" marR="0" indent="-289152" algn="l" defTabSz="412750" rtl="0" latinLnBrk="0">
        <a:lnSpc>
          <a:spcPct val="100000"/>
        </a:lnSpc>
        <a:spcBef>
          <a:spcPts val="2950"/>
        </a:spcBef>
        <a:spcAft>
          <a:spcPts val="0"/>
        </a:spcAft>
        <a:buClrTx/>
        <a:buSzPct val="100000"/>
        <a:buFontTx/>
        <a:buChar char="‣"/>
        <a:tabLst/>
        <a:defRPr sz="2550" b="0" i="0" u="none" strike="noStrike" cap="none" spc="0" baseline="0">
          <a:solidFill>
            <a:srgbClr val="202020"/>
          </a:solidFill>
          <a:uFillTx/>
          <a:latin typeface="Gill Sans MT" panose="020B0502020104020203" pitchFamily="34" charset="0"/>
          <a:ea typeface="+mn-ea"/>
          <a:cs typeface="+mn-cs"/>
          <a:sym typeface="Helvetica"/>
        </a:defRPr>
      </a:lvl4pPr>
      <a:lvl5pPr marL="1559152" marR="0" indent="-289152" algn="l" defTabSz="412750" rtl="0" latinLnBrk="0">
        <a:lnSpc>
          <a:spcPct val="100000"/>
        </a:lnSpc>
        <a:spcBef>
          <a:spcPts val="2950"/>
        </a:spcBef>
        <a:spcAft>
          <a:spcPts val="0"/>
        </a:spcAft>
        <a:buClrTx/>
        <a:buSzPct val="100000"/>
        <a:buFontTx/>
        <a:buChar char="‣"/>
        <a:tabLst/>
        <a:defRPr sz="2550" b="0" i="0" u="none" strike="noStrike" cap="none" spc="0" baseline="0">
          <a:solidFill>
            <a:srgbClr val="202020"/>
          </a:solidFill>
          <a:uFillTx/>
          <a:latin typeface="Gill Sans MT" panose="020B0502020104020203" pitchFamily="34" charset="0"/>
          <a:ea typeface="+mn-ea"/>
          <a:cs typeface="+mn-cs"/>
          <a:sym typeface="Helvetica"/>
        </a:defRPr>
      </a:lvl5pPr>
      <a:lvl6pPr marL="1924844" marR="0" indent="-337344" algn="l" defTabSz="412750" rtl="0" latinLnBrk="0">
        <a:lnSpc>
          <a:spcPct val="100000"/>
        </a:lnSpc>
        <a:spcBef>
          <a:spcPts val="2950"/>
        </a:spcBef>
        <a:spcAft>
          <a:spcPts val="0"/>
        </a:spcAft>
        <a:buClrTx/>
        <a:buSzPct val="125000"/>
        <a:buFontTx/>
        <a:buChar char="•"/>
        <a:tabLst/>
        <a:defRPr sz="2550" b="0" i="0" u="none" strike="noStrike" cap="none" spc="0" baseline="0">
          <a:solidFill>
            <a:srgbClr val="202020"/>
          </a:solidFill>
          <a:uFillTx/>
          <a:latin typeface="+mn-lt"/>
          <a:ea typeface="+mn-ea"/>
          <a:cs typeface="+mn-cs"/>
          <a:sym typeface="Helvetica"/>
        </a:defRPr>
      </a:lvl6pPr>
      <a:lvl7pPr marL="2242344" marR="0" indent="-337344" algn="l" defTabSz="412750" rtl="0" latinLnBrk="0">
        <a:lnSpc>
          <a:spcPct val="100000"/>
        </a:lnSpc>
        <a:spcBef>
          <a:spcPts val="2950"/>
        </a:spcBef>
        <a:spcAft>
          <a:spcPts val="0"/>
        </a:spcAft>
        <a:buClrTx/>
        <a:buSzPct val="125000"/>
        <a:buFontTx/>
        <a:buChar char="•"/>
        <a:tabLst/>
        <a:defRPr sz="2550" b="0" i="0" u="none" strike="noStrike" cap="none" spc="0" baseline="0">
          <a:solidFill>
            <a:srgbClr val="202020"/>
          </a:solidFill>
          <a:uFillTx/>
          <a:latin typeface="+mn-lt"/>
          <a:ea typeface="+mn-ea"/>
          <a:cs typeface="+mn-cs"/>
          <a:sym typeface="Helvetica"/>
        </a:defRPr>
      </a:lvl7pPr>
      <a:lvl8pPr marL="2559844" marR="0" indent="-337344" algn="l" defTabSz="412750" rtl="0" latinLnBrk="0">
        <a:lnSpc>
          <a:spcPct val="100000"/>
        </a:lnSpc>
        <a:spcBef>
          <a:spcPts val="2950"/>
        </a:spcBef>
        <a:spcAft>
          <a:spcPts val="0"/>
        </a:spcAft>
        <a:buClrTx/>
        <a:buSzPct val="125000"/>
        <a:buFontTx/>
        <a:buChar char="•"/>
        <a:tabLst/>
        <a:defRPr sz="2550" b="0" i="0" u="none" strike="noStrike" cap="none" spc="0" baseline="0">
          <a:solidFill>
            <a:srgbClr val="202020"/>
          </a:solidFill>
          <a:uFillTx/>
          <a:latin typeface="+mn-lt"/>
          <a:ea typeface="+mn-ea"/>
          <a:cs typeface="+mn-cs"/>
          <a:sym typeface="Helvetica"/>
        </a:defRPr>
      </a:lvl8pPr>
      <a:lvl9pPr marL="2877344" marR="0" indent="-337344" algn="l" defTabSz="412750" rtl="0" latinLnBrk="0">
        <a:lnSpc>
          <a:spcPct val="100000"/>
        </a:lnSpc>
        <a:spcBef>
          <a:spcPts val="2950"/>
        </a:spcBef>
        <a:spcAft>
          <a:spcPts val="0"/>
        </a:spcAft>
        <a:buClrTx/>
        <a:buSzPct val="125000"/>
        <a:buFontTx/>
        <a:buChar char="•"/>
        <a:tabLst/>
        <a:defRPr sz="2550" b="0" i="0" u="none" strike="noStrike" cap="none" spc="0" baseline="0">
          <a:solidFill>
            <a:srgbClr val="202020"/>
          </a:solidFill>
          <a:uFillTx/>
          <a:latin typeface="+mn-lt"/>
          <a:ea typeface="+mn-ea"/>
          <a:cs typeface="+mn-cs"/>
          <a:sym typeface="Helvetica"/>
        </a:defRPr>
      </a:lvl9pPr>
    </p:bodyStyle>
    <p:otherStyle>
      <a:lvl1pPr marL="0" marR="0" indent="0" algn="ctr" defTabSz="412750" rtl="0" latinLnBrk="0">
        <a:lnSpc>
          <a:spcPct val="100000"/>
        </a:lnSpc>
        <a:spcBef>
          <a:spcPts val="0"/>
        </a:spcBef>
        <a:spcAft>
          <a:spcPts val="0"/>
        </a:spcAft>
        <a:buClrTx/>
        <a:buSzTx/>
        <a:buFontTx/>
        <a:buNone/>
        <a:tabLst/>
        <a:defRPr sz="1800" b="0" i="0" u="none" strike="noStrike" cap="none" spc="0" baseline="0">
          <a:solidFill>
            <a:schemeClr val="tx1"/>
          </a:solidFill>
          <a:uFillTx/>
          <a:latin typeface="+mn-lt"/>
          <a:ea typeface="+mn-ea"/>
          <a:cs typeface="+mn-cs"/>
          <a:sym typeface="Helvetica"/>
        </a:defRPr>
      </a:lvl1pPr>
      <a:lvl2pPr marL="0" marR="0" indent="0" algn="ctr" defTabSz="412750" rtl="0" latinLnBrk="0">
        <a:lnSpc>
          <a:spcPct val="100000"/>
        </a:lnSpc>
        <a:spcBef>
          <a:spcPts val="0"/>
        </a:spcBef>
        <a:spcAft>
          <a:spcPts val="0"/>
        </a:spcAft>
        <a:buClrTx/>
        <a:buSzTx/>
        <a:buFontTx/>
        <a:buNone/>
        <a:tabLst/>
        <a:defRPr sz="1800" b="0" i="0" u="none" strike="noStrike" cap="none" spc="0" baseline="0">
          <a:solidFill>
            <a:schemeClr val="tx1"/>
          </a:solidFill>
          <a:uFillTx/>
          <a:latin typeface="+mn-lt"/>
          <a:ea typeface="+mn-ea"/>
          <a:cs typeface="+mn-cs"/>
          <a:sym typeface="Helvetica"/>
        </a:defRPr>
      </a:lvl2pPr>
      <a:lvl3pPr marL="0" marR="0" indent="0" algn="ctr" defTabSz="412750" rtl="0" latinLnBrk="0">
        <a:lnSpc>
          <a:spcPct val="100000"/>
        </a:lnSpc>
        <a:spcBef>
          <a:spcPts val="0"/>
        </a:spcBef>
        <a:spcAft>
          <a:spcPts val="0"/>
        </a:spcAft>
        <a:buClrTx/>
        <a:buSzTx/>
        <a:buFontTx/>
        <a:buNone/>
        <a:tabLst/>
        <a:defRPr sz="1800" b="0" i="0" u="none" strike="noStrike" cap="none" spc="0" baseline="0">
          <a:solidFill>
            <a:schemeClr val="tx1"/>
          </a:solidFill>
          <a:uFillTx/>
          <a:latin typeface="+mn-lt"/>
          <a:ea typeface="+mn-ea"/>
          <a:cs typeface="+mn-cs"/>
          <a:sym typeface="Helvetica"/>
        </a:defRPr>
      </a:lvl3pPr>
      <a:lvl4pPr marL="0" marR="0" indent="0" algn="ctr" defTabSz="412750" rtl="0" latinLnBrk="0">
        <a:lnSpc>
          <a:spcPct val="100000"/>
        </a:lnSpc>
        <a:spcBef>
          <a:spcPts val="0"/>
        </a:spcBef>
        <a:spcAft>
          <a:spcPts val="0"/>
        </a:spcAft>
        <a:buClrTx/>
        <a:buSzTx/>
        <a:buFontTx/>
        <a:buNone/>
        <a:tabLst/>
        <a:defRPr sz="1800" b="0" i="0" u="none" strike="noStrike" cap="none" spc="0" baseline="0">
          <a:solidFill>
            <a:schemeClr val="tx1"/>
          </a:solidFill>
          <a:uFillTx/>
          <a:latin typeface="+mn-lt"/>
          <a:ea typeface="+mn-ea"/>
          <a:cs typeface="+mn-cs"/>
          <a:sym typeface="Helvetica"/>
        </a:defRPr>
      </a:lvl4pPr>
      <a:lvl5pPr marL="0" marR="0" indent="0" algn="ctr" defTabSz="412750" rtl="0" latinLnBrk="0">
        <a:lnSpc>
          <a:spcPct val="100000"/>
        </a:lnSpc>
        <a:spcBef>
          <a:spcPts val="0"/>
        </a:spcBef>
        <a:spcAft>
          <a:spcPts val="0"/>
        </a:spcAft>
        <a:buClrTx/>
        <a:buSzTx/>
        <a:buFontTx/>
        <a:buNone/>
        <a:tabLst/>
        <a:defRPr sz="1800" b="0" i="0" u="none" strike="noStrike" cap="none" spc="0" baseline="0">
          <a:solidFill>
            <a:schemeClr val="tx1"/>
          </a:solidFill>
          <a:uFillTx/>
          <a:latin typeface="+mn-lt"/>
          <a:ea typeface="+mn-ea"/>
          <a:cs typeface="+mn-cs"/>
          <a:sym typeface="Helvetica"/>
        </a:defRPr>
      </a:lvl5pPr>
      <a:lvl6pPr marL="0" marR="0" indent="0" algn="ctr" defTabSz="412750" rtl="0" latinLnBrk="0">
        <a:lnSpc>
          <a:spcPct val="100000"/>
        </a:lnSpc>
        <a:spcBef>
          <a:spcPts val="0"/>
        </a:spcBef>
        <a:spcAft>
          <a:spcPts val="0"/>
        </a:spcAft>
        <a:buClrTx/>
        <a:buSzTx/>
        <a:buFontTx/>
        <a:buNone/>
        <a:tabLst/>
        <a:defRPr sz="1800" b="0" i="0" u="none" strike="noStrike" cap="none" spc="0" baseline="0">
          <a:solidFill>
            <a:schemeClr val="tx1"/>
          </a:solidFill>
          <a:uFillTx/>
          <a:latin typeface="+mn-lt"/>
          <a:ea typeface="+mn-ea"/>
          <a:cs typeface="+mn-cs"/>
          <a:sym typeface="Helvetica"/>
        </a:defRPr>
      </a:lvl6pPr>
      <a:lvl7pPr marL="0" marR="0" indent="0" algn="ctr" defTabSz="412750" rtl="0" latinLnBrk="0">
        <a:lnSpc>
          <a:spcPct val="100000"/>
        </a:lnSpc>
        <a:spcBef>
          <a:spcPts val="0"/>
        </a:spcBef>
        <a:spcAft>
          <a:spcPts val="0"/>
        </a:spcAft>
        <a:buClrTx/>
        <a:buSzTx/>
        <a:buFontTx/>
        <a:buNone/>
        <a:tabLst/>
        <a:defRPr sz="1800" b="0" i="0" u="none" strike="noStrike" cap="none" spc="0" baseline="0">
          <a:solidFill>
            <a:schemeClr val="tx1"/>
          </a:solidFill>
          <a:uFillTx/>
          <a:latin typeface="+mn-lt"/>
          <a:ea typeface="+mn-ea"/>
          <a:cs typeface="+mn-cs"/>
          <a:sym typeface="Helvetica"/>
        </a:defRPr>
      </a:lvl7pPr>
      <a:lvl8pPr marL="0" marR="0" indent="0" algn="ctr" defTabSz="412750" rtl="0" latinLnBrk="0">
        <a:lnSpc>
          <a:spcPct val="100000"/>
        </a:lnSpc>
        <a:spcBef>
          <a:spcPts val="0"/>
        </a:spcBef>
        <a:spcAft>
          <a:spcPts val="0"/>
        </a:spcAft>
        <a:buClrTx/>
        <a:buSzTx/>
        <a:buFontTx/>
        <a:buNone/>
        <a:tabLst/>
        <a:defRPr sz="1800" b="0" i="0" u="none" strike="noStrike" cap="none" spc="0" baseline="0">
          <a:solidFill>
            <a:schemeClr val="tx1"/>
          </a:solidFill>
          <a:uFillTx/>
          <a:latin typeface="+mn-lt"/>
          <a:ea typeface="+mn-ea"/>
          <a:cs typeface="+mn-cs"/>
          <a:sym typeface="Helvetica"/>
        </a:defRPr>
      </a:lvl8pPr>
      <a:lvl9pPr marL="0" marR="0" indent="0" algn="ctr" defTabSz="412750" rtl="0" latinLnBrk="0">
        <a:lnSpc>
          <a:spcPct val="100000"/>
        </a:lnSpc>
        <a:spcBef>
          <a:spcPts val="0"/>
        </a:spcBef>
        <a:spcAft>
          <a:spcPts val="0"/>
        </a:spcAft>
        <a:buClrTx/>
        <a:buSzTx/>
        <a:buFontTx/>
        <a:buNone/>
        <a:tabLst/>
        <a:defRPr sz="1800" b="0" i="0" u="none" strike="noStrike" cap="none" spc="0" baseline="0">
          <a:solidFill>
            <a:schemeClr val="tx1"/>
          </a:solidFill>
          <a:uFillTx/>
          <a:latin typeface="+mn-lt"/>
          <a:ea typeface="+mn-ea"/>
          <a:cs typeface="+mn-cs"/>
          <a:sym typeface="Helvetica"/>
        </a:defRPr>
      </a:lvl9pPr>
    </p:otherStyle>
  </p:txStyles>
</p:sldMaster>
</file>

<file path=ppt/slideMasters/slideMaster2.xml><?xml version="1.0" encoding="utf-8"?>
<p:sldMaster xmlns:a="http://schemas.openxmlformats.org/drawingml/2006/main" xmlns:r="http://schemas.openxmlformats.org/officeDocument/2006/relationships" xmlns:p="http://schemas.openxmlformats.org/presentationml/2006/main" preserve="1">
  <p:cSld>
    <p:bg>
      <p:bgPr>
        <a:solidFill>
          <a:schemeClr val="bg1"/>
        </a:solidFill>
        <a:effectLst/>
      </p:bgPr>
    </p:bg>
    <p:spTree>
      <p:nvGrpSpPr>
        <p:cNvPr id="1" name=""/>
        <p:cNvGrpSpPr/>
        <p:nvPr/>
      </p:nvGrpSpPr>
      <p:grpSpPr>
        <a:xfrm>
          <a:off x="0" y="0"/>
          <a:ext cx="0" cy="0"/>
          <a:chOff x="0" y="0"/>
          <a:chExt cx="0" cy="0"/>
        </a:xfrm>
      </p:grpSpPr>
      <p:sp>
        <p:nvSpPr>
          <p:cNvPr id="5" name="직사각형 4"/>
          <p:cNvSpPr/>
          <p:nvPr/>
        </p:nvSpPr>
        <p:spPr>
          <a:xfrm>
            <a:off x="0" y="-611"/>
            <a:ext cx="12192000" cy="706619"/>
          </a:xfrm>
          <a:prstGeom prst="rect">
            <a:avLst/>
          </a:prstGeom>
          <a:solidFill>
            <a:schemeClr val="tx2">
              <a:lumMod val="75000"/>
            </a:schemeClr>
          </a:solidFill>
          <a:ln w="9525">
            <a:noFill/>
          </a:ln>
        </p:spPr>
        <p:style>
          <a:lnRef idx="3">
            <a:schemeClr val="lt1"/>
          </a:lnRef>
          <a:fillRef idx="1">
            <a:schemeClr val="accent1"/>
          </a:fillRef>
          <a:effectRef idx="1">
            <a:schemeClr val="accent1"/>
          </a:effectRef>
          <a:fontRef idx="minor">
            <a:schemeClr val="lt1"/>
          </a:fontRef>
        </p:style>
        <p:txBody>
          <a:bodyPr lIns="252000" rtlCol="0" anchor="ctr"/>
          <a:lstStyle/>
          <a:p>
            <a:pPr algn="ctr"/>
            <a:endParaRPr lang="ko-KR" altLang="en-US" sz="1600" dirty="0">
              <a:solidFill>
                <a:srgbClr val="00B050"/>
              </a:solidFill>
              <a:latin typeface="Courier New" pitchFamily="49" charset="0"/>
              <a:ea typeface="맑은 고딕" pitchFamily="50" charset="-127"/>
              <a:cs typeface="Courier New" pitchFamily="49" charset="0"/>
            </a:endParaRPr>
          </a:p>
        </p:txBody>
      </p:sp>
      <p:sp>
        <p:nvSpPr>
          <p:cNvPr id="2" name="Rectangle 2"/>
          <p:cNvSpPr>
            <a:spLocks noGrp="1" noChangeArrowheads="1"/>
          </p:cNvSpPr>
          <p:nvPr>
            <p:ph type="title"/>
          </p:nvPr>
        </p:nvSpPr>
        <p:spPr bwMode="auto">
          <a:xfrm>
            <a:off x="285751" y="55564"/>
            <a:ext cx="11715749" cy="585787"/>
          </a:xfrm>
          <a:prstGeom prst="rect">
            <a:avLst/>
          </a:prstGeom>
          <a:noFill/>
          <a:ln w="9525">
            <a:noFill/>
            <a:miter lim="800000"/>
            <a:headEnd/>
            <a:tailEnd/>
          </a:ln>
          <a:effectLst>
            <a:outerShdw dist="17961" dir="2700000" algn="ctr" rotWithShape="0">
              <a:schemeClr val="tx1"/>
            </a:outerShdw>
          </a:effectLst>
        </p:spPr>
        <p:txBody>
          <a:bodyPr vert="horz" wrap="square" lIns="91440" tIns="45720" rIns="91440" bIns="45720" numCol="1" anchor="ctr" anchorCtr="0" compatLnSpc="1">
            <a:prstTxWarp prst="textNoShape">
              <a:avLst/>
            </a:prstTxWarp>
          </a:bodyPr>
          <a:lstStyle/>
          <a:p>
            <a:pPr lvl="0"/>
            <a:r>
              <a:rPr lang="ko-KR" altLang="en-US" dirty="0"/>
              <a:t>마스터 제목 스타일 편집</a:t>
            </a:r>
          </a:p>
        </p:txBody>
      </p:sp>
      <p:sp>
        <p:nvSpPr>
          <p:cNvPr id="1028" name="Rectangle 3"/>
          <p:cNvSpPr>
            <a:spLocks noGrp="1" noChangeArrowheads="1"/>
          </p:cNvSpPr>
          <p:nvPr>
            <p:ph type="body" idx="1"/>
          </p:nvPr>
        </p:nvSpPr>
        <p:spPr bwMode="auto">
          <a:xfrm>
            <a:off x="285751" y="1000125"/>
            <a:ext cx="11715749" cy="5429250"/>
          </a:xfrm>
          <a:prstGeom prst="rect">
            <a:avLst/>
          </a:prstGeom>
          <a:noFill/>
          <a:ln w="9525">
            <a:noFill/>
            <a:miter lim="800000"/>
            <a:headEnd/>
            <a:tailEnd/>
          </a:ln>
        </p:spPr>
        <p:txBody>
          <a:bodyPr vert="horz" wrap="square" lIns="91440" tIns="45720" rIns="91440" bIns="45720" numCol="1" anchor="t" anchorCtr="0" compatLnSpc="1">
            <a:prstTxWarp prst="textNoShape">
              <a:avLst/>
            </a:prstTxWarp>
          </a:bodyPr>
          <a:lstStyle/>
          <a:p>
            <a:pPr lvl="0"/>
            <a:r>
              <a:rPr lang="ko-KR" altLang="en-US" dirty="0"/>
              <a:t>마스터 텍스트 스타일을 편집합니다</a:t>
            </a:r>
          </a:p>
          <a:p>
            <a:pPr lvl="1"/>
            <a:r>
              <a:rPr lang="ko-KR" altLang="en-US" dirty="0"/>
              <a:t>둘째 수준</a:t>
            </a:r>
          </a:p>
          <a:p>
            <a:pPr lvl="2"/>
            <a:r>
              <a:rPr lang="ko-KR" altLang="en-US" dirty="0"/>
              <a:t>셋째 수준</a:t>
            </a:r>
          </a:p>
          <a:p>
            <a:pPr lvl="3"/>
            <a:r>
              <a:rPr lang="ko-KR" altLang="en-US" dirty="0"/>
              <a:t>넷째 수준</a:t>
            </a:r>
          </a:p>
          <a:p>
            <a:pPr lvl="4"/>
            <a:r>
              <a:rPr lang="ko-KR" altLang="en-US" dirty="0"/>
              <a:t>다섯째 수준</a:t>
            </a:r>
          </a:p>
        </p:txBody>
      </p:sp>
      <p:sp>
        <p:nvSpPr>
          <p:cNvPr id="1030" name="Rectangle 6"/>
          <p:cNvSpPr>
            <a:spLocks noGrp="1" noChangeArrowheads="1"/>
          </p:cNvSpPr>
          <p:nvPr>
            <p:ph type="sldNum" sz="quarter" idx="4"/>
          </p:nvPr>
        </p:nvSpPr>
        <p:spPr bwMode="auto">
          <a:xfrm>
            <a:off x="10001251" y="6562726"/>
            <a:ext cx="1428749" cy="220663"/>
          </a:xfrm>
          <a:prstGeom prst="rect">
            <a:avLst/>
          </a:prstGeom>
          <a:noFill/>
          <a:ln w="9525">
            <a:noFill/>
            <a:miter lim="800000"/>
            <a:headEnd/>
            <a:tailEnd/>
          </a:ln>
          <a:effectLst/>
        </p:spPr>
        <p:txBody>
          <a:bodyPr vert="horz" wrap="square" lIns="91440" tIns="45720" rIns="91440" bIns="45720" numCol="1" anchor="ctr" anchorCtr="0" compatLnSpc="1">
            <a:prstTxWarp prst="textNoShape">
              <a:avLst/>
            </a:prstTxWarp>
          </a:bodyPr>
          <a:lstStyle>
            <a:lvl1pPr algn="r">
              <a:defRPr sz="1000">
                <a:solidFill>
                  <a:schemeClr val="tx2">
                    <a:lumMod val="50000"/>
                  </a:schemeClr>
                </a:solidFill>
                <a:latin typeface="굴림" pitchFamily="50" charset="-127"/>
                <a:ea typeface="굴림" pitchFamily="50" charset="-127"/>
              </a:defRPr>
            </a:lvl1pPr>
          </a:lstStyle>
          <a:p>
            <a:pPr fontAlgn="base">
              <a:spcBef>
                <a:spcPct val="0"/>
              </a:spcBef>
              <a:spcAft>
                <a:spcPct val="0"/>
              </a:spcAft>
              <a:defRPr/>
            </a:pPr>
            <a:fld id="{85A0C360-F875-469D-A977-82806D0D3C5E}" type="slidenum">
              <a:rPr kumimoji="1" lang="en-US" altLang="ko-KR" smtClean="0">
                <a:solidFill>
                  <a:srgbClr val="1F497D">
                    <a:lumMod val="50000"/>
                  </a:srgbClr>
                </a:solidFill>
              </a:rPr>
              <a:pPr fontAlgn="base">
                <a:spcBef>
                  <a:spcPct val="0"/>
                </a:spcBef>
                <a:spcAft>
                  <a:spcPct val="0"/>
                </a:spcAft>
                <a:defRPr/>
              </a:pPr>
              <a:t>‹#›</a:t>
            </a:fld>
            <a:endParaRPr kumimoji="1" lang="en-US" altLang="ko-KR">
              <a:solidFill>
                <a:srgbClr val="1F497D">
                  <a:lumMod val="50000"/>
                </a:srgbClr>
              </a:solidFill>
            </a:endParaRPr>
          </a:p>
        </p:txBody>
      </p:sp>
      <p:sp>
        <p:nvSpPr>
          <p:cNvPr id="8" name="Rectangle 5"/>
          <p:cNvSpPr>
            <a:spLocks noGrp="1" noChangeArrowheads="1"/>
          </p:cNvSpPr>
          <p:nvPr>
            <p:ph type="ftr" sz="quarter" idx="3"/>
          </p:nvPr>
        </p:nvSpPr>
        <p:spPr>
          <a:xfrm>
            <a:off x="4044951" y="6559551"/>
            <a:ext cx="4051300" cy="220663"/>
          </a:xfrm>
          <a:prstGeom prst="rect">
            <a:avLst/>
          </a:prstGeom>
        </p:spPr>
        <p:txBody>
          <a:bodyPr/>
          <a:lstStyle>
            <a:lvl1pPr algn="ctr">
              <a:defRPr sz="1100" b="1">
                <a:latin typeface="맑은 고딕" pitchFamily="50" charset="-127"/>
                <a:ea typeface="맑은 고딕" pitchFamily="50" charset="-127"/>
              </a:defRPr>
            </a:lvl1pPr>
          </a:lstStyle>
          <a:p>
            <a:pPr fontAlgn="base">
              <a:spcBef>
                <a:spcPct val="0"/>
              </a:spcBef>
              <a:spcAft>
                <a:spcPct val="0"/>
              </a:spcAft>
              <a:defRPr/>
            </a:pPr>
            <a:r>
              <a:rPr kumimoji="1" lang="en-US" altLang="ko-KR">
                <a:solidFill>
                  <a:prstClr val="black"/>
                </a:solidFill>
              </a:rPr>
              <a:t>CSCI3150 Intro to OS</a:t>
            </a:r>
            <a:endParaRPr kumimoji="1" lang="ko-KR" altLang="en-US" dirty="0">
              <a:solidFill>
                <a:prstClr val="black"/>
              </a:solidFill>
            </a:endParaRPr>
          </a:p>
        </p:txBody>
      </p:sp>
      <p:sp>
        <p:nvSpPr>
          <p:cNvPr id="10" name="직사각형 9"/>
          <p:cNvSpPr/>
          <p:nvPr/>
        </p:nvSpPr>
        <p:spPr>
          <a:xfrm>
            <a:off x="0" y="706009"/>
            <a:ext cx="12192000" cy="45719"/>
          </a:xfrm>
          <a:prstGeom prst="rect">
            <a:avLst/>
          </a:prstGeom>
          <a:solidFill>
            <a:schemeClr val="accent1">
              <a:lumMod val="75000"/>
            </a:schemeClr>
          </a:solidFill>
          <a:ln w="9525">
            <a:noFill/>
          </a:ln>
        </p:spPr>
        <p:style>
          <a:lnRef idx="3">
            <a:schemeClr val="lt1"/>
          </a:lnRef>
          <a:fillRef idx="1">
            <a:schemeClr val="accent1"/>
          </a:fillRef>
          <a:effectRef idx="1">
            <a:schemeClr val="accent1"/>
          </a:effectRef>
          <a:fontRef idx="minor">
            <a:schemeClr val="lt1"/>
          </a:fontRef>
        </p:style>
        <p:txBody>
          <a:bodyPr lIns="252000" rtlCol="0" anchor="ctr"/>
          <a:lstStyle/>
          <a:p>
            <a:pPr algn="ctr"/>
            <a:endParaRPr lang="ko-KR" altLang="en-US" sz="1600" dirty="0">
              <a:solidFill>
                <a:srgbClr val="00B050"/>
              </a:solidFill>
              <a:latin typeface="Courier New" pitchFamily="49" charset="0"/>
              <a:ea typeface="맑은 고딕" pitchFamily="50" charset="-127"/>
              <a:cs typeface="Courier New" pitchFamily="49" charset="0"/>
            </a:endParaRPr>
          </a:p>
        </p:txBody>
      </p:sp>
      <p:sp>
        <p:nvSpPr>
          <p:cNvPr id="3" name="직사각형 4">
            <a:extLst>
              <a:ext uri="{FF2B5EF4-FFF2-40B4-BE49-F238E27FC236}">
                <a16:creationId xmlns:a16="http://schemas.microsoft.com/office/drawing/2014/main" id="{79080D6B-51FF-A0DF-25E8-FF0EAF67824A}"/>
              </a:ext>
            </a:extLst>
          </p:cNvPr>
          <p:cNvSpPr/>
          <p:nvPr userDrawn="1"/>
        </p:nvSpPr>
        <p:spPr>
          <a:xfrm>
            <a:off x="0" y="-611"/>
            <a:ext cx="12192000" cy="706619"/>
          </a:xfrm>
          <a:prstGeom prst="rect">
            <a:avLst/>
          </a:prstGeom>
          <a:solidFill>
            <a:schemeClr val="tx2">
              <a:lumMod val="75000"/>
            </a:schemeClr>
          </a:solidFill>
          <a:ln w="9525">
            <a:noFill/>
          </a:ln>
        </p:spPr>
        <p:style>
          <a:lnRef idx="3">
            <a:schemeClr val="lt1"/>
          </a:lnRef>
          <a:fillRef idx="1">
            <a:schemeClr val="accent1"/>
          </a:fillRef>
          <a:effectRef idx="1">
            <a:schemeClr val="accent1"/>
          </a:effectRef>
          <a:fontRef idx="minor">
            <a:schemeClr val="lt1"/>
          </a:fontRef>
        </p:style>
        <p:txBody>
          <a:bodyPr lIns="252000" rtlCol="0" anchor="ctr"/>
          <a:lstStyle/>
          <a:p>
            <a:pPr algn="ctr"/>
            <a:endParaRPr lang="ko-KR" altLang="en-US" sz="1600" dirty="0">
              <a:solidFill>
                <a:srgbClr val="00B050"/>
              </a:solidFill>
              <a:latin typeface="Courier New" pitchFamily="49" charset="0"/>
              <a:ea typeface="맑은 고딕" pitchFamily="50" charset="-127"/>
              <a:cs typeface="Courier New" pitchFamily="49" charset="0"/>
            </a:endParaRPr>
          </a:p>
        </p:txBody>
      </p:sp>
      <p:sp>
        <p:nvSpPr>
          <p:cNvPr id="4" name="직사각형 9">
            <a:extLst>
              <a:ext uri="{FF2B5EF4-FFF2-40B4-BE49-F238E27FC236}">
                <a16:creationId xmlns:a16="http://schemas.microsoft.com/office/drawing/2014/main" id="{6BFFBB33-933A-D4D7-367B-A5210D9F6580}"/>
              </a:ext>
            </a:extLst>
          </p:cNvPr>
          <p:cNvSpPr/>
          <p:nvPr userDrawn="1"/>
        </p:nvSpPr>
        <p:spPr>
          <a:xfrm>
            <a:off x="0" y="706009"/>
            <a:ext cx="12192000" cy="45719"/>
          </a:xfrm>
          <a:prstGeom prst="rect">
            <a:avLst/>
          </a:prstGeom>
          <a:solidFill>
            <a:schemeClr val="accent1">
              <a:lumMod val="75000"/>
            </a:schemeClr>
          </a:solidFill>
          <a:ln w="9525">
            <a:noFill/>
          </a:ln>
        </p:spPr>
        <p:style>
          <a:lnRef idx="3">
            <a:schemeClr val="lt1"/>
          </a:lnRef>
          <a:fillRef idx="1">
            <a:schemeClr val="accent1"/>
          </a:fillRef>
          <a:effectRef idx="1">
            <a:schemeClr val="accent1"/>
          </a:effectRef>
          <a:fontRef idx="minor">
            <a:schemeClr val="lt1"/>
          </a:fontRef>
        </p:style>
        <p:txBody>
          <a:bodyPr lIns="252000" rtlCol="0" anchor="ctr"/>
          <a:lstStyle/>
          <a:p>
            <a:pPr algn="ctr"/>
            <a:endParaRPr lang="ko-KR" altLang="en-US" sz="1600" dirty="0">
              <a:solidFill>
                <a:srgbClr val="00B050"/>
              </a:solidFill>
              <a:latin typeface="Courier New" pitchFamily="49" charset="0"/>
              <a:ea typeface="맑은 고딕" pitchFamily="50" charset="-127"/>
              <a:cs typeface="Courier New" pitchFamily="49" charset="0"/>
            </a:endParaRPr>
          </a:p>
        </p:txBody>
      </p:sp>
    </p:spTree>
    <p:extLst>
      <p:ext uri="{BB962C8B-B14F-4D97-AF65-F5344CB8AC3E}">
        <p14:creationId xmlns:p14="http://schemas.microsoft.com/office/powerpoint/2010/main" val="4236907306"/>
      </p:ext>
    </p:extLst>
  </p:cSld>
  <p:clrMap bg1="lt1" tx1="dk1" bg2="lt2" tx2="dk2" accent1="accent1" accent2="accent2" accent3="accent3" accent4="accent4" accent5="accent5" accent6="accent6" hlink="hlink" folHlink="folHlink"/>
  <p:sldLayoutIdLst>
    <p:sldLayoutId id="2147483675" r:id="rId1"/>
  </p:sldLayoutIdLst>
  <p:transition>
    <p:zoom/>
  </p:transition>
  <p:hf hdr="0" dt="0"/>
  <p:txStyles>
    <p:titleStyle>
      <a:lvl1pPr algn="l" rtl="0" eaLnBrk="1" fontAlgn="base" latinLnBrk="1" hangingPunct="1">
        <a:spcBef>
          <a:spcPct val="0"/>
        </a:spcBef>
        <a:spcAft>
          <a:spcPct val="0"/>
        </a:spcAft>
        <a:defRPr kumimoji="1" sz="2400">
          <a:solidFill>
            <a:schemeClr val="bg1"/>
          </a:solidFill>
          <a:latin typeface="+mj-lt"/>
          <a:ea typeface="+mj-ea"/>
          <a:cs typeface="+mj-cs"/>
        </a:defRPr>
      </a:lvl1pPr>
      <a:lvl2pPr algn="l" rtl="0" eaLnBrk="1" fontAlgn="base" latinLnBrk="1" hangingPunct="1">
        <a:spcBef>
          <a:spcPct val="0"/>
        </a:spcBef>
        <a:spcAft>
          <a:spcPct val="0"/>
        </a:spcAft>
        <a:defRPr kumimoji="1" sz="2400">
          <a:solidFill>
            <a:srgbClr val="FFFF00"/>
          </a:solidFill>
          <a:latin typeface="HY견고딕" pitchFamily="18" charset="-127"/>
          <a:ea typeface="HY견고딕" pitchFamily="18" charset="-127"/>
        </a:defRPr>
      </a:lvl2pPr>
      <a:lvl3pPr algn="l" rtl="0" eaLnBrk="1" fontAlgn="base" latinLnBrk="1" hangingPunct="1">
        <a:spcBef>
          <a:spcPct val="0"/>
        </a:spcBef>
        <a:spcAft>
          <a:spcPct val="0"/>
        </a:spcAft>
        <a:defRPr kumimoji="1" sz="2400">
          <a:solidFill>
            <a:srgbClr val="FFFF00"/>
          </a:solidFill>
          <a:latin typeface="HY견고딕" pitchFamily="18" charset="-127"/>
          <a:ea typeface="HY견고딕" pitchFamily="18" charset="-127"/>
        </a:defRPr>
      </a:lvl3pPr>
      <a:lvl4pPr algn="l" rtl="0" eaLnBrk="1" fontAlgn="base" latinLnBrk="1" hangingPunct="1">
        <a:spcBef>
          <a:spcPct val="0"/>
        </a:spcBef>
        <a:spcAft>
          <a:spcPct val="0"/>
        </a:spcAft>
        <a:defRPr kumimoji="1" sz="2400">
          <a:solidFill>
            <a:srgbClr val="FFFF00"/>
          </a:solidFill>
          <a:latin typeface="HY견고딕" pitchFamily="18" charset="-127"/>
          <a:ea typeface="HY견고딕" pitchFamily="18" charset="-127"/>
        </a:defRPr>
      </a:lvl4pPr>
      <a:lvl5pPr algn="l" rtl="0" eaLnBrk="1" fontAlgn="base" latinLnBrk="1" hangingPunct="1">
        <a:spcBef>
          <a:spcPct val="0"/>
        </a:spcBef>
        <a:spcAft>
          <a:spcPct val="0"/>
        </a:spcAft>
        <a:defRPr kumimoji="1" sz="2400">
          <a:solidFill>
            <a:srgbClr val="FFFF00"/>
          </a:solidFill>
          <a:latin typeface="HY견고딕" pitchFamily="18" charset="-127"/>
          <a:ea typeface="HY견고딕" pitchFamily="18" charset="-127"/>
        </a:defRPr>
      </a:lvl5pPr>
      <a:lvl6pPr marL="457200" algn="l" rtl="0" eaLnBrk="1" fontAlgn="base" latinLnBrk="1" hangingPunct="1">
        <a:spcBef>
          <a:spcPct val="0"/>
        </a:spcBef>
        <a:spcAft>
          <a:spcPct val="0"/>
        </a:spcAft>
        <a:defRPr kumimoji="1" sz="3000">
          <a:solidFill>
            <a:schemeClr val="bg1"/>
          </a:solidFill>
          <a:latin typeface="HY견고딕" pitchFamily="18" charset="-127"/>
          <a:ea typeface="HY견고딕" pitchFamily="18" charset="-127"/>
        </a:defRPr>
      </a:lvl6pPr>
      <a:lvl7pPr marL="914400" algn="l" rtl="0" eaLnBrk="1" fontAlgn="base" latinLnBrk="1" hangingPunct="1">
        <a:spcBef>
          <a:spcPct val="0"/>
        </a:spcBef>
        <a:spcAft>
          <a:spcPct val="0"/>
        </a:spcAft>
        <a:defRPr kumimoji="1" sz="3000">
          <a:solidFill>
            <a:schemeClr val="bg1"/>
          </a:solidFill>
          <a:latin typeface="HY견고딕" pitchFamily="18" charset="-127"/>
          <a:ea typeface="HY견고딕" pitchFamily="18" charset="-127"/>
        </a:defRPr>
      </a:lvl7pPr>
      <a:lvl8pPr marL="1371600" algn="l" rtl="0" eaLnBrk="1" fontAlgn="base" latinLnBrk="1" hangingPunct="1">
        <a:spcBef>
          <a:spcPct val="0"/>
        </a:spcBef>
        <a:spcAft>
          <a:spcPct val="0"/>
        </a:spcAft>
        <a:defRPr kumimoji="1" sz="3000">
          <a:solidFill>
            <a:schemeClr val="bg1"/>
          </a:solidFill>
          <a:latin typeface="HY견고딕" pitchFamily="18" charset="-127"/>
          <a:ea typeface="HY견고딕" pitchFamily="18" charset="-127"/>
        </a:defRPr>
      </a:lvl8pPr>
      <a:lvl9pPr marL="1828800" algn="l" rtl="0" eaLnBrk="1" fontAlgn="base" latinLnBrk="1" hangingPunct="1">
        <a:spcBef>
          <a:spcPct val="0"/>
        </a:spcBef>
        <a:spcAft>
          <a:spcPct val="0"/>
        </a:spcAft>
        <a:defRPr kumimoji="1" sz="3000">
          <a:solidFill>
            <a:schemeClr val="bg1"/>
          </a:solidFill>
          <a:latin typeface="HY견고딕" pitchFamily="18" charset="-127"/>
          <a:ea typeface="HY견고딕" pitchFamily="18" charset="-127"/>
        </a:defRPr>
      </a:lvl9pPr>
    </p:titleStyle>
    <p:bodyStyle>
      <a:lvl1pPr marL="342900" indent="-342900" algn="l" rtl="0" eaLnBrk="1" fontAlgn="base" latinLnBrk="1" hangingPunct="1">
        <a:spcBef>
          <a:spcPct val="20000"/>
        </a:spcBef>
        <a:spcAft>
          <a:spcPct val="0"/>
        </a:spcAft>
        <a:buClr>
          <a:srgbClr val="002060"/>
        </a:buClr>
        <a:buSzPct val="65000"/>
        <a:buFont typeface="Wingdings" pitchFamily="2" charset="2"/>
        <a:buChar char=""/>
        <a:defRPr kumimoji="1" sz="2000">
          <a:solidFill>
            <a:srgbClr val="10253F"/>
          </a:solidFill>
          <a:latin typeface="맑은 고딕" pitchFamily="50" charset="-127"/>
          <a:ea typeface="맑은 고딕" pitchFamily="50" charset="-127"/>
          <a:cs typeface="+mn-cs"/>
        </a:defRPr>
      </a:lvl1pPr>
      <a:lvl2pPr marL="742950" indent="-285750" algn="l" rtl="0" eaLnBrk="1" fontAlgn="base" latinLnBrk="1" hangingPunct="1">
        <a:spcBef>
          <a:spcPct val="20000"/>
        </a:spcBef>
        <a:spcAft>
          <a:spcPct val="0"/>
        </a:spcAft>
        <a:buClr>
          <a:srgbClr val="007E3C"/>
        </a:buClr>
        <a:buSzPct val="100000"/>
        <a:buFont typeface="Wingdings" pitchFamily="2" charset="2"/>
        <a:buChar char=""/>
        <a:defRPr kumimoji="1">
          <a:solidFill>
            <a:srgbClr val="10253F"/>
          </a:solidFill>
          <a:latin typeface="맑은 고딕" pitchFamily="50" charset="-127"/>
          <a:ea typeface="맑은 고딕" pitchFamily="50" charset="-127"/>
        </a:defRPr>
      </a:lvl2pPr>
      <a:lvl3pPr marL="1143000" indent="-228600" algn="l" rtl="0" eaLnBrk="1" fontAlgn="base" latinLnBrk="1" hangingPunct="1">
        <a:spcBef>
          <a:spcPct val="20000"/>
        </a:spcBef>
        <a:spcAft>
          <a:spcPct val="0"/>
        </a:spcAft>
        <a:buClr>
          <a:srgbClr val="002060"/>
        </a:buClr>
        <a:buSzPct val="65000"/>
        <a:buFont typeface="Wingdings" pitchFamily="2" charset="2"/>
        <a:buChar char=""/>
        <a:defRPr kumimoji="1" sz="1600">
          <a:solidFill>
            <a:srgbClr val="10253F"/>
          </a:solidFill>
          <a:latin typeface="맑은 고딕" pitchFamily="50" charset="-127"/>
          <a:ea typeface="맑은 고딕" pitchFamily="50" charset="-127"/>
        </a:defRPr>
      </a:lvl3pPr>
      <a:lvl4pPr marL="1600200" indent="-228600" algn="l" rtl="0" eaLnBrk="1" fontAlgn="base" latinLnBrk="1" hangingPunct="1">
        <a:spcBef>
          <a:spcPct val="20000"/>
        </a:spcBef>
        <a:spcAft>
          <a:spcPct val="0"/>
        </a:spcAft>
        <a:buClr>
          <a:srgbClr val="00B03C"/>
        </a:buClr>
        <a:buSzPct val="65000"/>
        <a:buFont typeface="Wingdings" pitchFamily="2" charset="2"/>
        <a:buChar char=""/>
        <a:defRPr kumimoji="1" sz="1400">
          <a:solidFill>
            <a:srgbClr val="10253F"/>
          </a:solidFill>
          <a:latin typeface="맑은 고딕" pitchFamily="50" charset="-127"/>
          <a:ea typeface="맑은 고딕" pitchFamily="50" charset="-127"/>
        </a:defRPr>
      </a:lvl4pPr>
      <a:lvl5pPr marL="2057400" indent="-228600" algn="l" rtl="0" eaLnBrk="1" fontAlgn="base" latinLnBrk="1" hangingPunct="1">
        <a:spcBef>
          <a:spcPct val="20000"/>
        </a:spcBef>
        <a:spcAft>
          <a:spcPct val="0"/>
        </a:spcAft>
        <a:buClr>
          <a:srgbClr val="002060"/>
        </a:buClr>
        <a:buFont typeface="Wingdings" pitchFamily="2" charset="2"/>
        <a:buChar char=""/>
        <a:defRPr kumimoji="1" sz="1400">
          <a:solidFill>
            <a:srgbClr val="10253F"/>
          </a:solidFill>
          <a:latin typeface="맑은 고딕" pitchFamily="50" charset="-127"/>
          <a:ea typeface="맑은 고딕" pitchFamily="50" charset="-127"/>
        </a:defRPr>
      </a:lvl5pPr>
      <a:lvl6pPr marL="2514600" indent="-228600" algn="l" rtl="0" eaLnBrk="1" fontAlgn="base" latinLnBrk="1" hangingPunct="1">
        <a:spcBef>
          <a:spcPct val="20000"/>
        </a:spcBef>
        <a:spcAft>
          <a:spcPct val="0"/>
        </a:spcAft>
        <a:buChar char="»"/>
        <a:defRPr kumimoji="1" sz="2000">
          <a:solidFill>
            <a:schemeClr val="tx1"/>
          </a:solidFill>
          <a:latin typeface="+mn-lt"/>
          <a:ea typeface="+mn-ea"/>
        </a:defRPr>
      </a:lvl6pPr>
      <a:lvl7pPr marL="2971800" indent="-228600" algn="l" rtl="0" eaLnBrk="1" fontAlgn="base" latinLnBrk="1" hangingPunct="1">
        <a:spcBef>
          <a:spcPct val="20000"/>
        </a:spcBef>
        <a:spcAft>
          <a:spcPct val="0"/>
        </a:spcAft>
        <a:buChar char="»"/>
        <a:defRPr kumimoji="1" sz="2000">
          <a:solidFill>
            <a:schemeClr val="tx1"/>
          </a:solidFill>
          <a:latin typeface="+mn-lt"/>
          <a:ea typeface="+mn-ea"/>
        </a:defRPr>
      </a:lvl7pPr>
      <a:lvl8pPr marL="3429000" indent="-228600" algn="l" rtl="0" eaLnBrk="1" fontAlgn="base" latinLnBrk="1" hangingPunct="1">
        <a:spcBef>
          <a:spcPct val="20000"/>
        </a:spcBef>
        <a:spcAft>
          <a:spcPct val="0"/>
        </a:spcAft>
        <a:buChar char="»"/>
        <a:defRPr kumimoji="1" sz="2000">
          <a:solidFill>
            <a:schemeClr val="tx1"/>
          </a:solidFill>
          <a:latin typeface="+mn-lt"/>
          <a:ea typeface="+mn-ea"/>
        </a:defRPr>
      </a:lvl8pPr>
      <a:lvl9pPr marL="3886200" indent="-228600" algn="l" rtl="0" eaLnBrk="1" fontAlgn="base" latinLnBrk="1" hangingPunct="1">
        <a:spcBef>
          <a:spcPct val="20000"/>
        </a:spcBef>
        <a:spcAft>
          <a:spcPct val="0"/>
        </a:spcAft>
        <a:buChar char="»"/>
        <a:defRPr kumimoji="1" sz="2000">
          <a:solidFill>
            <a:schemeClr val="tx1"/>
          </a:solidFill>
          <a:latin typeface="+mn-lt"/>
          <a:ea typeface="+mn-ea"/>
        </a:defRPr>
      </a:lvl9pPr>
    </p:bodyStyle>
    <p:otherStyle>
      <a:defPPr>
        <a:defRPr lang="ko-KR"/>
      </a:defPPr>
      <a:lvl1pPr marL="0" algn="l" defTabSz="914400" rtl="0" eaLnBrk="1" latinLnBrk="1" hangingPunct="1">
        <a:defRPr sz="1800" kern="1200">
          <a:solidFill>
            <a:schemeClr val="tx1"/>
          </a:solidFill>
          <a:latin typeface="+mn-lt"/>
          <a:ea typeface="+mn-ea"/>
          <a:cs typeface="+mn-cs"/>
        </a:defRPr>
      </a:lvl1pPr>
      <a:lvl2pPr marL="457200" algn="l" defTabSz="914400" rtl="0" eaLnBrk="1" latinLnBrk="1" hangingPunct="1">
        <a:defRPr sz="1800" kern="1200">
          <a:solidFill>
            <a:schemeClr val="tx1"/>
          </a:solidFill>
          <a:latin typeface="+mn-lt"/>
          <a:ea typeface="+mn-ea"/>
          <a:cs typeface="+mn-cs"/>
        </a:defRPr>
      </a:lvl2pPr>
      <a:lvl3pPr marL="914400" algn="l" defTabSz="914400" rtl="0" eaLnBrk="1" latinLnBrk="1" hangingPunct="1">
        <a:defRPr sz="1800" kern="1200">
          <a:solidFill>
            <a:schemeClr val="tx1"/>
          </a:solidFill>
          <a:latin typeface="+mn-lt"/>
          <a:ea typeface="+mn-ea"/>
          <a:cs typeface="+mn-cs"/>
        </a:defRPr>
      </a:lvl3pPr>
      <a:lvl4pPr marL="1371600" algn="l" defTabSz="914400" rtl="0" eaLnBrk="1" latinLnBrk="1" hangingPunct="1">
        <a:defRPr sz="1800" kern="1200">
          <a:solidFill>
            <a:schemeClr val="tx1"/>
          </a:solidFill>
          <a:latin typeface="+mn-lt"/>
          <a:ea typeface="+mn-ea"/>
          <a:cs typeface="+mn-cs"/>
        </a:defRPr>
      </a:lvl4pPr>
      <a:lvl5pPr marL="1828800" algn="l" defTabSz="914400" rtl="0" eaLnBrk="1" latinLnBrk="1" hangingPunct="1">
        <a:defRPr sz="1800" kern="1200">
          <a:solidFill>
            <a:schemeClr val="tx1"/>
          </a:solidFill>
          <a:latin typeface="+mn-lt"/>
          <a:ea typeface="+mn-ea"/>
          <a:cs typeface="+mn-cs"/>
        </a:defRPr>
      </a:lvl5pPr>
      <a:lvl6pPr marL="2286000" algn="l" defTabSz="914400" rtl="0" eaLnBrk="1" latinLnBrk="1" hangingPunct="1">
        <a:defRPr sz="1800" kern="1200">
          <a:solidFill>
            <a:schemeClr val="tx1"/>
          </a:solidFill>
          <a:latin typeface="+mn-lt"/>
          <a:ea typeface="+mn-ea"/>
          <a:cs typeface="+mn-cs"/>
        </a:defRPr>
      </a:lvl6pPr>
      <a:lvl7pPr marL="2743200" algn="l" defTabSz="914400" rtl="0" eaLnBrk="1" latinLnBrk="1" hangingPunct="1">
        <a:defRPr sz="1800" kern="1200">
          <a:solidFill>
            <a:schemeClr val="tx1"/>
          </a:solidFill>
          <a:latin typeface="+mn-lt"/>
          <a:ea typeface="+mn-ea"/>
          <a:cs typeface="+mn-cs"/>
        </a:defRPr>
      </a:lvl7pPr>
      <a:lvl8pPr marL="3200400" algn="l" defTabSz="914400" rtl="0" eaLnBrk="1" latinLnBrk="1" hangingPunct="1">
        <a:defRPr sz="1800" kern="1200">
          <a:solidFill>
            <a:schemeClr val="tx1"/>
          </a:solidFill>
          <a:latin typeface="+mn-lt"/>
          <a:ea typeface="+mn-ea"/>
          <a:cs typeface="+mn-cs"/>
        </a:defRPr>
      </a:lvl8pPr>
      <a:lvl9pPr marL="3657600" algn="l" defTabSz="914400" rtl="0" eaLnBrk="1" latinLnBrk="1"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2" Type="http://schemas.openxmlformats.org/officeDocument/2006/relationships/notesSlide" Target="../notesSlides/notesSlide4.xml"/><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2" Type="http://schemas.openxmlformats.org/officeDocument/2006/relationships/notesSlide" Target="../notesSlides/notesSlide5.xml"/><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6.xml"/><Relationship Id="rId1" Type="http://schemas.openxmlformats.org/officeDocument/2006/relationships/slideLayout" Target="../slideLayouts/slideLayout2.xml"/></Relationships>
</file>

<file path=ppt/slides/_rels/slide7.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7.xml"/><Relationship Id="rId1" Type="http://schemas.openxmlformats.org/officeDocument/2006/relationships/slideLayout" Target="../slideLayouts/slideLayout2.xml"/></Relationships>
</file>

<file path=ppt/slides/_rels/slide8.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8.xml"/><Relationship Id="rId1" Type="http://schemas.openxmlformats.org/officeDocument/2006/relationships/slideLayout" Target="../slideLayouts/slideLayout2.xml"/></Relationships>
</file>

<file path=ppt/slides/_rels/slide9.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9.xml"/><Relationship Id="rId1" Type="http://schemas.openxmlformats.org/officeDocument/2006/relationships/slideLayout" Target="../slideLayouts/slideLayout2.xml"/></Relationships>
</file>

<file path=ppt/slides/_rels/slide10.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10.xml"/><Relationship Id="rId1" Type="http://schemas.openxmlformats.org/officeDocument/2006/relationships/slideLayout" Target="../slideLayouts/slideLayout2.xml"/></Relationships>
</file>

<file path=ppt/slides/_rels/slide11.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11.xml"/><Relationship Id="rId1" Type="http://schemas.openxmlformats.org/officeDocument/2006/relationships/slideLayout" Target="../slideLayouts/slideLayout2.xml"/></Relationships>
</file>

<file path=ppt/slides/_rels/slide12.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12.xml"/><Relationship Id="rId1" Type="http://schemas.openxmlformats.org/officeDocument/2006/relationships/slideLayout" Target="../slideLayouts/slideLayout2.xml"/></Relationships>
</file>

<file path=ppt/slides/_rels/slide13.xml.rels><?xml version="1.0" encoding="UTF-8" standalone="yes"?>
<Relationships xmlns="http://schemas.openxmlformats.org/package/2006/relationships"><Relationship Id="rId2" Type="http://schemas.openxmlformats.org/officeDocument/2006/relationships/image" Target="../media/image4.png"/><Relationship Id="rId1" Type="http://schemas.openxmlformats.org/officeDocument/2006/relationships/slideLayout" Target="../slideLayouts/slideLayout2.xml"/></Relationships>
</file>

<file path=ppt/slides/_rels/slide14.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notesSlide" Target="../notesSlides/notesSlide13.xml"/><Relationship Id="rId1" Type="http://schemas.openxmlformats.org/officeDocument/2006/relationships/slideLayout" Target="../slideLayouts/slideLayout2.xml"/><Relationship Id="rId4" Type="http://schemas.openxmlformats.org/officeDocument/2006/relationships/image" Target="../media/image6.png"/></Relationships>
</file>

<file path=ppt/slides/_rels/slide15.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notesSlide" Target="../notesSlides/notesSlide14.xml"/><Relationship Id="rId1" Type="http://schemas.openxmlformats.org/officeDocument/2006/relationships/slideLayout" Target="../slideLayouts/slideLayout2.xml"/><Relationship Id="rId4" Type="http://schemas.openxmlformats.org/officeDocument/2006/relationships/image" Target="../media/image6.png"/></Relationships>
</file>

<file path=ppt/slides/_rels/slide16.xml.rels><?xml version="1.0" encoding="UTF-8" standalone="yes"?>
<Relationships xmlns="http://schemas.openxmlformats.org/package/2006/relationships"><Relationship Id="rId2" Type="http://schemas.openxmlformats.org/officeDocument/2006/relationships/notesSlide" Target="../notesSlides/notesSlide15.xml"/><Relationship Id="rId1" Type="http://schemas.openxmlformats.org/officeDocument/2006/relationships/slideLayout" Target="../slideLayouts/slideLayout2.xml"/></Relationships>
</file>

<file path=ppt/slides/_rels/slide17.xml.rels><?xml version="1.0" encoding="UTF-8" standalone="yes"?>
<Relationships xmlns="http://schemas.openxmlformats.org/package/2006/relationships"><Relationship Id="rId2" Type="http://schemas.openxmlformats.org/officeDocument/2006/relationships/notesSlide" Target="../notesSlides/notesSlide16.xml"/><Relationship Id="rId1" Type="http://schemas.openxmlformats.org/officeDocument/2006/relationships/slideLayout" Target="../slideLayouts/slideLayout2.xml"/></Relationships>
</file>

<file path=ppt/slides/_rels/slide18.xml.rels><?xml version="1.0" encoding="UTF-8" standalone="yes"?>
<Relationships xmlns="http://schemas.openxmlformats.org/package/2006/relationships"><Relationship Id="rId2" Type="http://schemas.openxmlformats.org/officeDocument/2006/relationships/notesSlide" Target="../notesSlides/notesSlide17.xml"/><Relationship Id="rId1" Type="http://schemas.openxmlformats.org/officeDocument/2006/relationships/slideLayout" Target="../slideLayouts/slideLayout2.xml"/></Relationships>
</file>

<file path=ppt/slides/_rels/slide19.xml.rels><?xml version="1.0" encoding="UTF-8" standalone="yes"?>
<Relationships xmlns="http://schemas.openxmlformats.org/package/2006/relationships"><Relationship Id="rId2" Type="http://schemas.openxmlformats.org/officeDocument/2006/relationships/notesSlide" Target="../notesSlides/notesSlide18.xml"/><Relationship Id="rId1" Type="http://schemas.openxmlformats.org/officeDocument/2006/relationships/slideLayout" Target="../slideLayouts/slideLayout2.xml"/></Relationships>
</file>

<file path=ppt/slides/_rels/slide20.xml.rels><?xml version="1.0" encoding="UTF-8" standalone="yes"?>
<Relationships xmlns="http://schemas.openxmlformats.org/package/2006/relationships"><Relationship Id="rId2" Type="http://schemas.openxmlformats.org/officeDocument/2006/relationships/notesSlide" Target="../notesSlides/notesSlide19.xml"/><Relationship Id="rId1" Type="http://schemas.openxmlformats.org/officeDocument/2006/relationships/slideLayout" Target="../slideLayouts/slideLayout2.xml"/></Relationships>
</file>

<file path=ppt/slides/_rels/slide21.xml.rels><?xml version="1.0" encoding="UTF-8" standalone="yes"?>
<Relationships xmlns="http://schemas.openxmlformats.org/package/2006/relationships"><Relationship Id="rId2" Type="http://schemas.openxmlformats.org/officeDocument/2006/relationships/notesSlide" Target="../notesSlides/notesSlide20.xml"/><Relationship Id="rId1" Type="http://schemas.openxmlformats.org/officeDocument/2006/relationships/slideLayout" Target="../slideLayouts/slideLayout14.xml"/></Relationships>
</file>

<file path=ppt/slides/_rels/slide22.xml.rels><?xml version="1.0" encoding="UTF-8" standalone="yes"?>
<Relationships xmlns="http://schemas.openxmlformats.org/package/2006/relationships"><Relationship Id="rId2" Type="http://schemas.openxmlformats.org/officeDocument/2006/relationships/notesSlide" Target="../notesSlides/notesSlide21.xml"/><Relationship Id="rId1" Type="http://schemas.openxmlformats.org/officeDocument/2006/relationships/slideLayout" Target="../slideLayouts/slideLayout14.xml"/></Relationships>
</file>

<file path=ppt/slides/_rels/slide23.xml.rels><?xml version="1.0" encoding="UTF-8" standalone="yes"?>
<Relationships xmlns="http://schemas.openxmlformats.org/package/2006/relationships"><Relationship Id="rId3" Type="http://schemas.openxmlformats.org/officeDocument/2006/relationships/image" Target="../media/image7.png"/><Relationship Id="rId2" Type="http://schemas.openxmlformats.org/officeDocument/2006/relationships/notesSlide" Target="../notesSlides/notesSlide22.xml"/><Relationship Id="rId1" Type="http://schemas.openxmlformats.org/officeDocument/2006/relationships/slideLayout" Target="../slideLayouts/slideLayout2.xml"/></Relationships>
</file>

<file path=ppt/slides/_rels/slide24.xml.rels><?xml version="1.0" encoding="UTF-8" standalone="yes"?>
<Relationships xmlns="http://schemas.openxmlformats.org/package/2006/relationships"><Relationship Id="rId2" Type="http://schemas.openxmlformats.org/officeDocument/2006/relationships/notesSlide" Target="../notesSlides/notesSlide23.xml"/><Relationship Id="rId1" Type="http://schemas.openxmlformats.org/officeDocument/2006/relationships/slideLayout" Target="../slideLayouts/slideLayout1.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Subtitle 2">
            <a:extLst>
              <a:ext uri="{FF2B5EF4-FFF2-40B4-BE49-F238E27FC236}">
                <a16:creationId xmlns:a16="http://schemas.microsoft.com/office/drawing/2014/main" id="{F8C13C63-B26A-4A9C-A1CA-724346AB2906}"/>
              </a:ext>
            </a:extLst>
          </p:cNvPr>
          <p:cNvSpPr>
            <a:spLocks noGrp="1"/>
          </p:cNvSpPr>
          <p:nvPr>
            <p:ph type="body" sz="half" idx="1"/>
          </p:nvPr>
        </p:nvSpPr>
        <p:spPr>
          <a:xfrm>
            <a:off x="889000" y="4235450"/>
            <a:ext cx="10414000" cy="1774360"/>
          </a:xfrm>
        </p:spPr>
        <p:txBody>
          <a:bodyPr>
            <a:normAutofit/>
          </a:bodyPr>
          <a:lstStyle/>
          <a:p>
            <a:r>
              <a:rPr lang="en-US" altLang="zh-CN" dirty="0">
                <a:solidFill>
                  <a:schemeClr val="bg1">
                    <a:lumMod val="95000"/>
                  </a:schemeClr>
                </a:solidFill>
                <a:latin typeface="Gill Sans MT" panose="020B0502020104020203" pitchFamily="34" charset="0"/>
              </a:rPr>
              <a:t>DENG </a:t>
            </a:r>
            <a:r>
              <a:rPr lang="en-US" altLang="zh-CN" dirty="0" err="1">
                <a:solidFill>
                  <a:schemeClr val="bg1">
                    <a:lumMod val="95000"/>
                  </a:schemeClr>
                </a:solidFill>
                <a:latin typeface="Gill Sans MT" panose="020B0502020104020203" pitchFamily="34" charset="0"/>
              </a:rPr>
              <a:t>Yangtao</a:t>
            </a:r>
            <a:r>
              <a:rPr lang="en-US" altLang="zh-CN" dirty="0">
                <a:solidFill>
                  <a:schemeClr val="bg1">
                    <a:lumMod val="95000"/>
                  </a:schemeClr>
                </a:solidFill>
              </a:rPr>
              <a:t>(ytdeng25@cse.cuhk.edu.hk)</a:t>
            </a:r>
            <a:endParaRPr lang="en-US" altLang="zh-CN" dirty="0">
              <a:solidFill>
                <a:schemeClr val="bg1">
                  <a:lumMod val="95000"/>
                </a:schemeClr>
              </a:solidFill>
              <a:latin typeface="Gill Sans MT" panose="020B0502020104020203" pitchFamily="34" charset="0"/>
            </a:endParaRPr>
          </a:p>
          <a:p>
            <a:r>
              <a:rPr lang="nb-NO" altLang="zh-CN" dirty="0" err="1">
                <a:solidFill>
                  <a:schemeClr val="bg1">
                    <a:lumMod val="95000"/>
                  </a:schemeClr>
                </a:solidFill>
                <a:latin typeface="Gill Sans MT" panose="020B0502020104020203" pitchFamily="34" charset="0"/>
              </a:rPr>
              <a:t>Marc</a:t>
            </a:r>
            <a:r>
              <a:rPr lang="nb-NO" altLang="zh-CN" dirty="0" err="1">
                <a:solidFill>
                  <a:schemeClr val="bg1">
                    <a:lumMod val="95000"/>
                  </a:schemeClr>
                </a:solidFill>
              </a:rPr>
              <a:t>h</a:t>
            </a:r>
            <a:r>
              <a:rPr lang="nb-NO" altLang="zh-CN" dirty="0">
                <a:solidFill>
                  <a:schemeClr val="bg1">
                    <a:lumMod val="95000"/>
                  </a:schemeClr>
                </a:solidFill>
                <a:latin typeface="Gill Sans MT" panose="020B0502020104020203" pitchFamily="34" charset="0"/>
              </a:rPr>
              <a:t> 12, 2026</a:t>
            </a:r>
          </a:p>
        </p:txBody>
      </p:sp>
      <p:sp>
        <p:nvSpPr>
          <p:cNvPr id="7" name="TextBox 6">
            <a:extLst>
              <a:ext uri="{FF2B5EF4-FFF2-40B4-BE49-F238E27FC236}">
                <a16:creationId xmlns:a16="http://schemas.microsoft.com/office/drawing/2014/main" id="{8D32768C-F15F-6E75-41D1-9F14D317D991}"/>
              </a:ext>
            </a:extLst>
          </p:cNvPr>
          <p:cNvSpPr txBox="1"/>
          <p:nvPr/>
        </p:nvSpPr>
        <p:spPr>
          <a:xfrm>
            <a:off x="889000" y="1489226"/>
            <a:ext cx="10632440" cy="1031051"/>
          </a:xfrm>
          <a:prstGeom prst="rect">
            <a:avLst/>
          </a:prstGeom>
          <a:noFill/>
          <a:ln w="12700" cap="flat">
            <a:noFill/>
            <a:miter lim="400000"/>
          </a:ln>
          <a:effectLst/>
          <a:sp3d/>
        </p:spPr>
        <p:style>
          <a:lnRef idx="0">
            <a:scrgbClr r="0" g="0" b="0"/>
          </a:lnRef>
          <a:fillRef idx="0">
            <a:scrgbClr r="0" g="0" b="0"/>
          </a:fillRef>
          <a:effectRef idx="0">
            <a:scrgbClr r="0" g="0" b="0"/>
          </a:effectRef>
          <a:fontRef idx="none"/>
        </p:style>
        <p:txBody>
          <a:bodyPr wrap="square">
            <a:spAutoFit/>
          </a:bodyPr>
          <a:lstStyle/>
          <a:p>
            <a:pPr marL="0" marR="0" lvl="1" indent="0" algn="l" defTabSz="292100" rtl="0" eaLnBrk="1" fontAlgn="auto" latinLnBrk="0" hangingPunct="0">
              <a:lnSpc>
                <a:spcPct val="100000"/>
              </a:lnSpc>
              <a:spcBef>
                <a:spcPts val="0"/>
              </a:spcBef>
              <a:spcAft>
                <a:spcPts val="0"/>
              </a:spcAft>
              <a:buClrTx/>
              <a:buSzTx/>
              <a:buFontTx/>
              <a:buNone/>
              <a:tabLst/>
              <a:defRPr/>
            </a:pPr>
            <a:r>
              <a:rPr lang="en-US" sz="3300" b="1" kern="0" dirty="0">
                <a:solidFill>
                  <a:srgbClr val="FFFFFF">
                    <a:lumMod val="95000"/>
                  </a:srgbClr>
                </a:solidFill>
                <a:latin typeface="Gill Sans MT" panose="020B0502020104020203" pitchFamily="34" charset="0"/>
                <a:cs typeface="Helvetica"/>
                <a:sym typeface="Helvetica"/>
              </a:rPr>
              <a:t>Tutorial 8: Midterm Solution</a:t>
            </a:r>
            <a:endParaRPr kumimoji="0" lang="en-US" sz="3300" b="1" i="0" u="none" strike="noStrike" kern="0" cap="none" spc="0" normalizeH="0" baseline="0" noProof="0" dirty="0">
              <a:ln>
                <a:noFill/>
              </a:ln>
              <a:solidFill>
                <a:srgbClr val="FFFFFF">
                  <a:lumMod val="95000"/>
                </a:srgbClr>
              </a:solidFill>
              <a:effectLst/>
              <a:uLnTx/>
              <a:uFillTx/>
              <a:latin typeface="Gill Sans MT" panose="020B0502020104020203" pitchFamily="34" charset="0"/>
              <a:cs typeface="Helvetica"/>
              <a:sym typeface="Helvetica"/>
            </a:endParaRPr>
          </a:p>
          <a:p>
            <a:pPr marL="0" marR="0" lvl="1" indent="0" algn="l" defTabSz="292100" rtl="0" eaLnBrk="1" fontAlgn="auto" latinLnBrk="0" hangingPunct="0">
              <a:lnSpc>
                <a:spcPct val="100000"/>
              </a:lnSpc>
              <a:spcBef>
                <a:spcPts val="0"/>
              </a:spcBef>
              <a:spcAft>
                <a:spcPts val="0"/>
              </a:spcAft>
              <a:buClrTx/>
              <a:buSzTx/>
              <a:buFontTx/>
              <a:buNone/>
              <a:tabLst/>
              <a:defRPr/>
            </a:pPr>
            <a:r>
              <a:rPr kumimoji="0" lang="en-US" sz="2800" b="1" i="0" u="none" strike="noStrike" kern="0" cap="none" spc="0" normalizeH="0" baseline="0" noProof="0" dirty="0">
                <a:ln>
                  <a:noFill/>
                </a:ln>
                <a:solidFill>
                  <a:srgbClr val="FFFFFF">
                    <a:lumMod val="95000"/>
                  </a:srgbClr>
                </a:solidFill>
                <a:effectLst/>
                <a:uLnTx/>
                <a:uFillTx/>
                <a:latin typeface="Gill Sans MT" panose="020B0502020104020203" pitchFamily="34" charset="0"/>
                <a:cs typeface="Helvetica"/>
                <a:sym typeface="Helvetica"/>
              </a:rPr>
              <a:t>CSCI3150 Introduction to Operating Systems, </a:t>
            </a:r>
            <a:r>
              <a:rPr lang="en-US" sz="2800" b="1" kern="0" dirty="0">
                <a:solidFill>
                  <a:srgbClr val="FFFFFF">
                    <a:lumMod val="95000"/>
                  </a:srgbClr>
                </a:solidFill>
                <a:latin typeface="Gill Sans MT" panose="020B0502020104020203" pitchFamily="34" charset="0"/>
                <a:cs typeface="Helvetica"/>
                <a:sym typeface="Helvetica"/>
              </a:rPr>
              <a:t>Spring</a:t>
            </a:r>
            <a:r>
              <a:rPr kumimoji="0" lang="en-US" sz="2800" b="1" i="0" u="none" strike="noStrike" kern="0" cap="none" spc="0" normalizeH="0" baseline="0" noProof="0" dirty="0">
                <a:ln>
                  <a:noFill/>
                </a:ln>
                <a:solidFill>
                  <a:srgbClr val="FFFFFF">
                    <a:lumMod val="95000"/>
                  </a:srgbClr>
                </a:solidFill>
                <a:effectLst/>
                <a:uLnTx/>
                <a:uFillTx/>
                <a:latin typeface="Gill Sans MT" panose="020B0502020104020203" pitchFamily="34" charset="0"/>
                <a:cs typeface="Helvetica"/>
                <a:sym typeface="Helvetica"/>
              </a:rPr>
              <a:t> 2026</a:t>
            </a:r>
          </a:p>
        </p:txBody>
      </p:sp>
    </p:spTree>
    <p:extLst>
      <p:ext uri="{BB962C8B-B14F-4D97-AF65-F5344CB8AC3E}">
        <p14:creationId xmlns:p14="http://schemas.microsoft.com/office/powerpoint/2010/main" val="2808513160"/>
      </p:ext>
    </p:extLst>
  </p:cSld>
  <p:clrMapOvr>
    <a:masterClrMapping/>
  </p:clrMapOvr>
  <p:transition spd="med"/>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2715A2E-656D-EC5D-FDE7-230488526EFC}"/>
              </a:ext>
            </a:extLst>
          </p:cNvPr>
          <p:cNvSpPr>
            <a:spLocks noGrp="1"/>
          </p:cNvSpPr>
          <p:nvPr>
            <p:ph type="title"/>
          </p:nvPr>
        </p:nvSpPr>
        <p:spPr/>
        <p:txBody>
          <a:bodyPr/>
          <a:lstStyle/>
          <a:p>
            <a:r>
              <a:rPr lang="en-US" dirty="0"/>
              <a:t>Reminder</a:t>
            </a:r>
          </a:p>
        </p:txBody>
      </p:sp>
      <p:sp>
        <p:nvSpPr>
          <p:cNvPr id="3" name="Text Placeholder 2">
            <a:extLst>
              <a:ext uri="{FF2B5EF4-FFF2-40B4-BE49-F238E27FC236}">
                <a16:creationId xmlns:a16="http://schemas.microsoft.com/office/drawing/2014/main" id="{36A5FFEE-E22C-7E2F-1F3B-D8658E79FF2E}"/>
              </a:ext>
            </a:extLst>
          </p:cNvPr>
          <p:cNvSpPr>
            <a:spLocks noGrp="1"/>
          </p:cNvSpPr>
          <p:nvPr>
            <p:ph type="body" idx="1"/>
          </p:nvPr>
        </p:nvSpPr>
        <p:spPr>
          <a:xfrm>
            <a:off x="844551" y="1229566"/>
            <a:ext cx="10237107" cy="5499530"/>
          </a:xfrm>
        </p:spPr>
        <p:txBody>
          <a:bodyPr lIns="25400" tIns="25400" rIns="25400" bIns="25400" anchor="t">
            <a:normAutofit/>
          </a:bodyPr>
          <a:lstStyle/>
          <a:p>
            <a:pPr marL="288925" indent="-288925">
              <a:spcBef>
                <a:spcPts val="1200"/>
              </a:spcBef>
              <a:buFont typeface="Wingdings" pitchFamily="2" charset="2"/>
              <a:buChar char="Ø"/>
              <a:defRPr/>
            </a:pPr>
            <a:r>
              <a:rPr lang="en-US" altLang="zh-CN" sz="2400" b="1" dirty="0">
                <a:cs typeface="Helvetica"/>
              </a:rPr>
              <a:t>Assignment 3</a:t>
            </a:r>
          </a:p>
          <a:p>
            <a:pPr marL="606425" lvl="1" indent="-288925">
              <a:spcBef>
                <a:spcPts val="1200"/>
              </a:spcBef>
              <a:buFont typeface="Wingdings" pitchFamily="2" charset="2"/>
              <a:buChar char="Ø"/>
              <a:defRPr/>
            </a:pPr>
            <a:r>
              <a:rPr lang="en-US" altLang="zh-CN" sz="2400" dirty="0">
                <a:cs typeface="Helvetica"/>
              </a:rPr>
              <a:t>Released on Piazza</a:t>
            </a:r>
          </a:p>
          <a:p>
            <a:pPr marL="606425" lvl="1" indent="-288925">
              <a:spcBef>
                <a:spcPts val="1200"/>
              </a:spcBef>
              <a:buFont typeface="Wingdings" pitchFamily="2" charset="2"/>
              <a:buChar char="Ø"/>
              <a:defRPr/>
            </a:pPr>
            <a:r>
              <a:rPr lang="en-US" altLang="zh-CN" sz="2400" dirty="0">
                <a:cs typeface="Helvetica"/>
              </a:rPr>
              <a:t>Due at 23:59:59 p.m., Mar 29</a:t>
            </a:r>
            <a:endParaRPr kumimoji="0" lang="en-US" altLang="zh-CN" sz="2400" b="0" i="0" u="none" strike="noStrike" kern="0" cap="none" spc="0" normalizeH="0" baseline="0" noProof="0" dirty="0">
              <a:ln>
                <a:noFill/>
              </a:ln>
              <a:solidFill>
                <a:srgbClr val="202020"/>
              </a:solidFill>
              <a:effectLst/>
              <a:uLnTx/>
              <a:uFillTx/>
              <a:latin typeface="Gill Sans MT" panose="020B0502020104020203" pitchFamily="34" charset="0"/>
              <a:cs typeface="Helvetica"/>
              <a:sym typeface="Helvetica"/>
            </a:endParaRPr>
          </a:p>
        </p:txBody>
      </p:sp>
      <p:sp>
        <p:nvSpPr>
          <p:cNvPr id="4" name="Slide Number Placeholder 3">
            <a:extLst>
              <a:ext uri="{FF2B5EF4-FFF2-40B4-BE49-F238E27FC236}">
                <a16:creationId xmlns:a16="http://schemas.microsoft.com/office/drawing/2014/main" id="{C903FAE4-3A59-50C4-1BA6-A9AEC61D52CB}"/>
              </a:ext>
            </a:extLst>
          </p:cNvPr>
          <p:cNvSpPr>
            <a:spLocks noGrp="1"/>
          </p:cNvSpPr>
          <p:nvPr>
            <p:ph type="sldNum" sz="quarter" idx="2"/>
          </p:nvPr>
        </p:nvSpPr>
        <p:spPr>
          <a:xfrm>
            <a:off x="11686121" y="6400800"/>
            <a:ext cx="218008" cy="379591"/>
          </a:xfrm>
        </p:spPr>
        <p:txBody>
          <a:bodyPr/>
          <a:lstStyle/>
          <a:p>
            <a:pPr marL="0" marR="0" lvl="0" indent="0" algn="ctr" defTabSz="412750" rtl="0" eaLnBrk="1" fontAlgn="auto" latinLnBrk="0" hangingPunct="0">
              <a:lnSpc>
                <a:spcPct val="100000"/>
              </a:lnSpc>
              <a:spcBef>
                <a:spcPts val="0"/>
              </a:spcBef>
              <a:spcAft>
                <a:spcPts val="0"/>
              </a:spcAft>
              <a:buClrTx/>
              <a:buSzTx/>
              <a:buFontTx/>
              <a:buNone/>
              <a:tabLst/>
              <a:defRPr/>
            </a:pPr>
            <a:fld id="{86CB4B4D-7CA3-9044-876B-883B54F8677D}" type="slidenum">
              <a:rPr kumimoji="0" lang="en-US" sz="1800" b="0" i="0" u="none" strike="noStrike" kern="0" cap="none" spc="0" normalizeH="0" baseline="0" noProof="0">
                <a:ln>
                  <a:noFill/>
                </a:ln>
                <a:solidFill>
                  <a:srgbClr val="800080"/>
                </a:solidFill>
                <a:effectLst/>
                <a:uLnTx/>
                <a:uFillTx/>
                <a:latin typeface="Gill Sans MT" panose="020B0502020104020203" pitchFamily="34" charset="0"/>
                <a:cs typeface="Helvetica"/>
                <a:sym typeface="Helvetica"/>
              </a:rPr>
              <a:pPr marL="0" marR="0" lvl="0" indent="0" algn="ctr" defTabSz="412750" rtl="0" eaLnBrk="1" fontAlgn="auto" latinLnBrk="0" hangingPunct="0">
                <a:lnSpc>
                  <a:spcPct val="100000"/>
                </a:lnSpc>
                <a:spcBef>
                  <a:spcPts val="0"/>
                </a:spcBef>
                <a:spcAft>
                  <a:spcPts val="0"/>
                </a:spcAft>
                <a:buClrTx/>
                <a:buSzTx/>
                <a:buFontTx/>
                <a:buNone/>
                <a:tabLst/>
                <a:defRPr/>
              </a:pPr>
              <a:t>2</a:t>
            </a:fld>
            <a:endParaRPr kumimoji="0" lang="en-US" sz="1800" b="0" i="0" u="none" strike="noStrike" kern="0" cap="none" spc="0" normalizeH="0" baseline="0" noProof="0">
              <a:ln>
                <a:noFill/>
              </a:ln>
              <a:solidFill>
                <a:srgbClr val="800080"/>
              </a:solidFill>
              <a:effectLst/>
              <a:uLnTx/>
              <a:uFillTx/>
              <a:latin typeface="Gill Sans MT" panose="020B0502020104020203" pitchFamily="34" charset="0"/>
              <a:cs typeface="Helvetica"/>
              <a:sym typeface="Helvetica"/>
            </a:endParaRPr>
          </a:p>
        </p:txBody>
      </p:sp>
    </p:spTree>
    <p:extLst>
      <p:ext uri="{BB962C8B-B14F-4D97-AF65-F5344CB8AC3E}">
        <p14:creationId xmlns:p14="http://schemas.microsoft.com/office/powerpoint/2010/main" val="4196136796"/>
      </p:ext>
    </p:extLst>
  </p:cSld>
  <p:clrMapOvr>
    <a:masterClrMapping/>
  </p:clrMapOvr>
  <p:transition spd="med"/>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2715A2E-656D-EC5D-FDE7-230488526EFC}"/>
              </a:ext>
            </a:extLst>
          </p:cNvPr>
          <p:cNvSpPr>
            <a:spLocks noGrp="1"/>
          </p:cNvSpPr>
          <p:nvPr>
            <p:ph type="title"/>
          </p:nvPr>
        </p:nvSpPr>
        <p:spPr/>
        <p:txBody>
          <a:bodyPr/>
          <a:lstStyle/>
          <a:p>
            <a:r>
              <a:rPr lang="en-US" dirty="0"/>
              <a:t>Midterm Result Overview</a:t>
            </a:r>
          </a:p>
        </p:txBody>
      </p:sp>
      <p:sp>
        <p:nvSpPr>
          <p:cNvPr id="4" name="Slide Number Placeholder 3">
            <a:extLst>
              <a:ext uri="{FF2B5EF4-FFF2-40B4-BE49-F238E27FC236}">
                <a16:creationId xmlns:a16="http://schemas.microsoft.com/office/drawing/2014/main" id="{C903FAE4-3A59-50C4-1BA6-A9AEC61D52CB}"/>
              </a:ext>
            </a:extLst>
          </p:cNvPr>
          <p:cNvSpPr>
            <a:spLocks noGrp="1"/>
          </p:cNvSpPr>
          <p:nvPr>
            <p:ph type="sldNum" sz="quarter" idx="2"/>
          </p:nvPr>
        </p:nvSpPr>
        <p:spPr>
          <a:xfrm>
            <a:off x="11686121" y="6400800"/>
            <a:ext cx="218008" cy="379591"/>
          </a:xfrm>
        </p:spPr>
        <p:txBody>
          <a:bodyPr/>
          <a:lstStyle/>
          <a:p>
            <a:pPr marL="0" marR="0" lvl="0" indent="0" algn="ctr" defTabSz="412750" rtl="0" eaLnBrk="1" fontAlgn="auto" latinLnBrk="0" hangingPunct="0">
              <a:lnSpc>
                <a:spcPct val="100000"/>
              </a:lnSpc>
              <a:spcBef>
                <a:spcPts val="0"/>
              </a:spcBef>
              <a:spcAft>
                <a:spcPts val="0"/>
              </a:spcAft>
              <a:buClrTx/>
              <a:buSzTx/>
              <a:buFontTx/>
              <a:buNone/>
              <a:tabLst/>
              <a:defRPr/>
            </a:pPr>
            <a:fld id="{86CB4B4D-7CA3-9044-876B-883B54F8677D}" type="slidenum">
              <a:rPr kumimoji="0" lang="en-US" sz="1800" b="0" i="0" u="none" strike="noStrike" kern="0" cap="none" spc="0" normalizeH="0" baseline="0" noProof="0">
                <a:ln>
                  <a:noFill/>
                </a:ln>
                <a:solidFill>
                  <a:srgbClr val="800080"/>
                </a:solidFill>
                <a:effectLst/>
                <a:uLnTx/>
                <a:uFillTx/>
                <a:latin typeface="Gill Sans MT" panose="020B0502020104020203" pitchFamily="34" charset="0"/>
                <a:cs typeface="Helvetica"/>
                <a:sym typeface="Helvetica"/>
              </a:rPr>
              <a:pPr marL="0" marR="0" lvl="0" indent="0" algn="ctr" defTabSz="412750" rtl="0" eaLnBrk="1" fontAlgn="auto" latinLnBrk="0" hangingPunct="0">
                <a:lnSpc>
                  <a:spcPct val="100000"/>
                </a:lnSpc>
                <a:spcBef>
                  <a:spcPts val="0"/>
                </a:spcBef>
                <a:spcAft>
                  <a:spcPts val="0"/>
                </a:spcAft>
                <a:buClrTx/>
                <a:buSzTx/>
                <a:buFontTx/>
                <a:buNone/>
                <a:tabLst/>
                <a:defRPr/>
              </a:pPr>
              <a:t>3</a:t>
            </a:fld>
            <a:endParaRPr kumimoji="0" lang="en-US" sz="1800" b="0" i="0" u="none" strike="noStrike" kern="0" cap="none" spc="0" normalizeH="0" baseline="0" noProof="0">
              <a:ln>
                <a:noFill/>
              </a:ln>
              <a:solidFill>
                <a:srgbClr val="800080"/>
              </a:solidFill>
              <a:effectLst/>
              <a:uLnTx/>
              <a:uFillTx/>
              <a:latin typeface="Gill Sans MT" panose="020B0502020104020203" pitchFamily="34" charset="0"/>
              <a:cs typeface="Helvetica"/>
              <a:sym typeface="Helvetica"/>
            </a:endParaRPr>
          </a:p>
        </p:txBody>
      </p:sp>
      <p:sp>
        <p:nvSpPr>
          <p:cNvPr id="6" name="TextBox 5">
            <a:extLst>
              <a:ext uri="{FF2B5EF4-FFF2-40B4-BE49-F238E27FC236}">
                <a16:creationId xmlns:a16="http://schemas.microsoft.com/office/drawing/2014/main" id="{059666F3-2E33-F336-CBC8-9499F9D78784}"/>
              </a:ext>
            </a:extLst>
          </p:cNvPr>
          <p:cNvSpPr txBox="1"/>
          <p:nvPr/>
        </p:nvSpPr>
        <p:spPr>
          <a:xfrm>
            <a:off x="3619655" y="4942251"/>
            <a:ext cx="6171565" cy="923330"/>
          </a:xfrm>
          <a:prstGeom prst="rect">
            <a:avLst/>
          </a:prstGeom>
          <a:solidFill>
            <a:srgbClr val="FFC000"/>
          </a:solidFill>
          <a:ln w="57150" cap="flat">
            <a:solidFill>
              <a:schemeClr val="bg2">
                <a:lumMod val="50000"/>
              </a:schemeClr>
            </a:solidFill>
            <a:miter lim="400000"/>
          </a:ln>
          <a:effectLst/>
          <a:sp3d/>
        </p:spPr>
        <p:style>
          <a:lnRef idx="0">
            <a:scrgbClr r="0" g="0" b="0"/>
          </a:lnRef>
          <a:fillRef idx="0">
            <a:scrgbClr r="0" g="0" b="0"/>
          </a:fillRef>
          <a:effectRef idx="0">
            <a:scrgbClr r="0" g="0" b="0"/>
          </a:effectRef>
          <a:fontRef idx="none"/>
        </p:style>
        <p:txBody>
          <a:bodyPr wrap="square">
            <a:spAutoFit/>
          </a:bodyPr>
          <a:lstStyle/>
          <a:p>
            <a:pPr algn="ctr"/>
            <a:r>
              <a:rPr lang="en-US" altLang="zh-CN" b="1" dirty="0">
                <a:solidFill>
                  <a:srgbClr val="202020"/>
                </a:solidFill>
                <a:latin typeface="Gill Sans MT" panose="020B0502020104020203" pitchFamily="34" charset="0"/>
              </a:rPr>
              <a:t>All materials used in this tutorial:</a:t>
            </a:r>
          </a:p>
          <a:p>
            <a:pPr algn="ctr"/>
            <a:r>
              <a:rPr lang="en-US" altLang="zh-CN" b="1" dirty="0">
                <a:solidFill>
                  <a:srgbClr val="202020"/>
                </a:solidFill>
                <a:latin typeface="Gill Sans MT" panose="020B0502020104020203" pitchFamily="34" charset="0"/>
              </a:rPr>
              <a:t>https://</a:t>
            </a:r>
            <a:r>
              <a:rPr lang="en-US" altLang="zh-CN" b="1" dirty="0" err="1">
                <a:solidFill>
                  <a:srgbClr val="202020"/>
                </a:solidFill>
                <a:latin typeface="Gill Sans MT" panose="020B0502020104020203" pitchFamily="34" charset="0"/>
              </a:rPr>
              <a:t>github.com</a:t>
            </a:r>
            <a:r>
              <a:rPr lang="en-US" altLang="zh-CN" b="1" dirty="0">
                <a:solidFill>
                  <a:srgbClr val="202020"/>
                </a:solidFill>
                <a:latin typeface="Gill Sans MT" panose="020B0502020104020203" pitchFamily="34" charset="0"/>
              </a:rPr>
              <a:t>/</a:t>
            </a:r>
            <a:r>
              <a:rPr lang="en-US" altLang="zh-CN" b="1" dirty="0" err="1">
                <a:solidFill>
                  <a:srgbClr val="202020"/>
                </a:solidFill>
                <a:latin typeface="Gill Sans MT" panose="020B0502020104020203" pitchFamily="34" charset="0"/>
              </a:rPr>
              <a:t>henryhxu</a:t>
            </a:r>
            <a:r>
              <a:rPr lang="en-US" altLang="zh-CN" b="1" dirty="0">
                <a:solidFill>
                  <a:srgbClr val="202020"/>
                </a:solidFill>
                <a:latin typeface="Gill Sans MT" panose="020B0502020104020203" pitchFamily="34" charset="0"/>
              </a:rPr>
              <a:t>/CSCI3150/tree/2026-Spring/tutorial/T08</a:t>
            </a:r>
          </a:p>
        </p:txBody>
      </p:sp>
      <p:graphicFrame>
        <p:nvGraphicFramePr>
          <p:cNvPr id="5" name="表格 4">
            <a:extLst>
              <a:ext uri="{FF2B5EF4-FFF2-40B4-BE49-F238E27FC236}">
                <a16:creationId xmlns:a16="http://schemas.microsoft.com/office/drawing/2014/main" id="{1BCF8D07-9BFC-89D5-A55E-4E8F371E501B}"/>
              </a:ext>
            </a:extLst>
          </p:cNvPr>
          <p:cNvGraphicFramePr>
            <a:graphicFrameLocks noGrp="1"/>
          </p:cNvGraphicFramePr>
          <p:nvPr>
            <p:extLst>
              <p:ext uri="{D42A27DB-BD31-4B8C-83A1-F6EECF244321}">
                <p14:modId xmlns:p14="http://schemas.microsoft.com/office/powerpoint/2010/main" val="665017551"/>
              </p:ext>
            </p:extLst>
          </p:nvPr>
        </p:nvGraphicFramePr>
        <p:xfrm>
          <a:off x="1237735" y="1354457"/>
          <a:ext cx="9630938" cy="3174630"/>
        </p:xfrm>
        <a:graphic>
          <a:graphicData uri="http://schemas.openxmlformats.org/drawingml/2006/table">
            <a:tbl>
              <a:tblPr firstRow="1">
                <a:tableStyleId>{93296810-A885-4BE3-A3E7-6D5BEEA58F35}</a:tableStyleId>
              </a:tblPr>
              <a:tblGrid>
                <a:gridCol w="1568604">
                  <a:extLst>
                    <a:ext uri="{9D8B030D-6E8A-4147-A177-3AD203B41FA5}">
                      <a16:colId xmlns:a16="http://schemas.microsoft.com/office/drawing/2014/main" val="1661489971"/>
                    </a:ext>
                  </a:extLst>
                </a:gridCol>
                <a:gridCol w="1454910">
                  <a:extLst>
                    <a:ext uri="{9D8B030D-6E8A-4147-A177-3AD203B41FA5}">
                      <a16:colId xmlns:a16="http://schemas.microsoft.com/office/drawing/2014/main" val="3119120759"/>
                    </a:ext>
                  </a:extLst>
                </a:gridCol>
                <a:gridCol w="1651856">
                  <a:extLst>
                    <a:ext uri="{9D8B030D-6E8A-4147-A177-3AD203B41FA5}">
                      <a16:colId xmlns:a16="http://schemas.microsoft.com/office/drawing/2014/main" val="3411736431"/>
                    </a:ext>
                  </a:extLst>
                </a:gridCol>
                <a:gridCol w="1651856">
                  <a:extLst>
                    <a:ext uri="{9D8B030D-6E8A-4147-A177-3AD203B41FA5}">
                      <a16:colId xmlns:a16="http://schemas.microsoft.com/office/drawing/2014/main" val="93603139"/>
                    </a:ext>
                  </a:extLst>
                </a:gridCol>
                <a:gridCol w="1651856">
                  <a:extLst>
                    <a:ext uri="{9D8B030D-6E8A-4147-A177-3AD203B41FA5}">
                      <a16:colId xmlns:a16="http://schemas.microsoft.com/office/drawing/2014/main" val="1846544663"/>
                    </a:ext>
                  </a:extLst>
                </a:gridCol>
                <a:gridCol w="1651856">
                  <a:extLst>
                    <a:ext uri="{9D8B030D-6E8A-4147-A177-3AD203B41FA5}">
                      <a16:colId xmlns:a16="http://schemas.microsoft.com/office/drawing/2014/main" val="561210070"/>
                    </a:ext>
                  </a:extLst>
                </a:gridCol>
              </a:tblGrid>
              <a:tr h="634926">
                <a:tc>
                  <a:txBody>
                    <a:bodyPr/>
                    <a:lstStyle/>
                    <a:p>
                      <a:pPr rtl="0" fontAlgn="b"/>
                      <a:r>
                        <a:rPr kumimoji="0" lang="en-HK" sz="2400" b="1" i="0" u="none" strike="noStrike" kern="0" cap="none" spc="0" normalizeH="0" baseline="0" dirty="0">
                          <a:ln>
                            <a:noFill/>
                          </a:ln>
                          <a:solidFill>
                            <a:schemeClr val="bg1"/>
                          </a:solidFill>
                          <a:effectLst/>
                          <a:uLnTx/>
                          <a:uFillTx/>
                          <a:latin typeface="Gill Sans MT" panose="020B0502020104020203" pitchFamily="34" charset="0"/>
                          <a:ea typeface="+mn-ea"/>
                          <a:cs typeface="Helvetica"/>
                          <a:sym typeface="Helvetica"/>
                        </a:rPr>
                        <a:t>Question</a:t>
                      </a:r>
                    </a:p>
                  </a:txBody>
                  <a:tcPr marL="63500" marR="63500" marT="63500" marB="63500" anchor="b"/>
                </a:tc>
                <a:tc>
                  <a:txBody>
                    <a:bodyPr/>
                    <a:lstStyle/>
                    <a:p>
                      <a:pPr algn="r" rtl="0" fontAlgn="b"/>
                      <a:r>
                        <a:rPr lang="en-US" altLang="zh-CN" sz="2400" b="1" dirty="0">
                          <a:solidFill>
                            <a:schemeClr val="bg1"/>
                          </a:solidFill>
                          <a:effectLst/>
                          <a:latin typeface="Gill Sans MT" panose="020B0502020104020203" pitchFamily="34" charset="0"/>
                        </a:rPr>
                        <a:t>1</a:t>
                      </a:r>
                    </a:p>
                  </a:txBody>
                  <a:tcPr marL="63500" marR="63500" marT="63500" marB="63500" anchor="b"/>
                </a:tc>
                <a:tc>
                  <a:txBody>
                    <a:bodyPr/>
                    <a:lstStyle/>
                    <a:p>
                      <a:pPr algn="r" rtl="0" fontAlgn="b"/>
                      <a:r>
                        <a:rPr lang="en-US" altLang="zh-CN" sz="2400" b="1" dirty="0">
                          <a:solidFill>
                            <a:schemeClr val="bg1"/>
                          </a:solidFill>
                          <a:effectLst/>
                          <a:latin typeface="Gill Sans MT" panose="020B0502020104020203" pitchFamily="34" charset="0"/>
                        </a:rPr>
                        <a:t>2</a:t>
                      </a:r>
                    </a:p>
                  </a:txBody>
                  <a:tcPr marL="63500" marR="63500" marT="63500" marB="63500" anchor="b"/>
                </a:tc>
                <a:tc>
                  <a:txBody>
                    <a:bodyPr/>
                    <a:lstStyle/>
                    <a:p>
                      <a:pPr algn="r" rtl="0" fontAlgn="b"/>
                      <a:r>
                        <a:rPr lang="en-US" altLang="zh-CN" sz="2400" b="1" dirty="0">
                          <a:solidFill>
                            <a:schemeClr val="bg1"/>
                          </a:solidFill>
                          <a:effectLst/>
                          <a:latin typeface="Gill Sans MT" panose="020B0502020104020203" pitchFamily="34" charset="0"/>
                        </a:rPr>
                        <a:t>3</a:t>
                      </a:r>
                    </a:p>
                  </a:txBody>
                  <a:tcPr marL="63500" marR="63500" marT="63500" marB="63500" anchor="b"/>
                </a:tc>
                <a:tc>
                  <a:txBody>
                    <a:bodyPr/>
                    <a:lstStyle/>
                    <a:p>
                      <a:pPr algn="r" rtl="0" fontAlgn="b"/>
                      <a:r>
                        <a:rPr lang="en-US" altLang="zh-CN" sz="2400" b="1" dirty="0">
                          <a:solidFill>
                            <a:schemeClr val="bg1"/>
                          </a:solidFill>
                          <a:effectLst/>
                          <a:latin typeface="Gill Sans MT" panose="020B0502020104020203" pitchFamily="34" charset="0"/>
                        </a:rPr>
                        <a:t>4</a:t>
                      </a:r>
                    </a:p>
                  </a:txBody>
                  <a:tcPr marL="63500" marR="63500" marT="63500" marB="63500" anchor="b"/>
                </a:tc>
                <a:tc>
                  <a:txBody>
                    <a:bodyPr/>
                    <a:lstStyle/>
                    <a:p>
                      <a:pPr algn="r" rtl="0" fontAlgn="b"/>
                      <a:r>
                        <a:rPr lang="en-US" altLang="zh-CN" sz="2400" b="1" dirty="0">
                          <a:solidFill>
                            <a:schemeClr val="bg1"/>
                          </a:solidFill>
                          <a:effectLst/>
                          <a:latin typeface="Gill Sans MT" panose="020B0502020104020203" pitchFamily="34" charset="0"/>
                        </a:rPr>
                        <a:t>Total</a:t>
                      </a:r>
                    </a:p>
                  </a:txBody>
                  <a:tcPr marL="63500" marR="63500" marT="63500" marB="63500" anchor="b"/>
                </a:tc>
                <a:extLst>
                  <a:ext uri="{0D108BD9-81ED-4DB2-BD59-A6C34878D82A}">
                    <a16:rowId xmlns:a16="http://schemas.microsoft.com/office/drawing/2014/main" val="999924216"/>
                  </a:ext>
                </a:extLst>
              </a:tr>
              <a:tr h="634926">
                <a:tc>
                  <a:txBody>
                    <a:bodyPr/>
                    <a:lstStyle/>
                    <a:p>
                      <a:pPr rtl="0" fontAlgn="b"/>
                      <a:r>
                        <a:rPr kumimoji="0" lang="en-HK" sz="2400" b="1" i="0" u="none" strike="noStrike" kern="0" cap="none" spc="0" normalizeH="0" baseline="0" dirty="0" err="1">
                          <a:ln>
                            <a:noFill/>
                          </a:ln>
                          <a:solidFill>
                            <a:srgbClr val="202020"/>
                          </a:solidFill>
                          <a:effectLst/>
                          <a:uLnTx/>
                          <a:uFillTx/>
                          <a:latin typeface="Gill Sans MT" panose="020B0502020104020203" pitchFamily="34" charset="0"/>
                          <a:ea typeface="+mn-ea"/>
                          <a:cs typeface="Helvetica"/>
                          <a:sym typeface="Helvetica"/>
                        </a:rPr>
                        <a:t>Avg</a:t>
                      </a:r>
                      <a:endParaRPr kumimoji="0" lang="en-HK" sz="2400" b="1" i="0" u="none" strike="noStrike" kern="0" cap="none" spc="0" normalizeH="0" baseline="0" dirty="0">
                        <a:ln>
                          <a:noFill/>
                        </a:ln>
                        <a:solidFill>
                          <a:srgbClr val="202020"/>
                        </a:solidFill>
                        <a:effectLst/>
                        <a:uLnTx/>
                        <a:uFillTx/>
                        <a:latin typeface="Gill Sans MT" panose="020B0502020104020203" pitchFamily="34" charset="0"/>
                        <a:ea typeface="+mn-ea"/>
                        <a:cs typeface="Helvetica"/>
                        <a:sym typeface="Helvetica"/>
                      </a:endParaRPr>
                    </a:p>
                  </a:txBody>
                  <a:tcPr marL="63500" marR="63500" marT="63500" marB="63500" anchor="b"/>
                </a:tc>
                <a:tc>
                  <a:txBody>
                    <a:bodyPr/>
                    <a:lstStyle/>
                    <a:p>
                      <a:pPr algn="r" rtl="0" fontAlgn="b"/>
                      <a:r>
                        <a:rPr lang="en-US" altLang="zh-CN" sz="2400" b="0" dirty="0">
                          <a:solidFill>
                            <a:srgbClr val="000000"/>
                          </a:solidFill>
                          <a:effectLst/>
                          <a:latin typeface="Gill Sans MT" panose="020B0502020104020203" pitchFamily="34" charset="0"/>
                        </a:rPr>
                        <a:t>0.44</a:t>
                      </a:r>
                    </a:p>
                  </a:txBody>
                  <a:tcPr marL="63500" marR="63500" marT="63500" marB="63500" anchor="b"/>
                </a:tc>
                <a:tc>
                  <a:txBody>
                    <a:bodyPr/>
                    <a:lstStyle/>
                    <a:p>
                      <a:pPr algn="r" rtl="0" fontAlgn="b"/>
                      <a:r>
                        <a:rPr lang="en-US" altLang="zh-CN" sz="2400" b="0" dirty="0">
                          <a:solidFill>
                            <a:srgbClr val="000000"/>
                          </a:solidFill>
                          <a:effectLst/>
                          <a:latin typeface="Gill Sans MT" panose="020B0502020104020203" pitchFamily="34" charset="0"/>
                        </a:rPr>
                        <a:t>0.46</a:t>
                      </a:r>
                    </a:p>
                  </a:txBody>
                  <a:tcPr marL="63500" marR="63500" marT="63500" marB="63500" anchor="b"/>
                </a:tc>
                <a:tc>
                  <a:txBody>
                    <a:bodyPr/>
                    <a:lstStyle/>
                    <a:p>
                      <a:pPr algn="r" rtl="0" fontAlgn="b"/>
                      <a:r>
                        <a:rPr lang="en-US" altLang="zh-CN" sz="2400" b="0" dirty="0">
                          <a:solidFill>
                            <a:srgbClr val="000000"/>
                          </a:solidFill>
                          <a:effectLst/>
                          <a:latin typeface="Gill Sans MT" panose="020B0502020104020203" pitchFamily="34" charset="0"/>
                        </a:rPr>
                        <a:t>1.77</a:t>
                      </a:r>
                    </a:p>
                  </a:txBody>
                  <a:tcPr marL="63500" marR="63500" marT="63500" marB="63500" anchor="b"/>
                </a:tc>
                <a:tc>
                  <a:txBody>
                    <a:bodyPr/>
                    <a:lstStyle/>
                    <a:p>
                      <a:pPr algn="r" rtl="0" fontAlgn="b"/>
                      <a:r>
                        <a:rPr lang="en-US" altLang="zh-CN" sz="2400" b="0" dirty="0">
                          <a:solidFill>
                            <a:srgbClr val="000000"/>
                          </a:solidFill>
                          <a:effectLst/>
                          <a:latin typeface="Gill Sans MT" panose="020B0502020104020203" pitchFamily="34" charset="0"/>
                        </a:rPr>
                        <a:t>0.82</a:t>
                      </a:r>
                    </a:p>
                  </a:txBody>
                  <a:tcPr marL="63500" marR="63500" marT="63500" marB="63500" anchor="b"/>
                </a:tc>
                <a:tc>
                  <a:txBody>
                    <a:bodyPr/>
                    <a:lstStyle/>
                    <a:p>
                      <a:pPr algn="r" rtl="0" fontAlgn="b"/>
                      <a:r>
                        <a:rPr lang="en-US" altLang="zh-CN" sz="2400" b="0" dirty="0">
                          <a:solidFill>
                            <a:srgbClr val="000000"/>
                          </a:solidFill>
                          <a:effectLst/>
                          <a:latin typeface="Gill Sans MT" panose="020B0502020104020203" pitchFamily="34" charset="0"/>
                        </a:rPr>
                        <a:t>3.33</a:t>
                      </a:r>
                    </a:p>
                  </a:txBody>
                  <a:tcPr marL="63500" marR="63500" marT="63500" marB="63500" anchor="b"/>
                </a:tc>
                <a:extLst>
                  <a:ext uri="{0D108BD9-81ED-4DB2-BD59-A6C34878D82A}">
                    <a16:rowId xmlns:a16="http://schemas.microsoft.com/office/drawing/2014/main" val="2163756806"/>
                  </a:ext>
                </a:extLst>
              </a:tr>
              <a:tr h="634926">
                <a:tc>
                  <a:txBody>
                    <a:bodyPr/>
                    <a:lstStyle/>
                    <a:p>
                      <a:pPr rtl="0" fontAlgn="b"/>
                      <a:r>
                        <a:rPr lang="en-HK" sz="2400" b="1" dirty="0">
                          <a:solidFill>
                            <a:srgbClr val="000000"/>
                          </a:solidFill>
                          <a:effectLst/>
                          <a:latin typeface="Gill Sans MT" panose="020B0502020104020203" pitchFamily="34" charset="0"/>
                        </a:rPr>
                        <a:t>Median</a:t>
                      </a:r>
                    </a:p>
                  </a:txBody>
                  <a:tcPr marL="63500" marR="63500" marT="63500" marB="63500" anchor="b"/>
                </a:tc>
                <a:tc>
                  <a:txBody>
                    <a:bodyPr/>
                    <a:lstStyle/>
                    <a:p>
                      <a:pPr algn="r" rtl="0" fontAlgn="b"/>
                      <a:r>
                        <a:rPr lang="en-US" altLang="zh-CN" sz="2400" dirty="0">
                          <a:solidFill>
                            <a:srgbClr val="000000"/>
                          </a:solidFill>
                          <a:effectLst/>
                          <a:latin typeface="Gill Sans MT" panose="020B0502020104020203" pitchFamily="34" charset="0"/>
                        </a:rPr>
                        <a:t>0.5</a:t>
                      </a:r>
                    </a:p>
                  </a:txBody>
                  <a:tcPr marL="63500" marR="63500" marT="63500" marB="63500" anchor="b"/>
                </a:tc>
                <a:tc>
                  <a:txBody>
                    <a:bodyPr/>
                    <a:lstStyle/>
                    <a:p>
                      <a:pPr algn="r" rtl="0" fontAlgn="b"/>
                      <a:r>
                        <a:rPr lang="en-US" altLang="zh-CN" sz="2400" dirty="0">
                          <a:solidFill>
                            <a:srgbClr val="000000"/>
                          </a:solidFill>
                          <a:effectLst/>
                          <a:latin typeface="Gill Sans MT" panose="020B0502020104020203" pitchFamily="34" charset="0"/>
                        </a:rPr>
                        <a:t>0.5</a:t>
                      </a:r>
                    </a:p>
                  </a:txBody>
                  <a:tcPr marL="63500" marR="63500" marT="63500" marB="63500" anchor="b"/>
                </a:tc>
                <a:tc>
                  <a:txBody>
                    <a:bodyPr/>
                    <a:lstStyle/>
                    <a:p>
                      <a:pPr algn="r" rtl="0" fontAlgn="b"/>
                      <a:r>
                        <a:rPr lang="en-US" altLang="zh-CN" sz="2400" dirty="0">
                          <a:solidFill>
                            <a:srgbClr val="000000"/>
                          </a:solidFill>
                          <a:effectLst/>
                          <a:latin typeface="Gill Sans MT" panose="020B0502020104020203" pitchFamily="34" charset="0"/>
                        </a:rPr>
                        <a:t>2</a:t>
                      </a:r>
                    </a:p>
                  </a:txBody>
                  <a:tcPr marL="63500" marR="63500" marT="63500" marB="63500" anchor="b"/>
                </a:tc>
                <a:tc>
                  <a:txBody>
                    <a:bodyPr/>
                    <a:lstStyle/>
                    <a:p>
                      <a:pPr algn="r" rtl="0" fontAlgn="b"/>
                      <a:r>
                        <a:rPr lang="en-US" altLang="zh-CN" sz="2400" dirty="0">
                          <a:solidFill>
                            <a:srgbClr val="000000"/>
                          </a:solidFill>
                          <a:effectLst/>
                          <a:latin typeface="Gill Sans MT" panose="020B0502020104020203" pitchFamily="34" charset="0"/>
                        </a:rPr>
                        <a:t>1</a:t>
                      </a:r>
                    </a:p>
                  </a:txBody>
                  <a:tcPr marL="63500" marR="63500" marT="63500" marB="63500" anchor="b"/>
                </a:tc>
                <a:tc>
                  <a:txBody>
                    <a:bodyPr/>
                    <a:lstStyle/>
                    <a:p>
                      <a:pPr algn="r" rtl="0" fontAlgn="b"/>
                      <a:r>
                        <a:rPr lang="en-US" altLang="zh-CN" sz="2400" dirty="0">
                          <a:solidFill>
                            <a:srgbClr val="000000"/>
                          </a:solidFill>
                          <a:effectLst/>
                          <a:latin typeface="Gill Sans MT" panose="020B0502020104020203" pitchFamily="34" charset="0"/>
                        </a:rPr>
                        <a:t>3.5</a:t>
                      </a:r>
                    </a:p>
                  </a:txBody>
                  <a:tcPr marL="63500" marR="63500" marT="63500" marB="63500" anchor="b"/>
                </a:tc>
                <a:extLst>
                  <a:ext uri="{0D108BD9-81ED-4DB2-BD59-A6C34878D82A}">
                    <a16:rowId xmlns:a16="http://schemas.microsoft.com/office/drawing/2014/main" val="190898832"/>
                  </a:ext>
                </a:extLst>
              </a:tr>
              <a:tr h="634926">
                <a:tc>
                  <a:txBody>
                    <a:bodyPr/>
                    <a:lstStyle/>
                    <a:p>
                      <a:pPr rtl="0" fontAlgn="b"/>
                      <a:r>
                        <a:rPr lang="en-HK" sz="2400" b="1" dirty="0">
                          <a:solidFill>
                            <a:srgbClr val="000000"/>
                          </a:solidFill>
                          <a:effectLst/>
                          <a:latin typeface="Gill Sans MT" panose="020B0502020104020203" pitchFamily="34" charset="0"/>
                        </a:rPr>
                        <a:t>Max</a:t>
                      </a:r>
                    </a:p>
                  </a:txBody>
                  <a:tcPr marL="63500" marR="63500" marT="63500" marB="63500" anchor="b"/>
                </a:tc>
                <a:tc>
                  <a:txBody>
                    <a:bodyPr/>
                    <a:lstStyle/>
                    <a:p>
                      <a:pPr algn="r" rtl="0" fontAlgn="b"/>
                      <a:r>
                        <a:rPr lang="en-US" altLang="zh-CN" sz="2400" dirty="0">
                          <a:solidFill>
                            <a:srgbClr val="000000"/>
                          </a:solidFill>
                          <a:effectLst/>
                          <a:latin typeface="Gill Sans MT" panose="020B0502020104020203" pitchFamily="34" charset="0"/>
                        </a:rPr>
                        <a:t>1</a:t>
                      </a:r>
                    </a:p>
                  </a:txBody>
                  <a:tcPr marL="63500" marR="63500" marT="63500" marB="63500" anchor="b"/>
                </a:tc>
                <a:tc>
                  <a:txBody>
                    <a:bodyPr/>
                    <a:lstStyle/>
                    <a:p>
                      <a:pPr algn="r" rtl="0" fontAlgn="b"/>
                      <a:r>
                        <a:rPr lang="en-US" altLang="zh-CN" sz="2400">
                          <a:solidFill>
                            <a:srgbClr val="000000"/>
                          </a:solidFill>
                          <a:effectLst/>
                          <a:latin typeface="Gill Sans MT" panose="020B0502020104020203" pitchFamily="34" charset="0"/>
                        </a:rPr>
                        <a:t>1</a:t>
                      </a:r>
                      <a:endParaRPr lang="en-US" altLang="zh-CN" sz="2400" dirty="0">
                        <a:solidFill>
                          <a:srgbClr val="000000"/>
                        </a:solidFill>
                        <a:effectLst/>
                        <a:latin typeface="Gill Sans MT" panose="020B0502020104020203" pitchFamily="34" charset="0"/>
                      </a:endParaRPr>
                    </a:p>
                  </a:txBody>
                  <a:tcPr marL="63500" marR="63500" marT="63500" marB="63500" anchor="b"/>
                </a:tc>
                <a:tc>
                  <a:txBody>
                    <a:bodyPr/>
                    <a:lstStyle/>
                    <a:p>
                      <a:pPr algn="r" rtl="0" fontAlgn="b"/>
                      <a:r>
                        <a:rPr lang="en-US" altLang="zh-CN" sz="2400" dirty="0">
                          <a:solidFill>
                            <a:srgbClr val="000000"/>
                          </a:solidFill>
                          <a:effectLst/>
                          <a:latin typeface="Gill Sans MT" panose="020B0502020104020203" pitchFamily="34" charset="0"/>
                        </a:rPr>
                        <a:t>2</a:t>
                      </a:r>
                    </a:p>
                  </a:txBody>
                  <a:tcPr marL="63500" marR="63500" marT="63500" marB="63500" anchor="b"/>
                </a:tc>
                <a:tc>
                  <a:txBody>
                    <a:bodyPr/>
                    <a:lstStyle/>
                    <a:p>
                      <a:pPr algn="r" rtl="0" fontAlgn="b"/>
                      <a:r>
                        <a:rPr lang="en-US" altLang="zh-CN" sz="2400" dirty="0">
                          <a:solidFill>
                            <a:srgbClr val="000000"/>
                          </a:solidFill>
                          <a:effectLst/>
                          <a:latin typeface="Gill Sans MT" panose="020B0502020104020203" pitchFamily="34" charset="0"/>
                        </a:rPr>
                        <a:t>1</a:t>
                      </a:r>
                    </a:p>
                  </a:txBody>
                  <a:tcPr marL="63500" marR="63500" marT="63500" marB="63500" anchor="b"/>
                </a:tc>
                <a:tc>
                  <a:txBody>
                    <a:bodyPr/>
                    <a:lstStyle/>
                    <a:p>
                      <a:pPr algn="r" rtl="0" fontAlgn="b"/>
                      <a:r>
                        <a:rPr lang="en-US" altLang="zh-CN" sz="2400" dirty="0">
                          <a:solidFill>
                            <a:srgbClr val="000000"/>
                          </a:solidFill>
                          <a:effectLst/>
                          <a:latin typeface="Gill Sans MT" panose="020B0502020104020203" pitchFamily="34" charset="0"/>
                        </a:rPr>
                        <a:t>5</a:t>
                      </a:r>
                    </a:p>
                  </a:txBody>
                  <a:tcPr marL="63500" marR="63500" marT="63500" marB="63500" anchor="b"/>
                </a:tc>
                <a:extLst>
                  <a:ext uri="{0D108BD9-81ED-4DB2-BD59-A6C34878D82A}">
                    <a16:rowId xmlns:a16="http://schemas.microsoft.com/office/drawing/2014/main" val="140639387"/>
                  </a:ext>
                </a:extLst>
              </a:tr>
              <a:tr h="634926">
                <a:tc>
                  <a:txBody>
                    <a:bodyPr/>
                    <a:lstStyle/>
                    <a:p>
                      <a:pPr rtl="0" fontAlgn="b"/>
                      <a:r>
                        <a:rPr lang="en-HK" sz="2400" b="1" dirty="0">
                          <a:solidFill>
                            <a:srgbClr val="000000"/>
                          </a:solidFill>
                          <a:effectLst/>
                          <a:latin typeface="Gill Sans MT" panose="020B0502020104020203" pitchFamily="34" charset="0"/>
                        </a:rPr>
                        <a:t>SD</a:t>
                      </a:r>
                    </a:p>
                  </a:txBody>
                  <a:tcPr marL="63500" marR="63500" marT="63500" marB="63500" anchor="b"/>
                </a:tc>
                <a:tc>
                  <a:txBody>
                    <a:bodyPr/>
                    <a:lstStyle/>
                    <a:p>
                      <a:pPr algn="r" rtl="0" fontAlgn="b"/>
                      <a:r>
                        <a:rPr lang="en-US" altLang="zh-CN" sz="2400" dirty="0">
                          <a:solidFill>
                            <a:srgbClr val="000000"/>
                          </a:solidFill>
                          <a:effectLst/>
                          <a:latin typeface="Gill Sans MT" panose="020B0502020104020203" pitchFamily="34" charset="0"/>
                        </a:rPr>
                        <a:t>0.38</a:t>
                      </a:r>
                    </a:p>
                  </a:txBody>
                  <a:tcPr marL="63500" marR="63500" marT="63500" marB="63500" anchor="b"/>
                </a:tc>
                <a:tc>
                  <a:txBody>
                    <a:bodyPr/>
                    <a:lstStyle/>
                    <a:p>
                      <a:pPr algn="r" rtl="0" fontAlgn="b"/>
                      <a:r>
                        <a:rPr lang="en-US" altLang="zh-CN" sz="2400" dirty="0">
                          <a:solidFill>
                            <a:srgbClr val="000000"/>
                          </a:solidFill>
                          <a:effectLst/>
                          <a:latin typeface="Gill Sans MT" panose="020B0502020104020203" pitchFamily="34" charset="0"/>
                        </a:rPr>
                        <a:t>0.43</a:t>
                      </a:r>
                    </a:p>
                  </a:txBody>
                  <a:tcPr marL="63500" marR="63500" marT="63500" marB="63500" anchor="b"/>
                </a:tc>
                <a:tc>
                  <a:txBody>
                    <a:bodyPr/>
                    <a:lstStyle/>
                    <a:p>
                      <a:pPr algn="r" rtl="0" fontAlgn="b"/>
                      <a:r>
                        <a:rPr lang="en-US" altLang="zh-CN" sz="2400" dirty="0">
                          <a:solidFill>
                            <a:srgbClr val="000000"/>
                          </a:solidFill>
                          <a:effectLst/>
                          <a:latin typeface="Gill Sans MT" panose="020B0502020104020203" pitchFamily="34" charset="0"/>
                        </a:rPr>
                        <a:t>0.47</a:t>
                      </a:r>
                    </a:p>
                  </a:txBody>
                  <a:tcPr marL="63500" marR="63500" marT="63500" marB="63500" anchor="b"/>
                </a:tc>
                <a:tc>
                  <a:txBody>
                    <a:bodyPr/>
                    <a:lstStyle/>
                    <a:p>
                      <a:pPr algn="r" rtl="0" fontAlgn="b"/>
                      <a:r>
                        <a:rPr lang="en-US" altLang="zh-CN" sz="2400" dirty="0">
                          <a:solidFill>
                            <a:srgbClr val="000000"/>
                          </a:solidFill>
                          <a:effectLst/>
                          <a:latin typeface="Gill Sans MT" panose="020B0502020104020203" pitchFamily="34" charset="0"/>
                        </a:rPr>
                        <a:t>0.33</a:t>
                      </a:r>
                    </a:p>
                  </a:txBody>
                  <a:tcPr marL="63500" marR="63500" marT="63500" marB="63500" anchor="b"/>
                </a:tc>
                <a:tc>
                  <a:txBody>
                    <a:bodyPr/>
                    <a:lstStyle/>
                    <a:p>
                      <a:pPr algn="r" rtl="0" fontAlgn="b"/>
                      <a:r>
                        <a:rPr lang="en-US" altLang="zh-CN" sz="2400" dirty="0">
                          <a:solidFill>
                            <a:srgbClr val="000000"/>
                          </a:solidFill>
                          <a:effectLst/>
                          <a:latin typeface="Gill Sans MT" panose="020B0502020104020203" pitchFamily="34" charset="0"/>
                        </a:rPr>
                        <a:t>1.23</a:t>
                      </a:r>
                    </a:p>
                  </a:txBody>
                  <a:tcPr marL="63500" marR="63500" marT="63500" marB="63500" anchor="b"/>
                </a:tc>
                <a:extLst>
                  <a:ext uri="{0D108BD9-81ED-4DB2-BD59-A6C34878D82A}">
                    <a16:rowId xmlns:a16="http://schemas.microsoft.com/office/drawing/2014/main" val="295141727"/>
                  </a:ext>
                </a:extLst>
              </a:tr>
            </a:tbl>
          </a:graphicData>
        </a:graphic>
      </p:graphicFrame>
    </p:spTree>
    <p:extLst>
      <p:ext uri="{BB962C8B-B14F-4D97-AF65-F5344CB8AC3E}">
        <p14:creationId xmlns:p14="http://schemas.microsoft.com/office/powerpoint/2010/main" val="1415499555"/>
      </p:ext>
    </p:extLst>
  </p:cSld>
  <p:clrMapOvr>
    <a:masterClrMapping/>
  </p:clrMapOvr>
  <p:transition spd="me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6"/>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animBg="1"/>
    </p:bldLst>
  </p:timing>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2715A2E-656D-EC5D-FDE7-230488526EFC}"/>
              </a:ext>
            </a:extLst>
          </p:cNvPr>
          <p:cNvSpPr>
            <a:spLocks noGrp="1"/>
          </p:cNvSpPr>
          <p:nvPr>
            <p:ph type="title"/>
          </p:nvPr>
        </p:nvSpPr>
        <p:spPr/>
        <p:txBody>
          <a:bodyPr/>
          <a:lstStyle/>
          <a:p>
            <a:r>
              <a:rPr lang="en-US" dirty="0"/>
              <a:t>Assessment Policy and Hints</a:t>
            </a:r>
          </a:p>
        </p:txBody>
      </p:sp>
      <p:sp>
        <p:nvSpPr>
          <p:cNvPr id="4" name="Slide Number Placeholder 3">
            <a:extLst>
              <a:ext uri="{FF2B5EF4-FFF2-40B4-BE49-F238E27FC236}">
                <a16:creationId xmlns:a16="http://schemas.microsoft.com/office/drawing/2014/main" id="{C903FAE4-3A59-50C4-1BA6-A9AEC61D52CB}"/>
              </a:ext>
            </a:extLst>
          </p:cNvPr>
          <p:cNvSpPr>
            <a:spLocks noGrp="1"/>
          </p:cNvSpPr>
          <p:nvPr>
            <p:ph type="sldNum" sz="quarter" idx="2"/>
          </p:nvPr>
        </p:nvSpPr>
        <p:spPr>
          <a:xfrm>
            <a:off x="11686121" y="6400800"/>
            <a:ext cx="218008" cy="379591"/>
          </a:xfrm>
        </p:spPr>
        <p:txBody>
          <a:bodyPr/>
          <a:lstStyle/>
          <a:p>
            <a:pPr marL="0" marR="0" lvl="0" indent="0" algn="ctr" defTabSz="412750" rtl="0" eaLnBrk="1" fontAlgn="auto" latinLnBrk="0" hangingPunct="0">
              <a:lnSpc>
                <a:spcPct val="100000"/>
              </a:lnSpc>
              <a:spcBef>
                <a:spcPts val="0"/>
              </a:spcBef>
              <a:spcAft>
                <a:spcPts val="0"/>
              </a:spcAft>
              <a:buClrTx/>
              <a:buSzTx/>
              <a:buFontTx/>
              <a:buNone/>
              <a:tabLst/>
              <a:defRPr/>
            </a:pPr>
            <a:fld id="{86CB4B4D-7CA3-9044-876B-883B54F8677D}" type="slidenum">
              <a:rPr kumimoji="0" lang="en-US" sz="1800" b="0" i="0" u="none" strike="noStrike" kern="0" cap="none" spc="0" normalizeH="0" baseline="0" noProof="0">
                <a:ln>
                  <a:noFill/>
                </a:ln>
                <a:solidFill>
                  <a:srgbClr val="800080"/>
                </a:solidFill>
                <a:effectLst/>
                <a:uLnTx/>
                <a:uFillTx/>
                <a:latin typeface="Gill Sans MT" panose="020B0502020104020203" pitchFamily="34" charset="0"/>
                <a:cs typeface="Helvetica"/>
                <a:sym typeface="Helvetica"/>
              </a:rPr>
              <a:pPr marL="0" marR="0" lvl="0" indent="0" algn="ctr" defTabSz="412750" rtl="0" eaLnBrk="1" fontAlgn="auto" latinLnBrk="0" hangingPunct="0">
                <a:lnSpc>
                  <a:spcPct val="100000"/>
                </a:lnSpc>
                <a:spcBef>
                  <a:spcPts val="0"/>
                </a:spcBef>
                <a:spcAft>
                  <a:spcPts val="0"/>
                </a:spcAft>
                <a:buClrTx/>
                <a:buSzTx/>
                <a:buFontTx/>
                <a:buNone/>
                <a:tabLst/>
                <a:defRPr/>
              </a:pPr>
              <a:t>4</a:t>
            </a:fld>
            <a:endParaRPr kumimoji="0" lang="en-US" sz="1800" b="0" i="0" u="none" strike="noStrike" kern="0" cap="none" spc="0" normalizeH="0" baseline="0" noProof="0">
              <a:ln>
                <a:noFill/>
              </a:ln>
              <a:solidFill>
                <a:srgbClr val="800080"/>
              </a:solidFill>
              <a:effectLst/>
              <a:uLnTx/>
              <a:uFillTx/>
              <a:latin typeface="Gill Sans MT" panose="020B0502020104020203" pitchFamily="34" charset="0"/>
              <a:cs typeface="Helvetica"/>
              <a:sym typeface="Helvetica"/>
            </a:endParaRPr>
          </a:p>
        </p:txBody>
      </p:sp>
      <p:sp>
        <p:nvSpPr>
          <p:cNvPr id="3" name="Text Placeholder 2">
            <a:extLst>
              <a:ext uri="{FF2B5EF4-FFF2-40B4-BE49-F238E27FC236}">
                <a16:creationId xmlns:a16="http://schemas.microsoft.com/office/drawing/2014/main" id="{B161272D-C3A9-7227-9F2F-ECB2E34D5B70}"/>
              </a:ext>
            </a:extLst>
          </p:cNvPr>
          <p:cNvSpPr>
            <a:spLocks noGrp="1"/>
          </p:cNvSpPr>
          <p:nvPr>
            <p:ph type="body" idx="1"/>
          </p:nvPr>
        </p:nvSpPr>
        <p:spPr>
          <a:xfrm>
            <a:off x="844551" y="1229566"/>
            <a:ext cx="10237107" cy="5499530"/>
          </a:xfrm>
        </p:spPr>
        <p:txBody>
          <a:bodyPr lIns="25400" tIns="25400" rIns="25400" bIns="25400" anchor="t">
            <a:normAutofit/>
          </a:bodyPr>
          <a:lstStyle/>
          <a:p>
            <a:pPr marL="288925" indent="-288925">
              <a:buFont typeface="Wingdings" pitchFamily="2" charset="2"/>
              <a:buChar char="Ø"/>
              <a:defRPr/>
            </a:pPr>
            <a:r>
              <a:rPr lang="en-US" altLang="zh-CN" sz="2600" b="1" dirty="0">
                <a:cs typeface="Helvetica"/>
              </a:rPr>
              <a:t>Overall Assessment</a:t>
            </a:r>
          </a:p>
          <a:p>
            <a:pPr marL="606425" lvl="1" indent="-288925">
              <a:spcBef>
                <a:spcPts val="1200"/>
              </a:spcBef>
              <a:buFont typeface="Wingdings" pitchFamily="2" charset="2"/>
              <a:buChar char="Ø"/>
              <a:defRPr/>
            </a:pPr>
            <a:r>
              <a:rPr kumimoji="0" lang="en-US" sz="2400" b="0" i="0" u="none" strike="noStrike" kern="0" cap="none" spc="0" normalizeH="0" baseline="0" noProof="0" dirty="0">
                <a:ln>
                  <a:noFill/>
                </a:ln>
                <a:solidFill>
                  <a:srgbClr val="202020"/>
                </a:solidFill>
                <a:effectLst/>
                <a:uLnTx/>
                <a:uFillTx/>
                <a:latin typeface="Gill Sans MT" panose="020B0502020104020203" pitchFamily="34" charset="0"/>
                <a:cs typeface="Helvetica"/>
                <a:sym typeface="Helvetica"/>
              </a:rPr>
              <a:t>4 assignments (50%)</a:t>
            </a:r>
          </a:p>
          <a:p>
            <a:pPr marL="606425" lvl="1" indent="-288925">
              <a:spcBef>
                <a:spcPts val="1200"/>
              </a:spcBef>
              <a:buFont typeface="Wingdings" pitchFamily="2" charset="2"/>
              <a:buChar char="Ø"/>
              <a:defRPr/>
            </a:pPr>
            <a:r>
              <a:rPr kumimoji="0" lang="en-US" sz="2400" b="0" i="0" u="none" strike="noStrike" kern="0" cap="none" spc="0" normalizeH="0" baseline="0" noProof="0" dirty="0">
                <a:ln>
                  <a:noFill/>
                </a:ln>
                <a:solidFill>
                  <a:srgbClr val="202020"/>
                </a:solidFill>
                <a:effectLst/>
                <a:uLnTx/>
                <a:uFillTx/>
                <a:latin typeface="Gill Sans MT" panose="020B0502020104020203" pitchFamily="34" charset="0"/>
                <a:cs typeface="Helvetica"/>
                <a:sym typeface="Helvetica"/>
              </a:rPr>
              <a:t>5 </a:t>
            </a:r>
            <a:r>
              <a:rPr lang="en-US" sz="2400" dirty="0">
                <a:cs typeface="Helvetica"/>
              </a:rPr>
              <a:t>u</a:t>
            </a:r>
            <a:r>
              <a:rPr kumimoji="0" lang="en-US" sz="2400" b="0" i="0" u="none" strike="noStrike" kern="0" cap="none" spc="0" normalizeH="0" baseline="0" noProof="0" dirty="0">
                <a:ln>
                  <a:noFill/>
                </a:ln>
                <a:solidFill>
                  <a:srgbClr val="202020"/>
                </a:solidFill>
                <a:effectLst/>
                <a:uLnTx/>
                <a:uFillTx/>
                <a:latin typeface="Gill Sans MT" panose="020B0502020104020203" pitchFamily="34" charset="0"/>
                <a:cs typeface="Helvetica"/>
                <a:sym typeface="Helvetica"/>
              </a:rPr>
              <a:t>reply quizzes (5%) + midterm (5%)</a:t>
            </a:r>
          </a:p>
          <a:p>
            <a:pPr marL="606425" lvl="1" indent="-288925">
              <a:spcBef>
                <a:spcPts val="1200"/>
              </a:spcBef>
              <a:buFont typeface="Wingdings" pitchFamily="2" charset="2"/>
              <a:buChar char="Ø"/>
              <a:defRPr/>
            </a:pPr>
            <a:r>
              <a:rPr lang="en-US" sz="2400" dirty="0">
                <a:cs typeface="Helvetica"/>
              </a:rPr>
              <a:t>Final (40%)</a:t>
            </a:r>
            <a:endParaRPr kumimoji="0" lang="en-US" sz="2400" b="0" i="0" u="none" strike="noStrike" kern="0" cap="none" spc="0" normalizeH="0" baseline="0" noProof="0" dirty="0">
              <a:ln>
                <a:noFill/>
              </a:ln>
              <a:solidFill>
                <a:srgbClr val="202020"/>
              </a:solidFill>
              <a:effectLst/>
              <a:uLnTx/>
              <a:uFillTx/>
              <a:latin typeface="Gill Sans MT" panose="020B0502020104020203" pitchFamily="34" charset="0"/>
              <a:cs typeface="Helvetica"/>
              <a:sym typeface="Helvetica"/>
            </a:endParaRPr>
          </a:p>
          <a:p>
            <a:pPr marL="288925" indent="-288925">
              <a:spcBef>
                <a:spcPts val="1200"/>
              </a:spcBef>
              <a:buFont typeface="Wingdings" pitchFamily="2" charset="2"/>
              <a:buChar char="Ø"/>
              <a:defRPr/>
            </a:pPr>
            <a:r>
              <a:rPr lang="en-US" altLang="zh-CN" sz="2400" b="1" dirty="0">
                <a:cs typeface="Helvetica"/>
              </a:rPr>
              <a:t>Midterm serves as a wake-up quiz</a:t>
            </a:r>
          </a:p>
          <a:p>
            <a:pPr marL="288925" indent="-288925">
              <a:spcBef>
                <a:spcPts val="1200"/>
              </a:spcBef>
              <a:buFont typeface="Wingdings" pitchFamily="2" charset="2"/>
              <a:buChar char="Ø"/>
              <a:defRPr/>
            </a:pPr>
            <a:r>
              <a:rPr kumimoji="0" lang="en-US" altLang="zh-CN" sz="2400" b="1" i="0" u="none" strike="noStrike" kern="0" cap="none" spc="0" normalizeH="0" baseline="0" noProof="0" dirty="0">
                <a:ln>
                  <a:noFill/>
                </a:ln>
                <a:solidFill>
                  <a:srgbClr val="202020"/>
                </a:solidFill>
                <a:effectLst/>
                <a:uLnTx/>
                <a:uFillTx/>
                <a:latin typeface="Gill Sans MT" panose="020B0502020104020203" pitchFamily="34" charset="0"/>
                <a:cs typeface="Helvetica"/>
                <a:sym typeface="Helvetica"/>
              </a:rPr>
              <a:t>Want to do better?</a:t>
            </a:r>
          </a:p>
          <a:p>
            <a:pPr marL="606425" lvl="1" indent="-288925">
              <a:spcBef>
                <a:spcPts val="1200"/>
              </a:spcBef>
              <a:buFont typeface="Wingdings" pitchFamily="2" charset="2"/>
              <a:buChar char="Ø"/>
              <a:defRPr/>
            </a:pPr>
            <a:r>
              <a:rPr kumimoji="0" lang="en-US" altLang="zh-CN" sz="2400" b="0" i="0" u="none" strike="noStrike" kern="0" cap="none" spc="0" normalizeH="0" baseline="0" noProof="0" dirty="0">
                <a:ln>
                  <a:noFill/>
                </a:ln>
                <a:solidFill>
                  <a:srgbClr val="202020"/>
                </a:solidFill>
                <a:effectLst/>
                <a:uLnTx/>
                <a:uFillTx/>
                <a:latin typeface="Gill Sans MT" panose="020B0502020104020203" pitchFamily="34" charset="0"/>
                <a:cs typeface="Helvetica"/>
                <a:sym typeface="Helvetica"/>
              </a:rPr>
              <a:t>Try bonus question in assignments</a:t>
            </a:r>
          </a:p>
          <a:p>
            <a:pPr marL="606425" lvl="1" indent="-288925">
              <a:spcBef>
                <a:spcPts val="1200"/>
              </a:spcBef>
              <a:buFont typeface="Wingdings" pitchFamily="2" charset="2"/>
              <a:buChar char="Ø"/>
              <a:defRPr/>
            </a:pPr>
            <a:r>
              <a:rPr lang="en-US" altLang="zh-CN" sz="2400" dirty="0">
                <a:cs typeface="Helvetica"/>
              </a:rPr>
              <a:t>Don’t miss the following </a:t>
            </a:r>
            <a:r>
              <a:rPr lang="en-US" altLang="zh-CN" sz="2400" dirty="0" err="1">
                <a:cs typeface="Helvetica"/>
              </a:rPr>
              <a:t>ureply</a:t>
            </a:r>
            <a:r>
              <a:rPr lang="en-US" altLang="zh-CN" sz="2400" dirty="0">
                <a:cs typeface="Helvetica"/>
              </a:rPr>
              <a:t> quizzes in tutorial</a:t>
            </a:r>
          </a:p>
          <a:p>
            <a:pPr marL="606425" lvl="1" indent="-288925">
              <a:spcBef>
                <a:spcPts val="1200"/>
              </a:spcBef>
              <a:buFont typeface="Wingdings" pitchFamily="2" charset="2"/>
              <a:buChar char="Ø"/>
              <a:defRPr/>
            </a:pPr>
            <a:r>
              <a:rPr kumimoji="0" lang="en-US" altLang="zh-CN" sz="2400" b="0" i="0" u="none" strike="noStrike" kern="0" cap="none" spc="0" normalizeH="0" baseline="0" noProof="0" dirty="0">
                <a:ln>
                  <a:noFill/>
                </a:ln>
                <a:solidFill>
                  <a:srgbClr val="202020"/>
                </a:solidFill>
                <a:effectLst/>
                <a:uLnTx/>
                <a:uFillTx/>
                <a:latin typeface="Gill Sans MT" panose="020B0502020104020203" pitchFamily="34" charset="0"/>
                <a:cs typeface="Helvetica"/>
                <a:sym typeface="Helvetica"/>
              </a:rPr>
              <a:t>Prepare better for final exam</a:t>
            </a:r>
          </a:p>
        </p:txBody>
      </p:sp>
    </p:spTree>
    <p:extLst>
      <p:ext uri="{BB962C8B-B14F-4D97-AF65-F5344CB8AC3E}">
        <p14:creationId xmlns:p14="http://schemas.microsoft.com/office/powerpoint/2010/main" val="2264182964"/>
      </p:ext>
    </p:extLst>
  </p:cSld>
  <p:clrMapOvr>
    <a:masterClrMapping/>
  </p:clrMapOvr>
  <p:transition spd="med"/>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2715A2E-656D-EC5D-FDE7-230488526EFC}"/>
              </a:ext>
            </a:extLst>
          </p:cNvPr>
          <p:cNvSpPr>
            <a:spLocks noGrp="1"/>
          </p:cNvSpPr>
          <p:nvPr>
            <p:ph type="title"/>
          </p:nvPr>
        </p:nvSpPr>
        <p:spPr/>
        <p:txBody>
          <a:bodyPr/>
          <a:lstStyle/>
          <a:p>
            <a:r>
              <a:rPr lang="en-US" dirty="0"/>
              <a:t>Grade Appeal Policy</a:t>
            </a:r>
          </a:p>
        </p:txBody>
      </p:sp>
      <p:sp>
        <p:nvSpPr>
          <p:cNvPr id="4" name="Slide Number Placeholder 3">
            <a:extLst>
              <a:ext uri="{FF2B5EF4-FFF2-40B4-BE49-F238E27FC236}">
                <a16:creationId xmlns:a16="http://schemas.microsoft.com/office/drawing/2014/main" id="{C903FAE4-3A59-50C4-1BA6-A9AEC61D52CB}"/>
              </a:ext>
            </a:extLst>
          </p:cNvPr>
          <p:cNvSpPr>
            <a:spLocks noGrp="1"/>
          </p:cNvSpPr>
          <p:nvPr>
            <p:ph type="sldNum" sz="quarter" idx="2"/>
          </p:nvPr>
        </p:nvSpPr>
        <p:spPr>
          <a:xfrm>
            <a:off x="11686121" y="6400800"/>
            <a:ext cx="218008" cy="379591"/>
          </a:xfrm>
        </p:spPr>
        <p:txBody>
          <a:bodyPr/>
          <a:lstStyle/>
          <a:p>
            <a:pPr marL="0" marR="0" lvl="0" indent="0" algn="ctr" defTabSz="412750" rtl="0" eaLnBrk="1" fontAlgn="auto" latinLnBrk="0" hangingPunct="0">
              <a:lnSpc>
                <a:spcPct val="100000"/>
              </a:lnSpc>
              <a:spcBef>
                <a:spcPts val="0"/>
              </a:spcBef>
              <a:spcAft>
                <a:spcPts val="0"/>
              </a:spcAft>
              <a:buClrTx/>
              <a:buSzTx/>
              <a:buFontTx/>
              <a:buNone/>
              <a:tabLst/>
              <a:defRPr/>
            </a:pPr>
            <a:fld id="{86CB4B4D-7CA3-9044-876B-883B54F8677D}" type="slidenum">
              <a:rPr kumimoji="0" lang="en-US" sz="1800" b="0" i="0" u="none" strike="noStrike" kern="0" cap="none" spc="0" normalizeH="0" baseline="0" noProof="0">
                <a:ln>
                  <a:noFill/>
                </a:ln>
                <a:solidFill>
                  <a:srgbClr val="800080"/>
                </a:solidFill>
                <a:effectLst/>
                <a:uLnTx/>
                <a:uFillTx/>
                <a:latin typeface="Gill Sans MT" panose="020B0502020104020203" pitchFamily="34" charset="0"/>
                <a:cs typeface="Helvetica"/>
                <a:sym typeface="Helvetica"/>
              </a:rPr>
              <a:pPr marL="0" marR="0" lvl="0" indent="0" algn="ctr" defTabSz="412750" rtl="0" eaLnBrk="1" fontAlgn="auto" latinLnBrk="0" hangingPunct="0">
                <a:lnSpc>
                  <a:spcPct val="100000"/>
                </a:lnSpc>
                <a:spcBef>
                  <a:spcPts val="0"/>
                </a:spcBef>
                <a:spcAft>
                  <a:spcPts val="0"/>
                </a:spcAft>
                <a:buClrTx/>
                <a:buSzTx/>
                <a:buFontTx/>
                <a:buNone/>
                <a:tabLst/>
                <a:defRPr/>
              </a:pPr>
              <a:t>5</a:t>
            </a:fld>
            <a:endParaRPr kumimoji="0" lang="en-US" sz="1800" b="0" i="0" u="none" strike="noStrike" kern="0" cap="none" spc="0" normalizeH="0" baseline="0" noProof="0">
              <a:ln>
                <a:noFill/>
              </a:ln>
              <a:solidFill>
                <a:srgbClr val="800080"/>
              </a:solidFill>
              <a:effectLst/>
              <a:uLnTx/>
              <a:uFillTx/>
              <a:latin typeface="Gill Sans MT" panose="020B0502020104020203" pitchFamily="34" charset="0"/>
              <a:cs typeface="Helvetica"/>
              <a:sym typeface="Helvetica"/>
            </a:endParaRPr>
          </a:p>
        </p:txBody>
      </p:sp>
      <p:sp>
        <p:nvSpPr>
          <p:cNvPr id="3" name="Text Placeholder 2">
            <a:extLst>
              <a:ext uri="{FF2B5EF4-FFF2-40B4-BE49-F238E27FC236}">
                <a16:creationId xmlns:a16="http://schemas.microsoft.com/office/drawing/2014/main" id="{B161272D-C3A9-7227-9F2F-ECB2E34D5B70}"/>
              </a:ext>
            </a:extLst>
          </p:cNvPr>
          <p:cNvSpPr>
            <a:spLocks noGrp="1"/>
          </p:cNvSpPr>
          <p:nvPr>
            <p:ph type="body" idx="1"/>
          </p:nvPr>
        </p:nvSpPr>
        <p:spPr>
          <a:xfrm>
            <a:off x="844551" y="1229566"/>
            <a:ext cx="10237107" cy="5499530"/>
          </a:xfrm>
        </p:spPr>
        <p:txBody>
          <a:bodyPr lIns="25400" tIns="25400" rIns="25400" bIns="25400" anchor="t">
            <a:normAutofit/>
          </a:bodyPr>
          <a:lstStyle/>
          <a:p>
            <a:pPr marL="288925" indent="-288925">
              <a:buFont typeface="Wingdings" pitchFamily="2" charset="2"/>
              <a:buChar char="Ø"/>
              <a:defRPr/>
            </a:pPr>
            <a:r>
              <a:rPr lang="en-US" altLang="zh-CN" sz="2600" b="1" dirty="0">
                <a:cs typeface="Helvetica"/>
              </a:rPr>
              <a:t>Policy</a:t>
            </a:r>
          </a:p>
          <a:p>
            <a:pPr marL="606425" lvl="1" indent="-288925">
              <a:spcBef>
                <a:spcPts val="1200"/>
              </a:spcBef>
              <a:buFont typeface="Wingdings" pitchFamily="2" charset="2"/>
              <a:buChar char="Ø"/>
              <a:defRPr/>
            </a:pPr>
            <a:r>
              <a:rPr kumimoji="0" lang="en-US" sz="2400" b="0" i="0" u="none" strike="noStrike" kern="0" cap="none" spc="0" normalizeH="0" baseline="0" noProof="0" dirty="0">
                <a:ln>
                  <a:noFill/>
                </a:ln>
                <a:solidFill>
                  <a:srgbClr val="202020"/>
                </a:solidFill>
                <a:effectLst/>
                <a:uLnTx/>
                <a:uFillTx/>
                <a:latin typeface="Gill Sans MT" panose="020B0502020104020203" pitchFamily="34" charset="0"/>
                <a:cs typeface="Helvetica"/>
                <a:sym typeface="Helvetica"/>
              </a:rPr>
              <a:t>Only accept appeals for incorrect judgement(The correct answer was accidentally judged as wrong)</a:t>
            </a:r>
          </a:p>
          <a:p>
            <a:pPr marL="606425" lvl="1" indent="-288925">
              <a:spcBef>
                <a:spcPts val="1200"/>
              </a:spcBef>
              <a:buFont typeface="Wingdings" pitchFamily="2" charset="2"/>
              <a:buChar char="Ø"/>
              <a:defRPr/>
            </a:pPr>
            <a:r>
              <a:rPr lang="en-US" sz="2400" dirty="0">
                <a:cs typeface="Helvetica"/>
              </a:rPr>
              <a:t>Time limit: 23:59:59 p.m., Fri, Mar 13</a:t>
            </a:r>
            <a:endParaRPr kumimoji="0" lang="en-US" sz="2400" b="0" i="0" u="none" strike="noStrike" kern="0" cap="none" spc="0" normalizeH="0" baseline="0" noProof="0" dirty="0">
              <a:ln>
                <a:noFill/>
              </a:ln>
              <a:solidFill>
                <a:srgbClr val="202020"/>
              </a:solidFill>
              <a:effectLst/>
              <a:uLnTx/>
              <a:uFillTx/>
              <a:latin typeface="Gill Sans MT" panose="020B0502020104020203" pitchFamily="34" charset="0"/>
              <a:cs typeface="Helvetica"/>
              <a:sym typeface="Helvetica"/>
            </a:endParaRPr>
          </a:p>
          <a:p>
            <a:pPr marL="288925" indent="-288925">
              <a:spcBef>
                <a:spcPts val="1200"/>
              </a:spcBef>
              <a:buFont typeface="Wingdings" pitchFamily="2" charset="2"/>
              <a:buChar char="Ø"/>
              <a:defRPr/>
            </a:pPr>
            <a:r>
              <a:rPr lang="en-US" altLang="zh-CN" sz="2400" b="1" dirty="0">
                <a:cs typeface="Helvetica"/>
              </a:rPr>
              <a:t>Contact TAs</a:t>
            </a:r>
          </a:p>
          <a:p>
            <a:pPr marL="606425" lvl="1" indent="-288925">
              <a:spcBef>
                <a:spcPts val="1200"/>
              </a:spcBef>
              <a:buFont typeface="Wingdings" pitchFamily="2" charset="2"/>
              <a:buChar char="Ø"/>
              <a:defRPr/>
            </a:pPr>
            <a:r>
              <a:rPr lang="en-US" altLang="zh-CN" sz="2400" dirty="0">
                <a:cs typeface="Helvetica"/>
              </a:rPr>
              <a:t>DENG </a:t>
            </a:r>
            <a:r>
              <a:rPr lang="en-US" altLang="zh-CN" sz="2400" dirty="0" err="1">
                <a:cs typeface="Helvetica"/>
              </a:rPr>
              <a:t>Yangtao</a:t>
            </a:r>
            <a:r>
              <a:rPr lang="en-US" altLang="zh-CN" sz="2400" dirty="0">
                <a:cs typeface="Helvetica"/>
              </a:rPr>
              <a:t> &amp; FENG </a:t>
            </a:r>
            <a:r>
              <a:rPr lang="en-US" altLang="zh-CN" sz="2400" dirty="0" err="1">
                <a:cs typeface="Helvetica"/>
              </a:rPr>
              <a:t>Yicheng</a:t>
            </a:r>
            <a:endParaRPr lang="en-US" altLang="zh-CN" sz="2400" dirty="0">
              <a:cs typeface="Helvetica"/>
            </a:endParaRPr>
          </a:p>
        </p:txBody>
      </p:sp>
    </p:spTree>
    <p:extLst>
      <p:ext uri="{BB962C8B-B14F-4D97-AF65-F5344CB8AC3E}">
        <p14:creationId xmlns:p14="http://schemas.microsoft.com/office/powerpoint/2010/main" val="1493193318"/>
      </p:ext>
    </p:extLst>
  </p:cSld>
  <p:clrMapOvr>
    <a:masterClrMapping/>
  </p:clrMapOvr>
  <p:transition spd="med"/>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10" name="图片 9">
            <a:extLst>
              <a:ext uri="{FF2B5EF4-FFF2-40B4-BE49-F238E27FC236}">
                <a16:creationId xmlns:a16="http://schemas.microsoft.com/office/drawing/2014/main" id="{66A2170B-F1FB-A526-EA48-17855B66EEE8}"/>
              </a:ext>
            </a:extLst>
          </p:cNvPr>
          <p:cNvPicPr>
            <a:picLocks noChangeAspect="1"/>
          </p:cNvPicPr>
          <p:nvPr/>
        </p:nvPicPr>
        <p:blipFill>
          <a:blip r:embed="rId3"/>
          <a:stretch>
            <a:fillRect/>
          </a:stretch>
        </p:blipFill>
        <p:spPr>
          <a:xfrm>
            <a:off x="775638" y="2343150"/>
            <a:ext cx="9391893" cy="2888514"/>
          </a:xfrm>
          <a:prstGeom prst="rect">
            <a:avLst/>
          </a:prstGeom>
        </p:spPr>
      </p:pic>
      <p:sp>
        <p:nvSpPr>
          <p:cNvPr id="2" name="Title 1">
            <a:extLst>
              <a:ext uri="{FF2B5EF4-FFF2-40B4-BE49-F238E27FC236}">
                <a16:creationId xmlns:a16="http://schemas.microsoft.com/office/drawing/2014/main" id="{62715A2E-656D-EC5D-FDE7-230488526EFC}"/>
              </a:ext>
            </a:extLst>
          </p:cNvPr>
          <p:cNvSpPr>
            <a:spLocks noGrp="1"/>
          </p:cNvSpPr>
          <p:nvPr>
            <p:ph type="title"/>
          </p:nvPr>
        </p:nvSpPr>
        <p:spPr/>
        <p:txBody>
          <a:bodyPr/>
          <a:lstStyle/>
          <a:p>
            <a:r>
              <a:rPr lang="en-US" dirty="0"/>
              <a:t>Question 1(a)</a:t>
            </a:r>
          </a:p>
        </p:txBody>
      </p:sp>
      <p:sp>
        <p:nvSpPr>
          <p:cNvPr id="4" name="Slide Number Placeholder 3">
            <a:extLst>
              <a:ext uri="{FF2B5EF4-FFF2-40B4-BE49-F238E27FC236}">
                <a16:creationId xmlns:a16="http://schemas.microsoft.com/office/drawing/2014/main" id="{C903FAE4-3A59-50C4-1BA6-A9AEC61D52CB}"/>
              </a:ext>
            </a:extLst>
          </p:cNvPr>
          <p:cNvSpPr>
            <a:spLocks noGrp="1"/>
          </p:cNvSpPr>
          <p:nvPr>
            <p:ph type="sldNum" sz="quarter" idx="2"/>
          </p:nvPr>
        </p:nvSpPr>
        <p:spPr>
          <a:xfrm>
            <a:off x="11686121" y="6400800"/>
            <a:ext cx="218008" cy="379591"/>
          </a:xfrm>
        </p:spPr>
        <p:txBody>
          <a:bodyPr/>
          <a:lstStyle/>
          <a:p>
            <a:pPr marL="0" marR="0" lvl="0" indent="0" algn="ctr" defTabSz="412750" rtl="0" eaLnBrk="1" fontAlgn="auto" latinLnBrk="0" hangingPunct="0">
              <a:lnSpc>
                <a:spcPct val="100000"/>
              </a:lnSpc>
              <a:spcBef>
                <a:spcPts val="0"/>
              </a:spcBef>
              <a:spcAft>
                <a:spcPts val="0"/>
              </a:spcAft>
              <a:buClrTx/>
              <a:buSzTx/>
              <a:buFontTx/>
              <a:buNone/>
              <a:tabLst/>
              <a:defRPr/>
            </a:pPr>
            <a:fld id="{86CB4B4D-7CA3-9044-876B-883B54F8677D}" type="slidenum">
              <a:rPr kumimoji="0" lang="en-US" sz="1800" b="0" i="0" u="none" strike="noStrike" kern="0" cap="none" spc="0" normalizeH="0" baseline="0" noProof="0">
                <a:ln>
                  <a:noFill/>
                </a:ln>
                <a:solidFill>
                  <a:srgbClr val="800080"/>
                </a:solidFill>
                <a:effectLst/>
                <a:uLnTx/>
                <a:uFillTx/>
                <a:latin typeface="Gill Sans MT" panose="020B0502020104020203" pitchFamily="34" charset="0"/>
                <a:cs typeface="Helvetica"/>
                <a:sym typeface="Helvetica"/>
              </a:rPr>
              <a:pPr marL="0" marR="0" lvl="0" indent="0" algn="ctr" defTabSz="412750" rtl="0" eaLnBrk="1" fontAlgn="auto" latinLnBrk="0" hangingPunct="0">
                <a:lnSpc>
                  <a:spcPct val="100000"/>
                </a:lnSpc>
                <a:spcBef>
                  <a:spcPts val="0"/>
                </a:spcBef>
                <a:spcAft>
                  <a:spcPts val="0"/>
                </a:spcAft>
                <a:buClrTx/>
                <a:buSzTx/>
                <a:buFontTx/>
                <a:buNone/>
                <a:tabLst/>
                <a:defRPr/>
              </a:pPr>
              <a:t>6</a:t>
            </a:fld>
            <a:endParaRPr kumimoji="0" lang="en-US" sz="1800" b="0" i="0" u="none" strike="noStrike" kern="0" cap="none" spc="0" normalizeH="0" baseline="0" noProof="0">
              <a:ln>
                <a:noFill/>
              </a:ln>
              <a:solidFill>
                <a:srgbClr val="800080"/>
              </a:solidFill>
              <a:effectLst/>
              <a:uLnTx/>
              <a:uFillTx/>
              <a:latin typeface="Gill Sans MT" panose="020B0502020104020203" pitchFamily="34" charset="0"/>
              <a:cs typeface="Helvetica"/>
              <a:sym typeface="Helvetica"/>
            </a:endParaRPr>
          </a:p>
        </p:txBody>
      </p:sp>
    </p:spTree>
    <p:extLst>
      <p:ext uri="{BB962C8B-B14F-4D97-AF65-F5344CB8AC3E}">
        <p14:creationId xmlns:p14="http://schemas.microsoft.com/office/powerpoint/2010/main" val="1157754618"/>
      </p:ext>
    </p:extLst>
  </p:cSld>
  <p:clrMapOvr>
    <a:masterClrMapping/>
  </p:clrMapOvr>
  <p:transition spd="med"/>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10" name="图片 9">
            <a:extLst>
              <a:ext uri="{FF2B5EF4-FFF2-40B4-BE49-F238E27FC236}">
                <a16:creationId xmlns:a16="http://schemas.microsoft.com/office/drawing/2014/main" id="{66A2170B-F1FB-A526-EA48-17855B66EEE8}"/>
              </a:ext>
            </a:extLst>
          </p:cNvPr>
          <p:cNvPicPr>
            <a:picLocks noChangeAspect="1"/>
          </p:cNvPicPr>
          <p:nvPr/>
        </p:nvPicPr>
        <p:blipFill>
          <a:blip r:embed="rId3"/>
          <a:stretch>
            <a:fillRect/>
          </a:stretch>
        </p:blipFill>
        <p:spPr>
          <a:xfrm>
            <a:off x="775638" y="2343150"/>
            <a:ext cx="9391893" cy="2888514"/>
          </a:xfrm>
          <a:prstGeom prst="rect">
            <a:avLst/>
          </a:prstGeom>
        </p:spPr>
      </p:pic>
      <p:sp>
        <p:nvSpPr>
          <p:cNvPr id="2" name="Title 1">
            <a:extLst>
              <a:ext uri="{FF2B5EF4-FFF2-40B4-BE49-F238E27FC236}">
                <a16:creationId xmlns:a16="http://schemas.microsoft.com/office/drawing/2014/main" id="{62715A2E-656D-EC5D-FDE7-230488526EFC}"/>
              </a:ext>
            </a:extLst>
          </p:cNvPr>
          <p:cNvSpPr>
            <a:spLocks noGrp="1"/>
          </p:cNvSpPr>
          <p:nvPr>
            <p:ph type="title"/>
          </p:nvPr>
        </p:nvSpPr>
        <p:spPr/>
        <p:txBody>
          <a:bodyPr/>
          <a:lstStyle/>
          <a:p>
            <a:r>
              <a:rPr lang="en-US" dirty="0"/>
              <a:t>Question 1(a)</a:t>
            </a:r>
          </a:p>
        </p:txBody>
      </p:sp>
      <p:sp>
        <p:nvSpPr>
          <p:cNvPr id="4" name="Slide Number Placeholder 3">
            <a:extLst>
              <a:ext uri="{FF2B5EF4-FFF2-40B4-BE49-F238E27FC236}">
                <a16:creationId xmlns:a16="http://schemas.microsoft.com/office/drawing/2014/main" id="{C903FAE4-3A59-50C4-1BA6-A9AEC61D52CB}"/>
              </a:ext>
            </a:extLst>
          </p:cNvPr>
          <p:cNvSpPr>
            <a:spLocks noGrp="1"/>
          </p:cNvSpPr>
          <p:nvPr>
            <p:ph type="sldNum" sz="quarter" idx="2"/>
          </p:nvPr>
        </p:nvSpPr>
        <p:spPr>
          <a:xfrm>
            <a:off x="11686121" y="6400800"/>
            <a:ext cx="218008" cy="379591"/>
          </a:xfrm>
        </p:spPr>
        <p:txBody>
          <a:bodyPr/>
          <a:lstStyle/>
          <a:p>
            <a:pPr marL="0" marR="0" lvl="0" indent="0" algn="ctr" defTabSz="412750" rtl="0" eaLnBrk="1" fontAlgn="auto" latinLnBrk="0" hangingPunct="0">
              <a:lnSpc>
                <a:spcPct val="100000"/>
              </a:lnSpc>
              <a:spcBef>
                <a:spcPts val="0"/>
              </a:spcBef>
              <a:spcAft>
                <a:spcPts val="0"/>
              </a:spcAft>
              <a:buClrTx/>
              <a:buSzTx/>
              <a:buFontTx/>
              <a:buNone/>
              <a:tabLst/>
              <a:defRPr/>
            </a:pPr>
            <a:fld id="{86CB4B4D-7CA3-9044-876B-883B54F8677D}" type="slidenum">
              <a:rPr kumimoji="0" lang="en-US" sz="1800" b="0" i="0" u="none" strike="noStrike" kern="0" cap="none" spc="0" normalizeH="0" baseline="0" noProof="0">
                <a:ln>
                  <a:noFill/>
                </a:ln>
                <a:solidFill>
                  <a:srgbClr val="800080"/>
                </a:solidFill>
                <a:effectLst/>
                <a:uLnTx/>
                <a:uFillTx/>
                <a:latin typeface="Gill Sans MT" panose="020B0502020104020203" pitchFamily="34" charset="0"/>
                <a:cs typeface="Helvetica"/>
                <a:sym typeface="Helvetica"/>
              </a:rPr>
              <a:pPr marL="0" marR="0" lvl="0" indent="0" algn="ctr" defTabSz="412750" rtl="0" eaLnBrk="1" fontAlgn="auto" latinLnBrk="0" hangingPunct="0">
                <a:lnSpc>
                  <a:spcPct val="100000"/>
                </a:lnSpc>
                <a:spcBef>
                  <a:spcPts val="0"/>
                </a:spcBef>
                <a:spcAft>
                  <a:spcPts val="0"/>
                </a:spcAft>
                <a:buClrTx/>
                <a:buSzTx/>
                <a:buFontTx/>
                <a:buNone/>
                <a:tabLst/>
                <a:defRPr/>
              </a:pPr>
              <a:t>7</a:t>
            </a:fld>
            <a:endParaRPr kumimoji="0" lang="en-US" sz="1800" b="0" i="0" u="none" strike="noStrike" kern="0" cap="none" spc="0" normalizeH="0" baseline="0" noProof="0">
              <a:ln>
                <a:noFill/>
              </a:ln>
              <a:solidFill>
                <a:srgbClr val="800080"/>
              </a:solidFill>
              <a:effectLst/>
              <a:uLnTx/>
              <a:uFillTx/>
              <a:latin typeface="Gill Sans MT" panose="020B0502020104020203" pitchFamily="34" charset="0"/>
              <a:cs typeface="Helvetica"/>
              <a:sym typeface="Helvetica"/>
            </a:endParaRPr>
          </a:p>
        </p:txBody>
      </p:sp>
      <p:sp>
        <p:nvSpPr>
          <p:cNvPr id="3" name="文本框 30">
            <a:extLst>
              <a:ext uri="{FF2B5EF4-FFF2-40B4-BE49-F238E27FC236}">
                <a16:creationId xmlns:a16="http://schemas.microsoft.com/office/drawing/2014/main" id="{D424D539-00F0-1C3E-6046-143488804D4A}"/>
              </a:ext>
            </a:extLst>
          </p:cNvPr>
          <p:cNvSpPr txBox="1"/>
          <p:nvPr/>
        </p:nvSpPr>
        <p:spPr>
          <a:xfrm>
            <a:off x="2602632" y="79460"/>
            <a:ext cx="7243733" cy="2318583"/>
          </a:xfrm>
          <a:prstGeom prst="rect">
            <a:avLst/>
          </a:prstGeom>
          <a:solidFill>
            <a:schemeClr val="accent2">
              <a:lumMod val="20000"/>
              <a:lumOff val="80000"/>
            </a:schemeClr>
          </a:solidFill>
          <a:ln w="12700" cap="flat">
            <a:noFill/>
            <a:miter lim="400000"/>
          </a:ln>
          <a:effectLst/>
          <a:sp3d/>
        </p:spPr>
        <p:style>
          <a:lnRef idx="0">
            <a:scrgbClr r="0" g="0" b="0"/>
          </a:lnRef>
          <a:fillRef idx="0">
            <a:scrgbClr r="0" g="0" b="0"/>
          </a:fillRef>
          <a:effectRef idx="0">
            <a:scrgbClr r="0" g="0" b="0"/>
          </a:effectRef>
          <a:fontRef idx="none"/>
        </p:style>
        <p:txBody>
          <a:bodyPr rot="0" spcFirstLastPara="1" vertOverflow="overflow" horzOverflow="overflow" vert="horz" wrap="square" lIns="50800" tIns="50800" rIns="50800" bIns="50800" numCol="1" spcCol="38100" rtlCol="0" anchor="ctr">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HK" sz="2400" dirty="0">
                <a:latin typeface="Gill Sans MT"/>
              </a:rPr>
              <a:t>A:</a:t>
            </a:r>
          </a:p>
          <a:p>
            <a:pPr>
              <a:defRPr/>
            </a:pPr>
            <a:r>
              <a:rPr lang="en-HK" altLang="zh-HK" sz="2400" b="1" dirty="0">
                <a:solidFill>
                  <a:srgbClr val="0E0E0E"/>
                </a:solidFill>
                <a:effectLst/>
                <a:latin typeface=".SF NS"/>
              </a:rPr>
              <a:t>correct</a:t>
            </a:r>
            <a:r>
              <a:rPr lang="en-HK" altLang="zh-HK" sz="2400" dirty="0">
                <a:solidFill>
                  <a:srgbClr val="0E0E0E"/>
                </a:solidFill>
                <a:effectLst/>
                <a:latin typeface=".SF NS"/>
              </a:rPr>
              <a:t>. When a user process makes a system call, it requests services from the operating system’s kernel. To execute these privileged operations, the CPU must switch from user mode to kernel mode.</a:t>
            </a:r>
            <a:r>
              <a:rPr lang="zh-CN" altLang="en-US" sz="2400" dirty="0">
                <a:solidFill>
                  <a:srgbClr val="0E0E0E"/>
                </a:solidFill>
                <a:effectLst/>
                <a:latin typeface=".SF NS"/>
              </a:rPr>
              <a:t> </a:t>
            </a:r>
            <a:r>
              <a:rPr lang="en-HK" altLang="zh-HK" sz="2400" dirty="0">
                <a:solidFill>
                  <a:srgbClr val="0E0E0E"/>
                </a:solidFill>
                <a:effectLst/>
                <a:latin typeface=".SF NS"/>
              </a:rPr>
              <a:t>This is a fundamental mechanism of operating systems. </a:t>
            </a:r>
          </a:p>
        </p:txBody>
      </p:sp>
      <p:cxnSp>
        <p:nvCxnSpPr>
          <p:cNvPr id="8" name="直接箭头连接符 31">
            <a:extLst>
              <a:ext uri="{FF2B5EF4-FFF2-40B4-BE49-F238E27FC236}">
                <a16:creationId xmlns:a16="http://schemas.microsoft.com/office/drawing/2014/main" id="{59B11CAD-5A04-2373-5CBE-863D2507B7E3}"/>
              </a:ext>
            </a:extLst>
          </p:cNvPr>
          <p:cNvCxnSpPr>
            <a:cxnSpLocks/>
          </p:cNvCxnSpPr>
          <p:nvPr/>
        </p:nvCxnSpPr>
        <p:spPr>
          <a:xfrm>
            <a:off x="4265750" y="2398043"/>
            <a:ext cx="547790" cy="685107"/>
          </a:xfrm>
          <a:prstGeom prst="straightConnector1">
            <a:avLst/>
          </a:prstGeom>
          <a:noFill/>
          <a:ln w="25400" cap="flat">
            <a:solidFill>
              <a:schemeClr val="accent1">
                <a:lumMod val="40000"/>
                <a:lumOff val="60000"/>
              </a:schemeClr>
            </a:solidFill>
            <a:prstDash val="solid"/>
            <a:round/>
            <a:tailEnd type="triangle"/>
          </a:ln>
          <a:effectLst/>
          <a:sp3d/>
        </p:spPr>
        <p:style>
          <a:lnRef idx="0">
            <a:scrgbClr r="0" g="0" b="0"/>
          </a:lnRef>
          <a:fillRef idx="0">
            <a:scrgbClr r="0" g="0" b="0"/>
          </a:fillRef>
          <a:effectRef idx="0">
            <a:scrgbClr r="0" g="0" b="0"/>
          </a:effectRef>
          <a:fontRef idx="none"/>
        </p:style>
      </p:cxnSp>
    </p:spTree>
    <p:extLst>
      <p:ext uri="{BB962C8B-B14F-4D97-AF65-F5344CB8AC3E}">
        <p14:creationId xmlns:p14="http://schemas.microsoft.com/office/powerpoint/2010/main" val="2886093376"/>
      </p:ext>
    </p:extLst>
  </p:cSld>
  <p:clrMapOvr>
    <a:masterClrMapping/>
  </p:clrMapOvr>
  <p:transition spd="med"/>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10" name="图片 9">
            <a:extLst>
              <a:ext uri="{FF2B5EF4-FFF2-40B4-BE49-F238E27FC236}">
                <a16:creationId xmlns:a16="http://schemas.microsoft.com/office/drawing/2014/main" id="{66A2170B-F1FB-A526-EA48-17855B66EEE8}"/>
              </a:ext>
            </a:extLst>
          </p:cNvPr>
          <p:cNvPicPr>
            <a:picLocks noChangeAspect="1"/>
          </p:cNvPicPr>
          <p:nvPr/>
        </p:nvPicPr>
        <p:blipFill>
          <a:blip r:embed="rId3"/>
          <a:stretch>
            <a:fillRect/>
          </a:stretch>
        </p:blipFill>
        <p:spPr>
          <a:xfrm>
            <a:off x="775638" y="2343150"/>
            <a:ext cx="9391893" cy="2888514"/>
          </a:xfrm>
          <a:prstGeom prst="rect">
            <a:avLst/>
          </a:prstGeom>
        </p:spPr>
      </p:pic>
      <p:sp>
        <p:nvSpPr>
          <p:cNvPr id="2" name="Title 1">
            <a:extLst>
              <a:ext uri="{FF2B5EF4-FFF2-40B4-BE49-F238E27FC236}">
                <a16:creationId xmlns:a16="http://schemas.microsoft.com/office/drawing/2014/main" id="{62715A2E-656D-EC5D-FDE7-230488526EFC}"/>
              </a:ext>
            </a:extLst>
          </p:cNvPr>
          <p:cNvSpPr>
            <a:spLocks noGrp="1"/>
          </p:cNvSpPr>
          <p:nvPr>
            <p:ph type="title"/>
          </p:nvPr>
        </p:nvSpPr>
        <p:spPr/>
        <p:txBody>
          <a:bodyPr/>
          <a:lstStyle/>
          <a:p>
            <a:r>
              <a:rPr lang="en-US" dirty="0"/>
              <a:t>Question 1(a)</a:t>
            </a:r>
          </a:p>
        </p:txBody>
      </p:sp>
      <p:sp>
        <p:nvSpPr>
          <p:cNvPr id="4" name="Slide Number Placeholder 3">
            <a:extLst>
              <a:ext uri="{FF2B5EF4-FFF2-40B4-BE49-F238E27FC236}">
                <a16:creationId xmlns:a16="http://schemas.microsoft.com/office/drawing/2014/main" id="{C903FAE4-3A59-50C4-1BA6-A9AEC61D52CB}"/>
              </a:ext>
            </a:extLst>
          </p:cNvPr>
          <p:cNvSpPr>
            <a:spLocks noGrp="1"/>
          </p:cNvSpPr>
          <p:nvPr>
            <p:ph type="sldNum" sz="quarter" idx="2"/>
          </p:nvPr>
        </p:nvSpPr>
        <p:spPr>
          <a:xfrm>
            <a:off x="11686121" y="6400800"/>
            <a:ext cx="218008" cy="379591"/>
          </a:xfrm>
        </p:spPr>
        <p:txBody>
          <a:bodyPr/>
          <a:lstStyle/>
          <a:p>
            <a:pPr marL="0" marR="0" lvl="0" indent="0" algn="ctr" defTabSz="412750" rtl="0" eaLnBrk="1" fontAlgn="auto" latinLnBrk="0" hangingPunct="0">
              <a:lnSpc>
                <a:spcPct val="100000"/>
              </a:lnSpc>
              <a:spcBef>
                <a:spcPts val="0"/>
              </a:spcBef>
              <a:spcAft>
                <a:spcPts val="0"/>
              </a:spcAft>
              <a:buClrTx/>
              <a:buSzTx/>
              <a:buFontTx/>
              <a:buNone/>
              <a:tabLst/>
              <a:defRPr/>
            </a:pPr>
            <a:fld id="{86CB4B4D-7CA3-9044-876B-883B54F8677D}" type="slidenum">
              <a:rPr kumimoji="0" lang="en-US" sz="1800" b="0" i="0" u="none" strike="noStrike" kern="0" cap="none" spc="0" normalizeH="0" baseline="0" noProof="0">
                <a:ln>
                  <a:noFill/>
                </a:ln>
                <a:solidFill>
                  <a:srgbClr val="800080"/>
                </a:solidFill>
                <a:effectLst/>
                <a:uLnTx/>
                <a:uFillTx/>
                <a:latin typeface="Gill Sans MT" panose="020B0502020104020203" pitchFamily="34" charset="0"/>
                <a:cs typeface="Helvetica"/>
                <a:sym typeface="Helvetica"/>
              </a:rPr>
              <a:pPr marL="0" marR="0" lvl="0" indent="0" algn="ctr" defTabSz="412750" rtl="0" eaLnBrk="1" fontAlgn="auto" latinLnBrk="0" hangingPunct="0">
                <a:lnSpc>
                  <a:spcPct val="100000"/>
                </a:lnSpc>
                <a:spcBef>
                  <a:spcPts val="0"/>
                </a:spcBef>
                <a:spcAft>
                  <a:spcPts val="0"/>
                </a:spcAft>
                <a:buClrTx/>
                <a:buSzTx/>
                <a:buFontTx/>
                <a:buNone/>
                <a:tabLst/>
                <a:defRPr/>
              </a:pPr>
              <a:t>8</a:t>
            </a:fld>
            <a:endParaRPr kumimoji="0" lang="en-US" sz="1800" b="0" i="0" u="none" strike="noStrike" kern="0" cap="none" spc="0" normalizeH="0" baseline="0" noProof="0">
              <a:ln>
                <a:noFill/>
              </a:ln>
              <a:solidFill>
                <a:srgbClr val="800080"/>
              </a:solidFill>
              <a:effectLst/>
              <a:uLnTx/>
              <a:uFillTx/>
              <a:latin typeface="Gill Sans MT" panose="020B0502020104020203" pitchFamily="34" charset="0"/>
              <a:cs typeface="Helvetica"/>
              <a:sym typeface="Helvetica"/>
            </a:endParaRPr>
          </a:p>
        </p:txBody>
      </p:sp>
      <p:sp>
        <p:nvSpPr>
          <p:cNvPr id="6" name="文本框 30">
            <a:extLst>
              <a:ext uri="{FF2B5EF4-FFF2-40B4-BE49-F238E27FC236}">
                <a16:creationId xmlns:a16="http://schemas.microsoft.com/office/drawing/2014/main" id="{14824D63-9D36-7F96-67CB-798D693398C1}"/>
              </a:ext>
            </a:extLst>
          </p:cNvPr>
          <p:cNvSpPr txBox="1"/>
          <p:nvPr/>
        </p:nvSpPr>
        <p:spPr>
          <a:xfrm>
            <a:off x="2368345" y="4938681"/>
            <a:ext cx="6206477" cy="1744067"/>
          </a:xfrm>
          <a:prstGeom prst="rect">
            <a:avLst/>
          </a:prstGeom>
          <a:solidFill>
            <a:schemeClr val="accent2">
              <a:lumMod val="20000"/>
              <a:lumOff val="80000"/>
            </a:schemeClr>
          </a:solidFill>
          <a:ln w="12700" cap="flat">
            <a:noFill/>
            <a:miter lim="400000"/>
          </a:ln>
          <a:effectLst/>
          <a:sp3d/>
        </p:spPr>
        <p:style>
          <a:lnRef idx="0">
            <a:scrgbClr r="0" g="0" b="0"/>
          </a:lnRef>
          <a:fillRef idx="0">
            <a:scrgbClr r="0" g="0" b="0"/>
          </a:fillRef>
          <a:effectRef idx="0">
            <a:scrgbClr r="0" g="0" b="0"/>
          </a:effectRef>
          <a:fontRef idx="none"/>
        </p:style>
        <p:txBody>
          <a:bodyPr rot="0" spcFirstLastPara="1" vertOverflow="overflow" horzOverflow="overflow" vert="horz" wrap="square" lIns="50800" tIns="50800" rIns="50800" bIns="50800" numCol="1" spcCol="38100" rtlCol="0" anchor="ctr">
            <a:spAutoFit/>
          </a:bodyPr>
          <a:lstStyle/>
          <a:p>
            <a:pPr marL="0" marR="0" indent="0" defTabSz="584200" rtl="0" fontAlgn="auto" latinLnBrk="0" hangingPunct="0">
              <a:lnSpc>
                <a:spcPct val="100000"/>
              </a:lnSpc>
              <a:spcBef>
                <a:spcPts val="0"/>
              </a:spcBef>
              <a:spcAft>
                <a:spcPts val="0"/>
              </a:spcAft>
              <a:buClrTx/>
              <a:buSzTx/>
              <a:buFontTx/>
              <a:buNone/>
              <a:tabLst/>
            </a:pPr>
            <a:r>
              <a:rPr lang="en-US" altLang="zh-CN" sz="3200" baseline="2495" dirty="0">
                <a:solidFill>
                  <a:schemeClr val="tx1">
                    <a:lumMod val="50000"/>
                  </a:schemeClr>
                </a:solidFill>
                <a:latin typeface="Gill Sans MT" panose="020B0502020104020203" pitchFamily="34" charset="0"/>
                <a:sym typeface="Helvetica"/>
              </a:rPr>
              <a:t>B:</a:t>
            </a:r>
          </a:p>
          <a:p>
            <a:pPr marL="0" marR="0" indent="0" defTabSz="584200" rtl="0" fontAlgn="auto" latinLnBrk="0" hangingPunct="0">
              <a:lnSpc>
                <a:spcPct val="100000"/>
              </a:lnSpc>
              <a:spcBef>
                <a:spcPts val="0"/>
              </a:spcBef>
              <a:spcAft>
                <a:spcPts val="0"/>
              </a:spcAft>
              <a:buClrTx/>
              <a:buSzTx/>
              <a:buFontTx/>
              <a:buNone/>
              <a:tabLst/>
            </a:pPr>
            <a:r>
              <a:rPr lang="en" altLang="zh-CN" sz="3200" baseline="2495" dirty="0">
                <a:solidFill>
                  <a:schemeClr val="tx1">
                    <a:lumMod val="50000"/>
                  </a:schemeClr>
                </a:solidFill>
                <a:latin typeface="Gill Sans MT" panose="020B0502020104020203" pitchFamily="34" charset="0"/>
                <a:sym typeface="Helvetica"/>
              </a:rPr>
              <a:t>exec() replaces the entire address space of the current process with a new program, including the stack, heap, and data segments. None of the original variables are accessible anymore.</a:t>
            </a:r>
            <a:endParaRPr lang="en-US" altLang="zh-CN" sz="3200" baseline="2495" dirty="0">
              <a:solidFill>
                <a:schemeClr val="tx1">
                  <a:lumMod val="50000"/>
                </a:schemeClr>
              </a:solidFill>
              <a:latin typeface="Gill Sans MT" panose="020B0502020104020203" pitchFamily="34" charset="0"/>
              <a:sym typeface="Helvetica"/>
            </a:endParaRPr>
          </a:p>
        </p:txBody>
      </p:sp>
      <p:cxnSp>
        <p:nvCxnSpPr>
          <p:cNvPr id="7" name="直接箭头连接符 31">
            <a:extLst>
              <a:ext uri="{FF2B5EF4-FFF2-40B4-BE49-F238E27FC236}">
                <a16:creationId xmlns:a16="http://schemas.microsoft.com/office/drawing/2014/main" id="{F6BF1B47-96A1-D867-0746-EB098E6CC42B}"/>
              </a:ext>
            </a:extLst>
          </p:cNvPr>
          <p:cNvCxnSpPr>
            <a:cxnSpLocks/>
          </p:cNvCxnSpPr>
          <p:nvPr/>
        </p:nvCxnSpPr>
        <p:spPr>
          <a:xfrm flipH="1" flipV="1">
            <a:off x="5121965" y="3713035"/>
            <a:ext cx="450063" cy="1130635"/>
          </a:xfrm>
          <a:prstGeom prst="straightConnector1">
            <a:avLst/>
          </a:prstGeom>
          <a:noFill/>
          <a:ln w="25400" cap="flat">
            <a:solidFill>
              <a:schemeClr val="accent1">
                <a:lumMod val="40000"/>
                <a:lumOff val="60000"/>
              </a:schemeClr>
            </a:solidFill>
            <a:prstDash val="solid"/>
            <a:round/>
            <a:tailEnd type="triangle"/>
          </a:ln>
          <a:effectLst/>
          <a:sp3d/>
        </p:spPr>
        <p:style>
          <a:lnRef idx="0">
            <a:scrgbClr r="0" g="0" b="0"/>
          </a:lnRef>
          <a:fillRef idx="0">
            <a:scrgbClr r="0" g="0" b="0"/>
          </a:fillRef>
          <a:effectRef idx="0">
            <a:scrgbClr r="0" g="0" b="0"/>
          </a:effectRef>
          <a:fontRef idx="none"/>
        </p:style>
      </p:cxnSp>
    </p:spTree>
    <p:extLst>
      <p:ext uri="{BB962C8B-B14F-4D97-AF65-F5344CB8AC3E}">
        <p14:creationId xmlns:p14="http://schemas.microsoft.com/office/powerpoint/2010/main" val="3245507090"/>
      </p:ext>
    </p:extLst>
  </p:cSld>
  <p:clrMapOvr>
    <a:masterClrMapping/>
  </p:clrMapOvr>
  <p:transition spd="med"/>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10" name="图片 9">
            <a:extLst>
              <a:ext uri="{FF2B5EF4-FFF2-40B4-BE49-F238E27FC236}">
                <a16:creationId xmlns:a16="http://schemas.microsoft.com/office/drawing/2014/main" id="{66A2170B-F1FB-A526-EA48-17855B66EEE8}"/>
              </a:ext>
            </a:extLst>
          </p:cNvPr>
          <p:cNvPicPr>
            <a:picLocks noChangeAspect="1"/>
          </p:cNvPicPr>
          <p:nvPr/>
        </p:nvPicPr>
        <p:blipFill>
          <a:blip r:embed="rId3"/>
          <a:stretch>
            <a:fillRect/>
          </a:stretch>
        </p:blipFill>
        <p:spPr>
          <a:xfrm>
            <a:off x="775638" y="2343150"/>
            <a:ext cx="9391893" cy="2888514"/>
          </a:xfrm>
          <a:prstGeom prst="rect">
            <a:avLst/>
          </a:prstGeom>
        </p:spPr>
      </p:pic>
      <p:sp>
        <p:nvSpPr>
          <p:cNvPr id="2" name="Title 1">
            <a:extLst>
              <a:ext uri="{FF2B5EF4-FFF2-40B4-BE49-F238E27FC236}">
                <a16:creationId xmlns:a16="http://schemas.microsoft.com/office/drawing/2014/main" id="{62715A2E-656D-EC5D-FDE7-230488526EFC}"/>
              </a:ext>
            </a:extLst>
          </p:cNvPr>
          <p:cNvSpPr>
            <a:spLocks noGrp="1"/>
          </p:cNvSpPr>
          <p:nvPr>
            <p:ph type="title"/>
          </p:nvPr>
        </p:nvSpPr>
        <p:spPr/>
        <p:txBody>
          <a:bodyPr/>
          <a:lstStyle/>
          <a:p>
            <a:r>
              <a:rPr lang="en-US" dirty="0"/>
              <a:t>Question 1(a)</a:t>
            </a:r>
          </a:p>
        </p:txBody>
      </p:sp>
      <p:sp>
        <p:nvSpPr>
          <p:cNvPr id="4" name="Slide Number Placeholder 3">
            <a:extLst>
              <a:ext uri="{FF2B5EF4-FFF2-40B4-BE49-F238E27FC236}">
                <a16:creationId xmlns:a16="http://schemas.microsoft.com/office/drawing/2014/main" id="{C903FAE4-3A59-50C4-1BA6-A9AEC61D52CB}"/>
              </a:ext>
            </a:extLst>
          </p:cNvPr>
          <p:cNvSpPr>
            <a:spLocks noGrp="1"/>
          </p:cNvSpPr>
          <p:nvPr>
            <p:ph type="sldNum" sz="quarter" idx="2"/>
          </p:nvPr>
        </p:nvSpPr>
        <p:spPr>
          <a:xfrm>
            <a:off x="11686121" y="6400800"/>
            <a:ext cx="218008" cy="379591"/>
          </a:xfrm>
        </p:spPr>
        <p:txBody>
          <a:bodyPr/>
          <a:lstStyle/>
          <a:p>
            <a:pPr marL="0" marR="0" lvl="0" indent="0" algn="ctr" defTabSz="412750" rtl="0" eaLnBrk="1" fontAlgn="auto" latinLnBrk="0" hangingPunct="0">
              <a:lnSpc>
                <a:spcPct val="100000"/>
              </a:lnSpc>
              <a:spcBef>
                <a:spcPts val="0"/>
              </a:spcBef>
              <a:spcAft>
                <a:spcPts val="0"/>
              </a:spcAft>
              <a:buClrTx/>
              <a:buSzTx/>
              <a:buFontTx/>
              <a:buNone/>
              <a:tabLst/>
              <a:defRPr/>
            </a:pPr>
            <a:fld id="{86CB4B4D-7CA3-9044-876B-883B54F8677D}" type="slidenum">
              <a:rPr kumimoji="0" lang="en-US" sz="1800" b="0" i="0" u="none" strike="noStrike" kern="0" cap="none" spc="0" normalizeH="0" baseline="0" noProof="0">
                <a:ln>
                  <a:noFill/>
                </a:ln>
                <a:solidFill>
                  <a:srgbClr val="800080"/>
                </a:solidFill>
                <a:effectLst/>
                <a:uLnTx/>
                <a:uFillTx/>
                <a:latin typeface="Gill Sans MT" panose="020B0502020104020203" pitchFamily="34" charset="0"/>
                <a:cs typeface="Helvetica"/>
                <a:sym typeface="Helvetica"/>
              </a:rPr>
              <a:pPr marL="0" marR="0" lvl="0" indent="0" algn="ctr" defTabSz="412750" rtl="0" eaLnBrk="1" fontAlgn="auto" latinLnBrk="0" hangingPunct="0">
                <a:lnSpc>
                  <a:spcPct val="100000"/>
                </a:lnSpc>
                <a:spcBef>
                  <a:spcPts val="0"/>
                </a:spcBef>
                <a:spcAft>
                  <a:spcPts val="0"/>
                </a:spcAft>
                <a:buClrTx/>
                <a:buSzTx/>
                <a:buFontTx/>
                <a:buNone/>
                <a:tabLst/>
                <a:defRPr/>
              </a:pPr>
              <a:t>9</a:t>
            </a:fld>
            <a:endParaRPr kumimoji="0" lang="en-US" sz="1800" b="0" i="0" u="none" strike="noStrike" kern="0" cap="none" spc="0" normalizeH="0" baseline="0" noProof="0">
              <a:ln>
                <a:noFill/>
              </a:ln>
              <a:solidFill>
                <a:srgbClr val="800080"/>
              </a:solidFill>
              <a:effectLst/>
              <a:uLnTx/>
              <a:uFillTx/>
              <a:latin typeface="Gill Sans MT" panose="020B0502020104020203" pitchFamily="34" charset="0"/>
              <a:cs typeface="Helvetica"/>
              <a:sym typeface="Helvetica"/>
            </a:endParaRPr>
          </a:p>
        </p:txBody>
      </p:sp>
      <p:sp>
        <p:nvSpPr>
          <p:cNvPr id="6" name="文本框 30">
            <a:extLst>
              <a:ext uri="{FF2B5EF4-FFF2-40B4-BE49-F238E27FC236}">
                <a16:creationId xmlns:a16="http://schemas.microsoft.com/office/drawing/2014/main" id="{14824D63-9D36-7F96-67CB-798D693398C1}"/>
              </a:ext>
            </a:extLst>
          </p:cNvPr>
          <p:cNvSpPr txBox="1"/>
          <p:nvPr/>
        </p:nvSpPr>
        <p:spPr>
          <a:xfrm>
            <a:off x="2368345" y="5102828"/>
            <a:ext cx="6206477" cy="1415772"/>
          </a:xfrm>
          <a:prstGeom prst="rect">
            <a:avLst/>
          </a:prstGeom>
          <a:solidFill>
            <a:schemeClr val="accent2">
              <a:lumMod val="20000"/>
              <a:lumOff val="80000"/>
            </a:schemeClr>
          </a:solidFill>
          <a:ln w="12700" cap="flat">
            <a:noFill/>
            <a:miter lim="400000"/>
          </a:ln>
          <a:effectLst/>
          <a:sp3d/>
        </p:spPr>
        <p:style>
          <a:lnRef idx="0">
            <a:scrgbClr r="0" g="0" b="0"/>
          </a:lnRef>
          <a:fillRef idx="0">
            <a:scrgbClr r="0" g="0" b="0"/>
          </a:fillRef>
          <a:effectRef idx="0">
            <a:scrgbClr r="0" g="0" b="0"/>
          </a:effectRef>
          <a:fontRef idx="none"/>
        </p:style>
        <p:txBody>
          <a:bodyPr rot="0" spcFirstLastPara="1" vertOverflow="overflow" horzOverflow="overflow" vert="horz" wrap="square" lIns="50800" tIns="50800" rIns="50800" bIns="50800" numCol="1" spcCol="38100" rtlCol="0" anchor="ctr">
            <a:spAutoFit/>
          </a:bodyPr>
          <a:lstStyle/>
          <a:p>
            <a:pPr marL="0" marR="0" indent="0" defTabSz="584200" rtl="0" fontAlgn="auto" latinLnBrk="0" hangingPunct="0">
              <a:lnSpc>
                <a:spcPct val="100000"/>
              </a:lnSpc>
              <a:spcBef>
                <a:spcPts val="0"/>
              </a:spcBef>
              <a:spcAft>
                <a:spcPts val="0"/>
              </a:spcAft>
              <a:buClrTx/>
              <a:buSzTx/>
              <a:buFontTx/>
              <a:buNone/>
              <a:tabLst/>
            </a:pPr>
            <a:r>
              <a:rPr lang="en-US" altLang="zh-CN" sz="3200" baseline="2495" dirty="0">
                <a:solidFill>
                  <a:schemeClr val="tx1">
                    <a:lumMod val="50000"/>
                  </a:schemeClr>
                </a:solidFill>
                <a:latin typeface="Gill Sans MT" panose="020B0502020104020203" pitchFamily="34" charset="0"/>
                <a:sym typeface="Helvetica"/>
              </a:rPr>
              <a:t>C:</a:t>
            </a:r>
          </a:p>
          <a:p>
            <a:pPr marL="0" marR="0" indent="0" defTabSz="584200" rtl="0" fontAlgn="auto" latinLnBrk="0" hangingPunct="0">
              <a:lnSpc>
                <a:spcPct val="100000"/>
              </a:lnSpc>
              <a:spcBef>
                <a:spcPts val="0"/>
              </a:spcBef>
              <a:spcAft>
                <a:spcPts val="0"/>
              </a:spcAft>
              <a:buClrTx/>
              <a:buSzTx/>
              <a:buFontTx/>
              <a:buNone/>
              <a:tabLst/>
            </a:pPr>
            <a:r>
              <a:rPr lang="en" altLang="zh-CN" sz="3200" baseline="2495" dirty="0">
                <a:solidFill>
                  <a:schemeClr val="tx1">
                    <a:lumMod val="50000"/>
                  </a:schemeClr>
                </a:solidFill>
                <a:latin typeface="Gill Sans MT" panose="020B0502020104020203" pitchFamily="34" charset="0"/>
                <a:sym typeface="Helvetica"/>
              </a:rPr>
              <a:t>After fork() , the child process continues execution from the point where fork() returns, not from the beginning of main() .</a:t>
            </a:r>
            <a:endParaRPr lang="en-US" altLang="zh-CN" sz="3200" baseline="2495" dirty="0">
              <a:solidFill>
                <a:schemeClr val="tx1">
                  <a:lumMod val="50000"/>
                </a:schemeClr>
              </a:solidFill>
              <a:latin typeface="Gill Sans MT" panose="020B0502020104020203" pitchFamily="34" charset="0"/>
              <a:sym typeface="Helvetica"/>
            </a:endParaRPr>
          </a:p>
        </p:txBody>
      </p:sp>
      <p:cxnSp>
        <p:nvCxnSpPr>
          <p:cNvPr id="7" name="直接箭头连接符 31">
            <a:extLst>
              <a:ext uri="{FF2B5EF4-FFF2-40B4-BE49-F238E27FC236}">
                <a16:creationId xmlns:a16="http://schemas.microsoft.com/office/drawing/2014/main" id="{F6BF1B47-96A1-D867-0746-EB098E6CC42B}"/>
              </a:ext>
            </a:extLst>
          </p:cNvPr>
          <p:cNvCxnSpPr>
            <a:cxnSpLocks/>
          </p:cNvCxnSpPr>
          <p:nvPr/>
        </p:nvCxnSpPr>
        <p:spPr>
          <a:xfrm flipH="1" flipV="1">
            <a:off x="5347252" y="4161183"/>
            <a:ext cx="224776" cy="682487"/>
          </a:xfrm>
          <a:prstGeom prst="straightConnector1">
            <a:avLst/>
          </a:prstGeom>
          <a:noFill/>
          <a:ln w="25400" cap="flat">
            <a:solidFill>
              <a:schemeClr val="accent1">
                <a:lumMod val="40000"/>
                <a:lumOff val="60000"/>
              </a:schemeClr>
            </a:solidFill>
            <a:prstDash val="solid"/>
            <a:round/>
            <a:tailEnd type="triangle"/>
          </a:ln>
          <a:effectLst/>
          <a:sp3d/>
        </p:spPr>
        <p:style>
          <a:lnRef idx="0">
            <a:scrgbClr r="0" g="0" b="0"/>
          </a:lnRef>
          <a:fillRef idx="0">
            <a:scrgbClr r="0" g="0" b="0"/>
          </a:fillRef>
          <a:effectRef idx="0">
            <a:scrgbClr r="0" g="0" b="0"/>
          </a:effectRef>
          <a:fontRef idx="none"/>
        </p:style>
      </p:cxnSp>
    </p:spTree>
    <p:extLst>
      <p:ext uri="{BB962C8B-B14F-4D97-AF65-F5344CB8AC3E}">
        <p14:creationId xmlns:p14="http://schemas.microsoft.com/office/powerpoint/2010/main" val="3373901895"/>
      </p:ext>
    </p:extLst>
  </p:cSld>
  <p:clrMapOvr>
    <a:masterClrMapping/>
  </p:clrMapOvr>
  <p:transition spd="med"/>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10" name="图片 9">
            <a:extLst>
              <a:ext uri="{FF2B5EF4-FFF2-40B4-BE49-F238E27FC236}">
                <a16:creationId xmlns:a16="http://schemas.microsoft.com/office/drawing/2014/main" id="{66A2170B-F1FB-A526-EA48-17855B66EEE8}"/>
              </a:ext>
            </a:extLst>
          </p:cNvPr>
          <p:cNvPicPr>
            <a:picLocks noChangeAspect="1"/>
          </p:cNvPicPr>
          <p:nvPr/>
        </p:nvPicPr>
        <p:blipFill>
          <a:blip r:embed="rId3"/>
          <a:stretch>
            <a:fillRect/>
          </a:stretch>
        </p:blipFill>
        <p:spPr>
          <a:xfrm>
            <a:off x="775638" y="2343150"/>
            <a:ext cx="9391893" cy="2888514"/>
          </a:xfrm>
          <a:prstGeom prst="rect">
            <a:avLst/>
          </a:prstGeom>
        </p:spPr>
      </p:pic>
      <p:sp>
        <p:nvSpPr>
          <p:cNvPr id="2" name="Title 1">
            <a:extLst>
              <a:ext uri="{FF2B5EF4-FFF2-40B4-BE49-F238E27FC236}">
                <a16:creationId xmlns:a16="http://schemas.microsoft.com/office/drawing/2014/main" id="{62715A2E-656D-EC5D-FDE7-230488526EFC}"/>
              </a:ext>
            </a:extLst>
          </p:cNvPr>
          <p:cNvSpPr>
            <a:spLocks noGrp="1"/>
          </p:cNvSpPr>
          <p:nvPr>
            <p:ph type="title"/>
          </p:nvPr>
        </p:nvSpPr>
        <p:spPr/>
        <p:txBody>
          <a:bodyPr/>
          <a:lstStyle/>
          <a:p>
            <a:r>
              <a:rPr lang="en-US" dirty="0"/>
              <a:t>Question 1(a)</a:t>
            </a:r>
          </a:p>
        </p:txBody>
      </p:sp>
      <p:sp>
        <p:nvSpPr>
          <p:cNvPr id="4" name="Slide Number Placeholder 3">
            <a:extLst>
              <a:ext uri="{FF2B5EF4-FFF2-40B4-BE49-F238E27FC236}">
                <a16:creationId xmlns:a16="http://schemas.microsoft.com/office/drawing/2014/main" id="{C903FAE4-3A59-50C4-1BA6-A9AEC61D52CB}"/>
              </a:ext>
            </a:extLst>
          </p:cNvPr>
          <p:cNvSpPr>
            <a:spLocks noGrp="1"/>
          </p:cNvSpPr>
          <p:nvPr>
            <p:ph type="sldNum" sz="quarter" idx="2"/>
          </p:nvPr>
        </p:nvSpPr>
        <p:spPr>
          <a:xfrm>
            <a:off x="11686121" y="6400800"/>
            <a:ext cx="218008" cy="379591"/>
          </a:xfrm>
        </p:spPr>
        <p:txBody>
          <a:bodyPr/>
          <a:lstStyle/>
          <a:p>
            <a:pPr marL="0" marR="0" lvl="0" indent="0" algn="ctr" defTabSz="412750" rtl="0" eaLnBrk="1" fontAlgn="auto" latinLnBrk="0" hangingPunct="0">
              <a:lnSpc>
                <a:spcPct val="100000"/>
              </a:lnSpc>
              <a:spcBef>
                <a:spcPts val="0"/>
              </a:spcBef>
              <a:spcAft>
                <a:spcPts val="0"/>
              </a:spcAft>
              <a:buClrTx/>
              <a:buSzTx/>
              <a:buFontTx/>
              <a:buNone/>
              <a:tabLst/>
              <a:defRPr/>
            </a:pPr>
            <a:fld id="{86CB4B4D-7CA3-9044-876B-883B54F8677D}" type="slidenum">
              <a:rPr kumimoji="0" lang="en-US" sz="1800" b="0" i="0" u="none" strike="noStrike" kern="0" cap="none" spc="0" normalizeH="0" baseline="0" noProof="0">
                <a:ln>
                  <a:noFill/>
                </a:ln>
                <a:solidFill>
                  <a:srgbClr val="800080"/>
                </a:solidFill>
                <a:effectLst/>
                <a:uLnTx/>
                <a:uFillTx/>
                <a:latin typeface="Gill Sans MT" panose="020B0502020104020203" pitchFamily="34" charset="0"/>
                <a:cs typeface="Helvetica"/>
                <a:sym typeface="Helvetica"/>
              </a:rPr>
              <a:pPr marL="0" marR="0" lvl="0" indent="0" algn="ctr" defTabSz="412750" rtl="0" eaLnBrk="1" fontAlgn="auto" latinLnBrk="0" hangingPunct="0">
                <a:lnSpc>
                  <a:spcPct val="100000"/>
                </a:lnSpc>
                <a:spcBef>
                  <a:spcPts val="0"/>
                </a:spcBef>
                <a:spcAft>
                  <a:spcPts val="0"/>
                </a:spcAft>
                <a:buClrTx/>
                <a:buSzTx/>
                <a:buFontTx/>
                <a:buNone/>
                <a:tabLst/>
                <a:defRPr/>
              </a:pPr>
              <a:t>10</a:t>
            </a:fld>
            <a:endParaRPr kumimoji="0" lang="en-US" sz="1800" b="0" i="0" u="none" strike="noStrike" kern="0" cap="none" spc="0" normalizeH="0" baseline="0" noProof="0">
              <a:ln>
                <a:noFill/>
              </a:ln>
              <a:solidFill>
                <a:srgbClr val="800080"/>
              </a:solidFill>
              <a:effectLst/>
              <a:uLnTx/>
              <a:uFillTx/>
              <a:latin typeface="Gill Sans MT" panose="020B0502020104020203" pitchFamily="34" charset="0"/>
              <a:cs typeface="Helvetica"/>
              <a:sym typeface="Helvetica"/>
            </a:endParaRPr>
          </a:p>
        </p:txBody>
      </p:sp>
      <p:sp>
        <p:nvSpPr>
          <p:cNvPr id="6" name="文本框 30">
            <a:extLst>
              <a:ext uri="{FF2B5EF4-FFF2-40B4-BE49-F238E27FC236}">
                <a16:creationId xmlns:a16="http://schemas.microsoft.com/office/drawing/2014/main" id="{14824D63-9D36-7F96-67CB-798D693398C1}"/>
              </a:ext>
            </a:extLst>
          </p:cNvPr>
          <p:cNvSpPr txBox="1"/>
          <p:nvPr/>
        </p:nvSpPr>
        <p:spPr>
          <a:xfrm>
            <a:off x="2368345" y="5102828"/>
            <a:ext cx="6206477" cy="1415772"/>
          </a:xfrm>
          <a:prstGeom prst="rect">
            <a:avLst/>
          </a:prstGeom>
          <a:solidFill>
            <a:schemeClr val="accent2">
              <a:lumMod val="20000"/>
              <a:lumOff val="80000"/>
            </a:schemeClr>
          </a:solidFill>
          <a:ln w="12700" cap="flat">
            <a:noFill/>
            <a:miter lim="400000"/>
          </a:ln>
          <a:effectLst/>
          <a:sp3d/>
        </p:spPr>
        <p:style>
          <a:lnRef idx="0">
            <a:scrgbClr r="0" g="0" b="0"/>
          </a:lnRef>
          <a:fillRef idx="0">
            <a:scrgbClr r="0" g="0" b="0"/>
          </a:fillRef>
          <a:effectRef idx="0">
            <a:scrgbClr r="0" g="0" b="0"/>
          </a:effectRef>
          <a:fontRef idx="none"/>
        </p:style>
        <p:txBody>
          <a:bodyPr rot="0" spcFirstLastPara="1" vertOverflow="overflow" horzOverflow="overflow" vert="horz" wrap="square" lIns="50800" tIns="50800" rIns="50800" bIns="50800" numCol="1" spcCol="38100" rtlCol="0" anchor="ctr">
            <a:spAutoFit/>
          </a:bodyPr>
          <a:lstStyle/>
          <a:p>
            <a:pPr marL="0" marR="0" indent="0" defTabSz="584200" rtl="0" fontAlgn="auto" latinLnBrk="0" hangingPunct="0">
              <a:lnSpc>
                <a:spcPct val="100000"/>
              </a:lnSpc>
              <a:spcBef>
                <a:spcPts val="0"/>
              </a:spcBef>
              <a:spcAft>
                <a:spcPts val="0"/>
              </a:spcAft>
              <a:buClrTx/>
              <a:buSzTx/>
              <a:buFontTx/>
              <a:buNone/>
              <a:tabLst/>
            </a:pPr>
            <a:r>
              <a:rPr lang="en-US" altLang="zh-CN" sz="3200" baseline="2495" dirty="0">
                <a:solidFill>
                  <a:schemeClr val="tx1">
                    <a:lumMod val="50000"/>
                  </a:schemeClr>
                </a:solidFill>
                <a:latin typeface="Gill Sans MT" panose="020B0502020104020203" pitchFamily="34" charset="0"/>
                <a:sym typeface="Helvetica"/>
              </a:rPr>
              <a:t>D:</a:t>
            </a:r>
          </a:p>
          <a:p>
            <a:pPr marL="0" marR="0" indent="0" defTabSz="584200" rtl="0" fontAlgn="auto" latinLnBrk="0" hangingPunct="0">
              <a:lnSpc>
                <a:spcPct val="100000"/>
              </a:lnSpc>
              <a:spcBef>
                <a:spcPts val="0"/>
              </a:spcBef>
              <a:spcAft>
                <a:spcPts val="0"/>
              </a:spcAft>
              <a:buClrTx/>
              <a:buSzTx/>
              <a:buFontTx/>
              <a:buNone/>
              <a:tabLst/>
            </a:pPr>
            <a:r>
              <a:rPr lang="en" altLang="zh-CN" sz="3200" baseline="2495" dirty="0">
                <a:solidFill>
                  <a:schemeClr val="tx1">
                    <a:lumMod val="50000"/>
                  </a:schemeClr>
                </a:solidFill>
                <a:latin typeface="Gill Sans MT" panose="020B0502020104020203" pitchFamily="34" charset="0"/>
                <a:sym typeface="Helvetica"/>
              </a:rPr>
              <a:t>After redirection, the process can still "print" to standard output—the output just goes to the file instead of the terminal.</a:t>
            </a:r>
            <a:endParaRPr lang="en-US" altLang="zh-CN" sz="3200" baseline="2495" dirty="0">
              <a:solidFill>
                <a:schemeClr val="tx1">
                  <a:lumMod val="50000"/>
                </a:schemeClr>
              </a:solidFill>
              <a:latin typeface="Gill Sans MT" panose="020B0502020104020203" pitchFamily="34" charset="0"/>
              <a:sym typeface="Helvetica"/>
            </a:endParaRPr>
          </a:p>
        </p:txBody>
      </p:sp>
      <p:cxnSp>
        <p:nvCxnSpPr>
          <p:cNvPr id="7" name="直接箭头连接符 31">
            <a:extLst>
              <a:ext uri="{FF2B5EF4-FFF2-40B4-BE49-F238E27FC236}">
                <a16:creationId xmlns:a16="http://schemas.microsoft.com/office/drawing/2014/main" id="{F6BF1B47-96A1-D867-0746-EB098E6CC42B}"/>
              </a:ext>
            </a:extLst>
          </p:cNvPr>
          <p:cNvCxnSpPr>
            <a:cxnSpLocks/>
          </p:cNvCxnSpPr>
          <p:nvPr/>
        </p:nvCxnSpPr>
        <p:spPr>
          <a:xfrm flipV="1">
            <a:off x="5572028" y="4638261"/>
            <a:ext cx="146285" cy="205409"/>
          </a:xfrm>
          <a:prstGeom prst="straightConnector1">
            <a:avLst/>
          </a:prstGeom>
          <a:noFill/>
          <a:ln w="25400" cap="flat">
            <a:solidFill>
              <a:schemeClr val="accent1">
                <a:lumMod val="40000"/>
                <a:lumOff val="60000"/>
              </a:schemeClr>
            </a:solidFill>
            <a:prstDash val="solid"/>
            <a:round/>
            <a:tailEnd type="triangle"/>
          </a:ln>
          <a:effectLst/>
          <a:sp3d/>
        </p:spPr>
        <p:style>
          <a:lnRef idx="0">
            <a:scrgbClr r="0" g="0" b="0"/>
          </a:lnRef>
          <a:fillRef idx="0">
            <a:scrgbClr r="0" g="0" b="0"/>
          </a:fillRef>
          <a:effectRef idx="0">
            <a:scrgbClr r="0" g="0" b="0"/>
          </a:effectRef>
          <a:fontRef idx="none"/>
        </p:style>
      </p:cxnSp>
    </p:spTree>
    <p:extLst>
      <p:ext uri="{BB962C8B-B14F-4D97-AF65-F5344CB8AC3E}">
        <p14:creationId xmlns:p14="http://schemas.microsoft.com/office/powerpoint/2010/main" val="1234526797"/>
      </p:ext>
    </p:extLst>
  </p:cSld>
  <p:clrMapOvr>
    <a:masterClrMapping/>
  </p:clrMapOvr>
  <p:transition spd="med"/>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2715A2E-656D-EC5D-FDE7-230488526EFC}"/>
              </a:ext>
            </a:extLst>
          </p:cNvPr>
          <p:cNvSpPr>
            <a:spLocks noGrp="1"/>
          </p:cNvSpPr>
          <p:nvPr>
            <p:ph type="title"/>
          </p:nvPr>
        </p:nvSpPr>
        <p:spPr/>
        <p:txBody>
          <a:bodyPr/>
          <a:lstStyle/>
          <a:p>
            <a:r>
              <a:rPr lang="en-US" dirty="0"/>
              <a:t>Question 1(b)</a:t>
            </a:r>
          </a:p>
        </p:txBody>
      </p:sp>
      <p:sp>
        <p:nvSpPr>
          <p:cNvPr id="4" name="Slide Number Placeholder 3">
            <a:extLst>
              <a:ext uri="{FF2B5EF4-FFF2-40B4-BE49-F238E27FC236}">
                <a16:creationId xmlns:a16="http://schemas.microsoft.com/office/drawing/2014/main" id="{C903FAE4-3A59-50C4-1BA6-A9AEC61D52CB}"/>
              </a:ext>
            </a:extLst>
          </p:cNvPr>
          <p:cNvSpPr>
            <a:spLocks noGrp="1"/>
          </p:cNvSpPr>
          <p:nvPr>
            <p:ph type="sldNum" sz="quarter" idx="2"/>
          </p:nvPr>
        </p:nvSpPr>
        <p:spPr>
          <a:xfrm>
            <a:off x="11686121" y="6400800"/>
            <a:ext cx="218008" cy="379591"/>
          </a:xfrm>
        </p:spPr>
        <p:txBody>
          <a:bodyPr/>
          <a:lstStyle/>
          <a:p>
            <a:pPr marL="0" marR="0" lvl="0" indent="0" algn="ctr" defTabSz="412750" rtl="0" eaLnBrk="1" fontAlgn="auto" latinLnBrk="0" hangingPunct="0">
              <a:lnSpc>
                <a:spcPct val="100000"/>
              </a:lnSpc>
              <a:spcBef>
                <a:spcPts val="0"/>
              </a:spcBef>
              <a:spcAft>
                <a:spcPts val="0"/>
              </a:spcAft>
              <a:buClrTx/>
              <a:buSzTx/>
              <a:buFontTx/>
              <a:buNone/>
              <a:tabLst/>
              <a:defRPr/>
            </a:pPr>
            <a:fld id="{86CB4B4D-7CA3-9044-876B-883B54F8677D}" type="slidenum">
              <a:rPr kumimoji="0" lang="en-US" sz="1800" b="0" i="0" u="none" strike="noStrike" kern="0" cap="none" spc="0" normalizeH="0" baseline="0" noProof="0">
                <a:ln>
                  <a:noFill/>
                </a:ln>
                <a:solidFill>
                  <a:srgbClr val="800080"/>
                </a:solidFill>
                <a:effectLst/>
                <a:uLnTx/>
                <a:uFillTx/>
                <a:latin typeface="Gill Sans MT" panose="020B0502020104020203" pitchFamily="34" charset="0"/>
                <a:cs typeface="Helvetica"/>
                <a:sym typeface="Helvetica"/>
              </a:rPr>
              <a:pPr marL="0" marR="0" lvl="0" indent="0" algn="ctr" defTabSz="412750" rtl="0" eaLnBrk="1" fontAlgn="auto" latinLnBrk="0" hangingPunct="0">
                <a:lnSpc>
                  <a:spcPct val="100000"/>
                </a:lnSpc>
                <a:spcBef>
                  <a:spcPts val="0"/>
                </a:spcBef>
                <a:spcAft>
                  <a:spcPts val="0"/>
                </a:spcAft>
                <a:buClrTx/>
                <a:buSzTx/>
                <a:buFontTx/>
                <a:buNone/>
                <a:tabLst/>
                <a:defRPr/>
              </a:pPr>
              <a:t>11</a:t>
            </a:fld>
            <a:endParaRPr kumimoji="0" lang="en-US" sz="1800" b="0" i="0" u="none" strike="noStrike" kern="0" cap="none" spc="0" normalizeH="0" baseline="0" noProof="0">
              <a:ln>
                <a:noFill/>
              </a:ln>
              <a:solidFill>
                <a:srgbClr val="800080"/>
              </a:solidFill>
              <a:effectLst/>
              <a:uLnTx/>
              <a:uFillTx/>
              <a:latin typeface="Gill Sans MT" panose="020B0502020104020203" pitchFamily="34" charset="0"/>
              <a:cs typeface="Helvetica"/>
              <a:sym typeface="Helvetica"/>
            </a:endParaRPr>
          </a:p>
        </p:txBody>
      </p:sp>
      <p:pic>
        <p:nvPicPr>
          <p:cNvPr id="5" name="圖片 4">
            <a:extLst>
              <a:ext uri="{FF2B5EF4-FFF2-40B4-BE49-F238E27FC236}">
                <a16:creationId xmlns:a16="http://schemas.microsoft.com/office/drawing/2014/main" id="{53FB03D5-AB09-D37A-9B04-E6C329A24EE3}"/>
              </a:ext>
            </a:extLst>
          </p:cNvPr>
          <p:cNvPicPr>
            <a:picLocks noChangeAspect="1"/>
          </p:cNvPicPr>
          <p:nvPr/>
        </p:nvPicPr>
        <p:blipFill>
          <a:blip r:embed="rId3"/>
          <a:stretch>
            <a:fillRect/>
          </a:stretch>
        </p:blipFill>
        <p:spPr>
          <a:xfrm>
            <a:off x="778882" y="1056603"/>
            <a:ext cx="10634235" cy="3319455"/>
          </a:xfrm>
          <a:prstGeom prst="rect">
            <a:avLst/>
          </a:prstGeom>
        </p:spPr>
      </p:pic>
      <p:sp>
        <p:nvSpPr>
          <p:cNvPr id="7" name="文本框 30">
            <a:extLst>
              <a:ext uri="{FF2B5EF4-FFF2-40B4-BE49-F238E27FC236}">
                <a16:creationId xmlns:a16="http://schemas.microsoft.com/office/drawing/2014/main" id="{0CBF8105-41BA-4233-41C9-4D6B97E2FDF5}"/>
              </a:ext>
            </a:extLst>
          </p:cNvPr>
          <p:cNvSpPr txBox="1"/>
          <p:nvPr/>
        </p:nvSpPr>
        <p:spPr>
          <a:xfrm>
            <a:off x="4226943" y="1823339"/>
            <a:ext cx="6866627" cy="4698722"/>
          </a:xfrm>
          <a:prstGeom prst="rect">
            <a:avLst/>
          </a:prstGeom>
          <a:solidFill>
            <a:schemeClr val="accent2">
              <a:lumMod val="20000"/>
              <a:lumOff val="80000"/>
            </a:schemeClr>
          </a:solidFill>
          <a:ln w="12700" cap="flat">
            <a:noFill/>
            <a:miter lim="400000"/>
          </a:ln>
          <a:effectLst/>
          <a:sp3d/>
        </p:spPr>
        <p:style>
          <a:lnRef idx="0">
            <a:scrgbClr r="0" g="0" b="0"/>
          </a:lnRef>
          <a:fillRef idx="0">
            <a:scrgbClr r="0" g="0" b="0"/>
          </a:fillRef>
          <a:effectRef idx="0">
            <a:scrgbClr r="0" g="0" b="0"/>
          </a:effectRef>
          <a:fontRef idx="none"/>
        </p:style>
        <p:txBody>
          <a:bodyPr rot="0" spcFirstLastPara="1" vertOverflow="overflow" horzOverflow="overflow" vert="horz" wrap="square" lIns="50800" tIns="50800" rIns="50800" bIns="50800" numCol="1" spcCol="38100" rtlCol="0" anchor="ctr">
            <a:spAutoFit/>
          </a:bodyPr>
          <a:lstStyle/>
          <a:p>
            <a:pPr marL="0" marR="0" indent="0" defTabSz="584200" rtl="0" fontAlgn="auto" latinLnBrk="0" hangingPunct="0">
              <a:lnSpc>
                <a:spcPct val="100000"/>
              </a:lnSpc>
              <a:spcBef>
                <a:spcPts val="0"/>
              </a:spcBef>
              <a:spcAft>
                <a:spcPts val="0"/>
              </a:spcAft>
              <a:buClrTx/>
              <a:buSzTx/>
              <a:buFontTx/>
              <a:buNone/>
              <a:tabLst/>
            </a:pPr>
            <a:r>
              <a:rPr lang="en-US" altLang="zh-CN" sz="3200" baseline="2495" dirty="0">
                <a:solidFill>
                  <a:schemeClr val="tx1">
                    <a:lumMod val="50000"/>
                  </a:schemeClr>
                </a:solidFill>
                <a:latin typeface="Gill Sans MT" panose="020B0502020104020203" pitchFamily="34" charset="0"/>
                <a:sym typeface="Helvetica"/>
              </a:rPr>
              <a:t>Explanation</a:t>
            </a:r>
          </a:p>
          <a:p>
            <a:pPr defTabSz="584200" hangingPunct="0"/>
            <a:r>
              <a:rPr lang="en-US" altLang="zh-CN" sz="3200" baseline="2495" dirty="0">
                <a:solidFill>
                  <a:schemeClr val="tx1">
                    <a:lumMod val="50000"/>
                  </a:schemeClr>
                </a:solidFill>
                <a:latin typeface="Gill Sans MT" panose="020B0502020104020203" pitchFamily="34" charset="0"/>
                <a:sym typeface="Helvetica"/>
              </a:rPr>
              <a:t>A: </a:t>
            </a:r>
            <a:r>
              <a:rPr lang="zh-CN" altLang="en-US" sz="3200" baseline="2495" dirty="0">
                <a:solidFill>
                  <a:schemeClr val="tx1">
                    <a:lumMod val="50000"/>
                  </a:schemeClr>
                </a:solidFill>
                <a:latin typeface="Gill Sans MT" panose="020B0502020104020203" pitchFamily="34" charset="0"/>
                <a:sym typeface="Helvetica"/>
              </a:rPr>
              <a:t> </a:t>
            </a:r>
            <a:r>
              <a:rPr lang="en-US" altLang="zh-CN" sz="3200" baseline="2495" dirty="0">
                <a:solidFill>
                  <a:schemeClr val="tx1">
                    <a:lumMod val="50000"/>
                  </a:schemeClr>
                </a:solidFill>
                <a:latin typeface="Gill Sans MT" panose="020B0502020104020203" pitchFamily="34" charset="0"/>
                <a:sym typeface="Helvetica"/>
              </a:rPr>
              <a:t>The heap is a region of a process’s memory used for dynamic memory allocation. It is accessible by all threads of the same process, facilitating data sharing and communication within the process.</a:t>
            </a:r>
          </a:p>
          <a:p>
            <a:pPr defTabSz="584200" hangingPunct="0"/>
            <a:r>
              <a:rPr lang="en-US" altLang="zh-CN" sz="3200" baseline="2495" dirty="0">
                <a:solidFill>
                  <a:schemeClr val="tx1">
                    <a:lumMod val="50000"/>
                  </a:schemeClr>
                </a:solidFill>
                <a:latin typeface="Gill Sans MT" panose="020B0502020104020203" pitchFamily="34" charset="0"/>
                <a:sym typeface="Helvetica"/>
              </a:rPr>
              <a:t>B:</a:t>
            </a:r>
            <a:r>
              <a:rPr lang="zh-CN" altLang="en-US" sz="3200" baseline="2495" dirty="0">
                <a:solidFill>
                  <a:schemeClr val="tx1">
                    <a:lumMod val="50000"/>
                  </a:schemeClr>
                </a:solidFill>
                <a:latin typeface="Gill Sans MT" panose="020B0502020104020203" pitchFamily="34" charset="0"/>
                <a:sym typeface="Helvetica"/>
              </a:rPr>
              <a:t> </a:t>
            </a:r>
            <a:r>
              <a:rPr lang="en-US" altLang="zh-CN" sz="3200" baseline="2495" dirty="0">
                <a:solidFill>
                  <a:schemeClr val="tx1">
                    <a:lumMod val="50000"/>
                  </a:schemeClr>
                </a:solidFill>
                <a:latin typeface="Gill Sans MT" panose="020B0502020104020203" pitchFamily="34" charset="0"/>
                <a:sym typeface="Helvetica"/>
              </a:rPr>
              <a:t>File descriptors are handles used by a process to access files or I/O resources. In a multi-threaded process, all threads share the same set of file descriptors.</a:t>
            </a:r>
          </a:p>
          <a:p>
            <a:pPr defTabSz="584200" hangingPunct="0"/>
            <a:r>
              <a:rPr lang="en-US" altLang="zh-CN" sz="3200" baseline="2495" dirty="0">
                <a:solidFill>
                  <a:schemeClr val="tx1">
                    <a:lumMod val="50000"/>
                  </a:schemeClr>
                </a:solidFill>
                <a:latin typeface="Gill Sans MT" panose="020B0502020104020203" pitchFamily="34" charset="0"/>
                <a:sym typeface="Helvetica"/>
              </a:rPr>
              <a:t>C:</a:t>
            </a:r>
            <a:r>
              <a:rPr lang="zh-CN" altLang="en-US" sz="3200" baseline="2495" dirty="0">
                <a:solidFill>
                  <a:schemeClr val="tx1">
                    <a:lumMod val="50000"/>
                  </a:schemeClr>
                </a:solidFill>
                <a:latin typeface="Gill Sans MT" panose="020B0502020104020203" pitchFamily="34" charset="0"/>
                <a:sym typeface="Helvetica"/>
              </a:rPr>
              <a:t> </a:t>
            </a:r>
            <a:r>
              <a:rPr lang="en-US" altLang="zh-CN" sz="3200" baseline="2495" dirty="0">
                <a:solidFill>
                  <a:schemeClr val="tx1">
                    <a:lumMod val="50000"/>
                  </a:schemeClr>
                </a:solidFill>
                <a:latin typeface="Gill Sans MT" panose="020B0502020104020203" pitchFamily="34" charset="0"/>
                <a:sym typeface="Helvetica"/>
              </a:rPr>
              <a:t>The stack is used to store a thread’s execution history, including function calls, return addresses, and local variables. The stack pointer points to the top of the current thread’s stack.</a:t>
            </a:r>
          </a:p>
          <a:p>
            <a:pPr defTabSz="584200" hangingPunct="0"/>
            <a:r>
              <a:rPr lang="en-US" altLang="zh-CN" sz="3200" baseline="2495" dirty="0">
                <a:solidFill>
                  <a:schemeClr val="tx1">
                    <a:lumMod val="50000"/>
                  </a:schemeClr>
                </a:solidFill>
                <a:latin typeface="Gill Sans MT" panose="020B0502020104020203" pitchFamily="34" charset="0"/>
                <a:sym typeface="Helvetica"/>
              </a:rPr>
              <a:t>D: Global variables are stored in the process’s data segment. </a:t>
            </a:r>
          </a:p>
          <a:p>
            <a:pPr defTabSz="584200" hangingPunct="0"/>
            <a:r>
              <a:rPr lang="en-US" altLang="zh-CN" sz="3200" baseline="2495" dirty="0">
                <a:solidFill>
                  <a:schemeClr val="tx1">
                    <a:lumMod val="50000"/>
                  </a:schemeClr>
                </a:solidFill>
                <a:latin typeface="Gill Sans MT" panose="020B0502020104020203" pitchFamily="34" charset="0"/>
                <a:sym typeface="Helvetica"/>
              </a:rPr>
              <a:t>(You can also refer to page 7-8 in lec4-threads)</a:t>
            </a:r>
          </a:p>
        </p:txBody>
      </p:sp>
    </p:spTree>
    <p:extLst>
      <p:ext uri="{BB962C8B-B14F-4D97-AF65-F5344CB8AC3E}">
        <p14:creationId xmlns:p14="http://schemas.microsoft.com/office/powerpoint/2010/main" val="2666601468"/>
      </p:ext>
    </p:extLst>
  </p:cSld>
  <p:clrMapOvr>
    <a:masterClrMapping/>
  </p:clrMapOvr>
  <p:transition spd="med"/>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2715A2E-656D-EC5D-FDE7-230488526EFC}"/>
              </a:ext>
            </a:extLst>
          </p:cNvPr>
          <p:cNvSpPr>
            <a:spLocks noGrp="1"/>
          </p:cNvSpPr>
          <p:nvPr>
            <p:ph type="title"/>
          </p:nvPr>
        </p:nvSpPr>
        <p:spPr/>
        <p:txBody>
          <a:bodyPr/>
          <a:lstStyle/>
          <a:p>
            <a:r>
              <a:rPr lang="en-US" dirty="0"/>
              <a:t>Question 2</a:t>
            </a:r>
          </a:p>
        </p:txBody>
      </p:sp>
      <p:sp>
        <p:nvSpPr>
          <p:cNvPr id="4" name="Slide Number Placeholder 3">
            <a:extLst>
              <a:ext uri="{FF2B5EF4-FFF2-40B4-BE49-F238E27FC236}">
                <a16:creationId xmlns:a16="http://schemas.microsoft.com/office/drawing/2014/main" id="{C903FAE4-3A59-50C4-1BA6-A9AEC61D52CB}"/>
              </a:ext>
            </a:extLst>
          </p:cNvPr>
          <p:cNvSpPr>
            <a:spLocks noGrp="1"/>
          </p:cNvSpPr>
          <p:nvPr>
            <p:ph type="sldNum" sz="quarter" idx="2"/>
          </p:nvPr>
        </p:nvSpPr>
        <p:spPr>
          <a:xfrm>
            <a:off x="11686121" y="6400800"/>
            <a:ext cx="218008" cy="379591"/>
          </a:xfrm>
        </p:spPr>
        <p:txBody>
          <a:bodyPr/>
          <a:lstStyle/>
          <a:p>
            <a:pPr marL="0" marR="0" lvl="0" indent="0" algn="ctr" defTabSz="412750" rtl="0" eaLnBrk="1" fontAlgn="auto" latinLnBrk="0" hangingPunct="0">
              <a:lnSpc>
                <a:spcPct val="100000"/>
              </a:lnSpc>
              <a:spcBef>
                <a:spcPts val="0"/>
              </a:spcBef>
              <a:spcAft>
                <a:spcPts val="0"/>
              </a:spcAft>
              <a:buClrTx/>
              <a:buSzTx/>
              <a:buFontTx/>
              <a:buNone/>
              <a:tabLst/>
              <a:defRPr/>
            </a:pPr>
            <a:fld id="{86CB4B4D-7CA3-9044-876B-883B54F8677D}" type="slidenum">
              <a:rPr kumimoji="0" lang="en-US" sz="1800" b="0" i="0" u="none" strike="noStrike" kern="0" cap="none" spc="0" normalizeH="0" baseline="0" noProof="0">
                <a:ln>
                  <a:noFill/>
                </a:ln>
                <a:solidFill>
                  <a:srgbClr val="800080"/>
                </a:solidFill>
                <a:effectLst/>
                <a:uLnTx/>
                <a:uFillTx/>
                <a:latin typeface="Gill Sans MT" panose="020B0502020104020203" pitchFamily="34" charset="0"/>
                <a:cs typeface="Helvetica"/>
                <a:sym typeface="Helvetica"/>
              </a:rPr>
              <a:pPr marL="0" marR="0" lvl="0" indent="0" algn="ctr" defTabSz="412750" rtl="0" eaLnBrk="1" fontAlgn="auto" latinLnBrk="0" hangingPunct="0">
                <a:lnSpc>
                  <a:spcPct val="100000"/>
                </a:lnSpc>
                <a:spcBef>
                  <a:spcPts val="0"/>
                </a:spcBef>
                <a:spcAft>
                  <a:spcPts val="0"/>
                </a:spcAft>
                <a:buClrTx/>
                <a:buSzTx/>
                <a:buFontTx/>
                <a:buNone/>
                <a:tabLst/>
                <a:defRPr/>
              </a:pPr>
              <a:t>12</a:t>
            </a:fld>
            <a:endParaRPr kumimoji="0" lang="en-US" sz="1800" b="0" i="0" u="none" strike="noStrike" kern="0" cap="none" spc="0" normalizeH="0" baseline="0" noProof="0">
              <a:ln>
                <a:noFill/>
              </a:ln>
              <a:solidFill>
                <a:srgbClr val="800080"/>
              </a:solidFill>
              <a:effectLst/>
              <a:uLnTx/>
              <a:uFillTx/>
              <a:latin typeface="Gill Sans MT" panose="020B0502020104020203" pitchFamily="34" charset="0"/>
              <a:cs typeface="Helvetica"/>
              <a:sym typeface="Helvetica"/>
            </a:endParaRPr>
          </a:p>
        </p:txBody>
      </p:sp>
      <p:pic>
        <p:nvPicPr>
          <p:cNvPr id="5" name="圖片 4">
            <a:extLst>
              <a:ext uri="{FF2B5EF4-FFF2-40B4-BE49-F238E27FC236}">
                <a16:creationId xmlns:a16="http://schemas.microsoft.com/office/drawing/2014/main" id="{684859E8-BCEA-48B6-18FC-BDF076567EE0}"/>
              </a:ext>
            </a:extLst>
          </p:cNvPr>
          <p:cNvPicPr>
            <a:picLocks noChangeAspect="1"/>
          </p:cNvPicPr>
          <p:nvPr/>
        </p:nvPicPr>
        <p:blipFill>
          <a:blip r:embed="rId3"/>
          <a:stretch>
            <a:fillRect/>
          </a:stretch>
        </p:blipFill>
        <p:spPr>
          <a:xfrm>
            <a:off x="4804110" y="1214438"/>
            <a:ext cx="7100019" cy="4590938"/>
          </a:xfrm>
          <a:prstGeom prst="rect">
            <a:avLst/>
          </a:prstGeom>
        </p:spPr>
      </p:pic>
      <p:sp>
        <p:nvSpPr>
          <p:cNvPr id="3" name="Text Placeholder 2">
            <a:extLst>
              <a:ext uri="{FF2B5EF4-FFF2-40B4-BE49-F238E27FC236}">
                <a16:creationId xmlns:a16="http://schemas.microsoft.com/office/drawing/2014/main" id="{B161272D-C3A9-7227-9F2F-ECB2E34D5B70}"/>
              </a:ext>
            </a:extLst>
          </p:cNvPr>
          <p:cNvSpPr>
            <a:spLocks noGrp="1"/>
          </p:cNvSpPr>
          <p:nvPr>
            <p:ph type="body" idx="1"/>
          </p:nvPr>
        </p:nvSpPr>
        <p:spPr>
          <a:xfrm>
            <a:off x="657267" y="1052624"/>
            <a:ext cx="4600317" cy="5348176"/>
          </a:xfrm>
        </p:spPr>
        <p:txBody>
          <a:bodyPr lIns="25400" tIns="25400" rIns="25400" bIns="25400" anchor="t">
            <a:normAutofit/>
          </a:bodyPr>
          <a:lstStyle/>
          <a:p>
            <a:pPr marL="0" indent="0">
              <a:buNone/>
              <a:defRPr/>
            </a:pPr>
            <a:r>
              <a:rPr lang="en-US" altLang="zh-CN" sz="2400" b="1" dirty="0">
                <a:cs typeface="Helvetica"/>
              </a:rPr>
              <a:t>A quick review of fork():</a:t>
            </a:r>
          </a:p>
          <a:p>
            <a:pPr marL="288925" indent="-288925">
              <a:buFont typeface="Wingdings" pitchFamily="2" charset="2"/>
              <a:buChar char="Ø"/>
              <a:defRPr/>
            </a:pPr>
            <a:r>
              <a:rPr lang="en-US" altLang="zh-CN" sz="2400" dirty="0">
                <a:cs typeface="Helvetica"/>
              </a:rPr>
              <a:t>The fork() creates a </a:t>
            </a:r>
            <a:r>
              <a:rPr lang="en-US" altLang="zh-CN" sz="2400" dirty="0"/>
              <a:t>new </a:t>
            </a:r>
            <a:r>
              <a:rPr lang="en-US" altLang="zh-CN" sz="2400" dirty="0">
                <a:cs typeface="Helvetica"/>
              </a:rPr>
              <a:t>child  </a:t>
            </a:r>
            <a:r>
              <a:rPr lang="en-US" altLang="zh-CN" sz="2400" dirty="0"/>
              <a:t>process</a:t>
            </a:r>
            <a:r>
              <a:rPr lang="en-US" altLang="zh-CN" sz="2400" dirty="0">
                <a:cs typeface="Helvetica"/>
              </a:rPr>
              <a:t>, by duplicating the parent process. </a:t>
            </a:r>
          </a:p>
          <a:p>
            <a:pPr marL="606425" lvl="1" indent="-288925">
              <a:buFont typeface="Wingdings" pitchFamily="2" charset="2"/>
              <a:buChar char="Ø"/>
              <a:defRPr/>
            </a:pPr>
            <a:r>
              <a:rPr lang="en-US" altLang="zh-CN" sz="2400" dirty="0">
                <a:cs typeface="Helvetica"/>
              </a:rPr>
              <a:t>Child Process Start Point: After a successful fork(), both the parent and child processes continue execution independently from the point immediately following the fork() call.</a:t>
            </a:r>
          </a:p>
          <a:p>
            <a:pPr marL="606425" lvl="2" indent="-288925">
              <a:buFont typeface="Wingdings" pitchFamily="2" charset="2"/>
              <a:buChar char="Ø"/>
              <a:defRPr/>
            </a:pPr>
            <a:endParaRPr lang="en-HK" altLang="zh-HK" sz="2500" dirty="0"/>
          </a:p>
          <a:p>
            <a:pPr marL="606425" lvl="2" indent="-288925">
              <a:buFont typeface="Wingdings" pitchFamily="2" charset="2"/>
              <a:buChar char="Ø"/>
              <a:defRPr/>
            </a:pPr>
            <a:endParaRPr lang="en-HK" altLang="zh-HK" sz="2500" dirty="0"/>
          </a:p>
          <a:p>
            <a:pPr marL="606425" lvl="2" indent="-288925">
              <a:buFont typeface="Wingdings" pitchFamily="2" charset="2"/>
              <a:buChar char="Ø"/>
              <a:defRPr/>
            </a:pPr>
            <a:endParaRPr lang="en-HK" altLang="zh-HK" sz="2500" dirty="0"/>
          </a:p>
          <a:p>
            <a:pPr marL="288925" lvl="1" indent="-288925">
              <a:buFont typeface="Wingdings" pitchFamily="2" charset="2"/>
              <a:buChar char="Ø"/>
              <a:defRPr/>
            </a:pPr>
            <a:endParaRPr lang="en-US" altLang="zh-CN" sz="2500" dirty="0"/>
          </a:p>
          <a:p>
            <a:pPr marL="288925" indent="-288925">
              <a:buFont typeface="Wingdings" pitchFamily="2" charset="2"/>
              <a:buChar char="Ø"/>
              <a:defRPr/>
            </a:pPr>
            <a:endParaRPr lang="en-US" altLang="zh-CN" sz="2400" dirty="0">
              <a:cs typeface="Helvetica"/>
            </a:endParaRPr>
          </a:p>
          <a:p>
            <a:pPr marL="288925" indent="-288925">
              <a:buFont typeface="Wingdings" pitchFamily="2" charset="2"/>
              <a:buChar char="Ø"/>
              <a:defRPr/>
            </a:pPr>
            <a:endParaRPr lang="en-US" altLang="zh-CN" sz="2400" dirty="0">
              <a:cs typeface="Helvetica"/>
            </a:endParaRPr>
          </a:p>
          <a:p>
            <a:pPr marL="288925" indent="-288925">
              <a:buFont typeface="Wingdings" pitchFamily="2" charset="2"/>
              <a:buChar char="Ø"/>
              <a:defRPr/>
            </a:pPr>
            <a:endParaRPr lang="en-US" altLang="zh-CN" sz="2400" dirty="0">
              <a:cs typeface="Helvetica"/>
            </a:endParaRPr>
          </a:p>
        </p:txBody>
      </p:sp>
    </p:spTree>
    <p:extLst>
      <p:ext uri="{BB962C8B-B14F-4D97-AF65-F5344CB8AC3E}">
        <p14:creationId xmlns:p14="http://schemas.microsoft.com/office/powerpoint/2010/main" val="2777384990"/>
      </p:ext>
    </p:extLst>
  </p:cSld>
  <p:clrMapOvr>
    <a:masterClrMapping/>
  </p:clrMapOvr>
  <p:transition spd="med"/>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標題 1">
            <a:extLst>
              <a:ext uri="{FF2B5EF4-FFF2-40B4-BE49-F238E27FC236}">
                <a16:creationId xmlns:a16="http://schemas.microsoft.com/office/drawing/2014/main" id="{B0DEA019-1B30-698A-4035-AEC9C3420E0A}"/>
              </a:ext>
            </a:extLst>
          </p:cNvPr>
          <p:cNvSpPr>
            <a:spLocks noGrp="1"/>
          </p:cNvSpPr>
          <p:nvPr>
            <p:ph type="title"/>
          </p:nvPr>
        </p:nvSpPr>
        <p:spPr/>
        <p:txBody>
          <a:bodyPr/>
          <a:lstStyle/>
          <a:p>
            <a:r>
              <a:rPr lang="en-US" altLang="zh-HK" dirty="0"/>
              <a:t>Question 2(cont.)</a:t>
            </a:r>
            <a:endParaRPr kumimoji="1" lang="zh-HK" altLang="en-US" dirty="0"/>
          </a:p>
        </p:txBody>
      </p:sp>
      <p:sp>
        <p:nvSpPr>
          <p:cNvPr id="3" name="文字版面配置區 2">
            <a:extLst>
              <a:ext uri="{FF2B5EF4-FFF2-40B4-BE49-F238E27FC236}">
                <a16:creationId xmlns:a16="http://schemas.microsoft.com/office/drawing/2014/main" id="{D25990E4-E8C3-96DB-DAB4-679360F16739}"/>
              </a:ext>
            </a:extLst>
          </p:cNvPr>
          <p:cNvSpPr>
            <a:spLocks noGrp="1"/>
          </p:cNvSpPr>
          <p:nvPr>
            <p:ph type="body" idx="1"/>
          </p:nvPr>
        </p:nvSpPr>
        <p:spPr>
          <a:xfrm>
            <a:off x="414965" y="1338424"/>
            <a:ext cx="4835236" cy="4577467"/>
          </a:xfrm>
        </p:spPr>
        <p:txBody>
          <a:bodyPr>
            <a:normAutofit fontScale="92500" lnSpcReduction="10000"/>
          </a:bodyPr>
          <a:lstStyle/>
          <a:p>
            <a:pPr marL="288925" indent="-288925">
              <a:buFont typeface="Wingdings" pitchFamily="2" charset="2"/>
              <a:buChar char="Ø"/>
              <a:defRPr/>
            </a:pPr>
            <a:r>
              <a:rPr lang="en-US" altLang="zh-CN" sz="2400" dirty="0">
                <a:cs typeface="Helvetica"/>
              </a:rPr>
              <a:t>The fork() function returns different values to the parent and child processes</a:t>
            </a:r>
          </a:p>
          <a:p>
            <a:pPr marL="606425" lvl="2" indent="-288925">
              <a:buFont typeface="Wingdings" pitchFamily="2" charset="2"/>
              <a:buChar char="Ø"/>
              <a:defRPr/>
            </a:pPr>
            <a:r>
              <a:rPr lang="en-HK" altLang="zh-HK" sz="2500" dirty="0"/>
              <a:t>In the Parent Process: Returns the Process ID (PID) of the newly created child process (a positive integer).</a:t>
            </a:r>
          </a:p>
          <a:p>
            <a:pPr marL="606425" lvl="2" indent="-288925">
              <a:buFont typeface="Wingdings" pitchFamily="2" charset="2"/>
              <a:buChar char="Ø"/>
              <a:defRPr/>
            </a:pPr>
            <a:r>
              <a:rPr lang="en-HK" altLang="zh-HK" sz="2500" dirty="0"/>
              <a:t>In the Child Process: Returns 0.</a:t>
            </a:r>
          </a:p>
          <a:p>
            <a:pPr marL="606425" lvl="2" indent="-288925">
              <a:buFont typeface="Wingdings" pitchFamily="2" charset="2"/>
              <a:buChar char="Ø"/>
              <a:defRPr/>
            </a:pPr>
            <a:r>
              <a:rPr lang="en-HK" altLang="zh-HK" sz="2500" dirty="0"/>
              <a:t>On Failure: Returns -1 in the parent process.</a:t>
            </a:r>
          </a:p>
          <a:p>
            <a:endParaRPr kumimoji="1" lang="zh-HK" altLang="en-US" dirty="0"/>
          </a:p>
        </p:txBody>
      </p:sp>
      <p:sp>
        <p:nvSpPr>
          <p:cNvPr id="4" name="投影片編號版面配置區 3">
            <a:extLst>
              <a:ext uri="{FF2B5EF4-FFF2-40B4-BE49-F238E27FC236}">
                <a16:creationId xmlns:a16="http://schemas.microsoft.com/office/drawing/2014/main" id="{1F633FE1-34A0-1EBA-FADF-EC403A77EAFB}"/>
              </a:ext>
            </a:extLst>
          </p:cNvPr>
          <p:cNvSpPr>
            <a:spLocks noGrp="1"/>
          </p:cNvSpPr>
          <p:nvPr>
            <p:ph type="sldNum" sz="quarter" idx="2"/>
          </p:nvPr>
        </p:nvSpPr>
        <p:spPr/>
        <p:txBody>
          <a:bodyPr/>
          <a:lstStyle/>
          <a:p>
            <a:fld id="{86CB4B4D-7CA3-9044-876B-883B54F8677D}" type="slidenum">
              <a:rPr lang="en-US" smtClean="0"/>
              <a:pPr/>
              <a:t>13</a:t>
            </a:fld>
            <a:endParaRPr lang="en-US"/>
          </a:p>
        </p:txBody>
      </p:sp>
      <p:pic>
        <p:nvPicPr>
          <p:cNvPr id="5" name="圖片 4">
            <a:extLst>
              <a:ext uri="{FF2B5EF4-FFF2-40B4-BE49-F238E27FC236}">
                <a16:creationId xmlns:a16="http://schemas.microsoft.com/office/drawing/2014/main" id="{9A10235F-D65C-5A4B-83CB-EB95BE9319F4}"/>
              </a:ext>
            </a:extLst>
          </p:cNvPr>
          <p:cNvPicPr>
            <a:picLocks noChangeAspect="1"/>
          </p:cNvPicPr>
          <p:nvPr/>
        </p:nvPicPr>
        <p:blipFill>
          <a:blip r:embed="rId2"/>
          <a:stretch>
            <a:fillRect/>
          </a:stretch>
        </p:blipFill>
        <p:spPr>
          <a:xfrm>
            <a:off x="5250201" y="1161800"/>
            <a:ext cx="6526834" cy="4013980"/>
          </a:xfrm>
          <a:prstGeom prst="rect">
            <a:avLst/>
          </a:prstGeom>
        </p:spPr>
      </p:pic>
    </p:spTree>
    <p:extLst>
      <p:ext uri="{BB962C8B-B14F-4D97-AF65-F5344CB8AC3E}">
        <p14:creationId xmlns:p14="http://schemas.microsoft.com/office/powerpoint/2010/main" val="4148774698"/>
      </p:ext>
    </p:extLst>
  </p:cSld>
  <p:clrMapOvr>
    <a:masterClrMapping/>
  </p:clrMapOvr>
  <p:transition spd="med"/>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標題 1">
            <a:extLst>
              <a:ext uri="{FF2B5EF4-FFF2-40B4-BE49-F238E27FC236}">
                <a16:creationId xmlns:a16="http://schemas.microsoft.com/office/drawing/2014/main" id="{A0E4A1AF-CD2D-8F01-7FE6-773722EFB1BC}"/>
              </a:ext>
            </a:extLst>
          </p:cNvPr>
          <p:cNvSpPr>
            <a:spLocks noGrp="1"/>
          </p:cNvSpPr>
          <p:nvPr>
            <p:ph type="title"/>
          </p:nvPr>
        </p:nvSpPr>
        <p:spPr/>
        <p:txBody>
          <a:bodyPr/>
          <a:lstStyle/>
          <a:p>
            <a:r>
              <a:rPr lang="en-US" altLang="zh-HK" dirty="0"/>
              <a:t>Question 2(cont.)</a:t>
            </a:r>
            <a:endParaRPr kumimoji="1" lang="zh-HK" altLang="en-US" dirty="0"/>
          </a:p>
        </p:txBody>
      </p:sp>
      <p:sp>
        <p:nvSpPr>
          <p:cNvPr id="4" name="投影片編號版面配置區 3">
            <a:extLst>
              <a:ext uri="{FF2B5EF4-FFF2-40B4-BE49-F238E27FC236}">
                <a16:creationId xmlns:a16="http://schemas.microsoft.com/office/drawing/2014/main" id="{6D18FCD7-C558-DE03-AC0F-8739405F1080}"/>
              </a:ext>
            </a:extLst>
          </p:cNvPr>
          <p:cNvSpPr>
            <a:spLocks noGrp="1"/>
          </p:cNvSpPr>
          <p:nvPr>
            <p:ph type="sldNum" sz="quarter" idx="2"/>
          </p:nvPr>
        </p:nvSpPr>
        <p:spPr/>
        <p:txBody>
          <a:bodyPr/>
          <a:lstStyle/>
          <a:p>
            <a:fld id="{86CB4B4D-7CA3-9044-876B-883B54F8677D}" type="slidenum">
              <a:rPr lang="en-US" smtClean="0"/>
              <a:pPr/>
              <a:t>14</a:t>
            </a:fld>
            <a:endParaRPr lang="en-US"/>
          </a:p>
        </p:txBody>
      </p:sp>
      <p:sp>
        <p:nvSpPr>
          <p:cNvPr id="6" name="文字方塊 5">
            <a:extLst>
              <a:ext uri="{FF2B5EF4-FFF2-40B4-BE49-F238E27FC236}">
                <a16:creationId xmlns:a16="http://schemas.microsoft.com/office/drawing/2014/main" id="{DF470B89-0FEE-7D33-8348-21826B82AA35}"/>
              </a:ext>
            </a:extLst>
          </p:cNvPr>
          <p:cNvSpPr txBox="1"/>
          <p:nvPr/>
        </p:nvSpPr>
        <p:spPr>
          <a:xfrm>
            <a:off x="833451" y="1844787"/>
            <a:ext cx="4646428" cy="2872581"/>
          </a:xfrm>
          <a:prstGeom prst="rect">
            <a:avLst/>
          </a:prstGeom>
          <a:noFill/>
          <a:ln w="12700" cap="flat">
            <a:noFill/>
            <a:miter lim="400000"/>
          </a:ln>
          <a:effectLst/>
          <a:sp3d/>
        </p:spPr>
        <p:style>
          <a:lnRef idx="0">
            <a:scrgbClr r="0" g="0" b="0"/>
          </a:lnRef>
          <a:fillRef idx="0">
            <a:scrgbClr r="0" g="0" b="0"/>
          </a:fillRef>
          <a:effectRef idx="0">
            <a:scrgbClr r="0" g="0" b="0"/>
          </a:effectRef>
          <a:fontRef idx="none"/>
        </p:style>
        <p:txBody>
          <a:bodyPr rot="0" spcFirstLastPara="1" vertOverflow="overflow" horzOverflow="overflow" vert="horz" wrap="square" lIns="50800" tIns="50800" rIns="50800" bIns="50800" numCol="1" spcCol="38100" rtlCol="0" anchor="ctr">
            <a:spAutoFit/>
          </a:bodyPr>
          <a:lstStyle/>
          <a:p>
            <a:pPr marL="0" marR="0" indent="0" defTabSz="584200" rtl="0" fontAlgn="auto" latinLnBrk="0" hangingPunct="0">
              <a:lnSpc>
                <a:spcPct val="100000"/>
              </a:lnSpc>
              <a:spcBef>
                <a:spcPts val="0"/>
              </a:spcBef>
              <a:spcAft>
                <a:spcPts val="0"/>
              </a:spcAft>
              <a:buClrTx/>
              <a:buSzTx/>
              <a:buFontTx/>
              <a:buNone/>
              <a:tabLst/>
            </a:pPr>
            <a:r>
              <a:rPr kumimoji="0" lang="en-US" altLang="zh-CN" sz="2000" b="0" i="0" u="none" strike="noStrike" cap="none" spc="0" normalizeH="0" baseline="0" dirty="0">
                <a:ln>
                  <a:noFill/>
                </a:ln>
                <a:solidFill>
                  <a:srgbClr val="5E5E5E"/>
                </a:solidFill>
                <a:effectLst/>
                <a:uFillTx/>
                <a:latin typeface="+mn-lt"/>
                <a:ea typeface="+mn-ea"/>
                <a:cs typeface="+mn-cs"/>
                <a:sym typeface="Helvetica"/>
              </a:rPr>
              <a:t>#      (from Child 1 at </a:t>
            </a:r>
            <a:r>
              <a:rPr kumimoji="0" lang="en-US" altLang="zh-CN" sz="2000" b="0" i="0" u="none" strike="noStrike" cap="none" spc="0" normalizeH="0" baseline="0" dirty="0" err="1">
                <a:ln>
                  <a:noFill/>
                </a:ln>
                <a:solidFill>
                  <a:srgbClr val="5E5E5E"/>
                </a:solidFill>
                <a:effectLst/>
                <a:uFillTx/>
                <a:latin typeface="+mn-lt"/>
                <a:ea typeface="+mn-ea"/>
                <a:cs typeface="+mn-cs"/>
                <a:sym typeface="Helvetica"/>
              </a:rPr>
              <a:t>i</a:t>
            </a:r>
            <a:r>
              <a:rPr kumimoji="0" lang="en-US" altLang="zh-CN" sz="2000" b="0" i="0" u="none" strike="noStrike" cap="none" spc="0" normalizeH="0" baseline="0" dirty="0">
                <a:ln>
                  <a:noFill/>
                </a:ln>
                <a:solidFill>
                  <a:srgbClr val="5E5E5E"/>
                </a:solidFill>
                <a:effectLst/>
                <a:uFillTx/>
                <a:latin typeface="+mn-lt"/>
                <a:ea typeface="+mn-ea"/>
                <a:cs typeface="+mn-cs"/>
                <a:sym typeface="Helvetica"/>
              </a:rPr>
              <a:t>=0)</a:t>
            </a:r>
          </a:p>
          <a:p>
            <a:pPr marL="0" marR="0" indent="0" defTabSz="584200" rtl="0" fontAlgn="auto" latinLnBrk="0" hangingPunct="0">
              <a:lnSpc>
                <a:spcPct val="100000"/>
              </a:lnSpc>
              <a:spcBef>
                <a:spcPts val="0"/>
              </a:spcBef>
              <a:spcAft>
                <a:spcPts val="0"/>
              </a:spcAft>
              <a:buClrTx/>
              <a:buSzTx/>
              <a:buFontTx/>
              <a:buNone/>
              <a:tabLst/>
            </a:pPr>
            <a:r>
              <a:rPr kumimoji="0" lang="en-US" altLang="zh-CN" sz="2000" b="0" i="0" u="none" strike="noStrike" cap="none" spc="0" normalizeH="0" baseline="0" dirty="0">
                <a:ln>
                  <a:noFill/>
                </a:ln>
                <a:solidFill>
                  <a:srgbClr val="5E5E5E"/>
                </a:solidFill>
                <a:effectLst/>
                <a:uFillTx/>
                <a:latin typeface="+mn-lt"/>
                <a:ea typeface="+mn-ea"/>
                <a:cs typeface="+mn-cs"/>
                <a:sym typeface="Helvetica"/>
              </a:rPr>
              <a:t>!      (from Parent at </a:t>
            </a:r>
            <a:r>
              <a:rPr kumimoji="0" lang="en-US" altLang="zh-CN" sz="2000" b="0" i="0" u="none" strike="noStrike" cap="none" spc="0" normalizeH="0" baseline="0" dirty="0" err="1">
                <a:ln>
                  <a:noFill/>
                </a:ln>
                <a:solidFill>
                  <a:srgbClr val="5E5E5E"/>
                </a:solidFill>
                <a:effectLst/>
                <a:uFillTx/>
                <a:latin typeface="+mn-lt"/>
                <a:ea typeface="+mn-ea"/>
                <a:cs typeface="+mn-cs"/>
                <a:sym typeface="Helvetica"/>
              </a:rPr>
              <a:t>i</a:t>
            </a:r>
            <a:r>
              <a:rPr kumimoji="0" lang="en-US" altLang="zh-CN" sz="2000" b="0" i="0" u="none" strike="noStrike" cap="none" spc="0" normalizeH="0" baseline="0" dirty="0">
                <a:ln>
                  <a:noFill/>
                </a:ln>
                <a:solidFill>
                  <a:srgbClr val="5E5E5E"/>
                </a:solidFill>
                <a:effectLst/>
                <a:uFillTx/>
                <a:latin typeface="+mn-lt"/>
                <a:ea typeface="+mn-ea"/>
                <a:cs typeface="+mn-cs"/>
                <a:sym typeface="Helvetica"/>
              </a:rPr>
              <a:t>=1)</a:t>
            </a:r>
          </a:p>
          <a:p>
            <a:pPr marL="0" marR="0" indent="0" defTabSz="584200" rtl="0" fontAlgn="auto" latinLnBrk="0" hangingPunct="0">
              <a:lnSpc>
                <a:spcPct val="100000"/>
              </a:lnSpc>
              <a:spcBef>
                <a:spcPts val="0"/>
              </a:spcBef>
              <a:spcAft>
                <a:spcPts val="0"/>
              </a:spcAft>
              <a:buClrTx/>
              <a:buSzTx/>
              <a:buFontTx/>
              <a:buNone/>
              <a:tabLst/>
            </a:pPr>
            <a:r>
              <a:rPr kumimoji="0" lang="en-US" altLang="zh-CN" sz="2000" b="0" i="0" u="none" strike="noStrike" cap="none" spc="0" normalizeH="0" baseline="0" dirty="0">
                <a:ln>
                  <a:noFill/>
                </a:ln>
                <a:solidFill>
                  <a:srgbClr val="5E5E5E"/>
                </a:solidFill>
                <a:effectLst/>
                <a:uFillTx/>
                <a:latin typeface="+mn-lt"/>
                <a:ea typeface="+mn-ea"/>
                <a:cs typeface="+mn-cs"/>
                <a:sym typeface="Helvetica"/>
              </a:rPr>
              <a:t>!      (from Child 1 at </a:t>
            </a:r>
            <a:r>
              <a:rPr kumimoji="0" lang="en-US" altLang="zh-CN" sz="2000" b="0" i="0" u="none" strike="noStrike" cap="none" spc="0" normalizeH="0" baseline="0" dirty="0" err="1">
                <a:ln>
                  <a:noFill/>
                </a:ln>
                <a:solidFill>
                  <a:srgbClr val="5E5E5E"/>
                </a:solidFill>
                <a:effectLst/>
                <a:uFillTx/>
                <a:latin typeface="+mn-lt"/>
                <a:ea typeface="+mn-ea"/>
                <a:cs typeface="+mn-cs"/>
                <a:sym typeface="Helvetica"/>
              </a:rPr>
              <a:t>i</a:t>
            </a:r>
            <a:r>
              <a:rPr kumimoji="0" lang="en-US" altLang="zh-CN" sz="2000" b="0" i="0" u="none" strike="noStrike" cap="none" spc="0" normalizeH="0" baseline="0" dirty="0">
                <a:ln>
                  <a:noFill/>
                </a:ln>
                <a:solidFill>
                  <a:srgbClr val="5E5E5E"/>
                </a:solidFill>
                <a:effectLst/>
                <a:uFillTx/>
                <a:latin typeface="+mn-lt"/>
                <a:ea typeface="+mn-ea"/>
                <a:cs typeface="+mn-cs"/>
                <a:sym typeface="Helvetica"/>
              </a:rPr>
              <a:t>=1)</a:t>
            </a:r>
          </a:p>
          <a:p>
            <a:pPr marL="0" marR="0" indent="0" defTabSz="584200" rtl="0" fontAlgn="auto" latinLnBrk="0" hangingPunct="0">
              <a:lnSpc>
                <a:spcPct val="100000"/>
              </a:lnSpc>
              <a:spcBef>
                <a:spcPts val="0"/>
              </a:spcBef>
              <a:spcAft>
                <a:spcPts val="0"/>
              </a:spcAft>
              <a:buClrTx/>
              <a:buSzTx/>
              <a:buFontTx/>
              <a:buNone/>
              <a:tabLst/>
            </a:pPr>
            <a:r>
              <a:rPr kumimoji="0" lang="en-US" altLang="zh-CN" sz="2000" b="0" i="0" u="none" strike="noStrike" cap="none" spc="0" normalizeH="0" baseline="0" dirty="0">
                <a:ln>
                  <a:noFill/>
                </a:ln>
                <a:solidFill>
                  <a:srgbClr val="5E5E5E"/>
                </a:solidFill>
                <a:effectLst/>
                <a:uFillTx/>
                <a:latin typeface="+mn-lt"/>
                <a:ea typeface="+mn-ea"/>
                <a:cs typeface="+mn-cs"/>
                <a:sym typeface="Helvetica"/>
              </a:rPr>
              <a:t>#      (from Child 2 at </a:t>
            </a:r>
            <a:r>
              <a:rPr kumimoji="0" lang="en-US" altLang="zh-CN" sz="2000" b="0" i="0" u="none" strike="noStrike" cap="none" spc="0" normalizeH="0" baseline="0" dirty="0" err="1">
                <a:ln>
                  <a:noFill/>
                </a:ln>
                <a:solidFill>
                  <a:srgbClr val="5E5E5E"/>
                </a:solidFill>
                <a:effectLst/>
                <a:uFillTx/>
                <a:latin typeface="+mn-lt"/>
                <a:ea typeface="+mn-ea"/>
                <a:cs typeface="+mn-cs"/>
                <a:sym typeface="Helvetica"/>
              </a:rPr>
              <a:t>i</a:t>
            </a:r>
            <a:r>
              <a:rPr kumimoji="0" lang="en-US" altLang="zh-CN" sz="2000" b="0" i="0" u="none" strike="noStrike" cap="none" spc="0" normalizeH="0" baseline="0" dirty="0">
                <a:ln>
                  <a:noFill/>
                </a:ln>
                <a:solidFill>
                  <a:srgbClr val="5E5E5E"/>
                </a:solidFill>
                <a:effectLst/>
                <a:uFillTx/>
                <a:latin typeface="+mn-lt"/>
                <a:ea typeface="+mn-ea"/>
                <a:cs typeface="+mn-cs"/>
                <a:sym typeface="Helvetica"/>
              </a:rPr>
              <a:t>=2)</a:t>
            </a:r>
          </a:p>
          <a:p>
            <a:pPr marL="0" marR="0" indent="0" defTabSz="584200" rtl="0" fontAlgn="auto" latinLnBrk="0" hangingPunct="0">
              <a:lnSpc>
                <a:spcPct val="100000"/>
              </a:lnSpc>
              <a:spcBef>
                <a:spcPts val="0"/>
              </a:spcBef>
              <a:spcAft>
                <a:spcPts val="0"/>
              </a:spcAft>
              <a:buClrTx/>
              <a:buSzTx/>
              <a:buFontTx/>
              <a:buNone/>
              <a:tabLst/>
            </a:pPr>
            <a:r>
              <a:rPr kumimoji="0" lang="en-US" altLang="zh-CN" sz="2000" b="0" i="0" u="none" strike="noStrike" cap="none" spc="0" normalizeH="0" baseline="0" dirty="0">
                <a:ln>
                  <a:noFill/>
                </a:ln>
                <a:solidFill>
                  <a:srgbClr val="5E5E5E"/>
                </a:solidFill>
                <a:effectLst/>
                <a:uFillTx/>
                <a:latin typeface="+mn-lt"/>
                <a:ea typeface="+mn-ea"/>
                <a:cs typeface="+mn-cs"/>
                <a:sym typeface="Helvetica"/>
              </a:rPr>
              <a:t>#      (from Child 3 at </a:t>
            </a:r>
            <a:r>
              <a:rPr kumimoji="0" lang="en-US" altLang="zh-CN" sz="2000" b="0" i="0" u="none" strike="noStrike" cap="none" spc="0" normalizeH="0" baseline="0" dirty="0" err="1">
                <a:ln>
                  <a:noFill/>
                </a:ln>
                <a:solidFill>
                  <a:srgbClr val="5E5E5E"/>
                </a:solidFill>
                <a:effectLst/>
                <a:uFillTx/>
                <a:latin typeface="+mn-lt"/>
                <a:ea typeface="+mn-ea"/>
                <a:cs typeface="+mn-cs"/>
                <a:sym typeface="Helvetica"/>
              </a:rPr>
              <a:t>i</a:t>
            </a:r>
            <a:r>
              <a:rPr kumimoji="0" lang="en-US" altLang="zh-CN" sz="2000" b="0" i="0" u="none" strike="noStrike" cap="none" spc="0" normalizeH="0" baseline="0" dirty="0">
                <a:ln>
                  <a:noFill/>
                </a:ln>
                <a:solidFill>
                  <a:srgbClr val="5E5E5E"/>
                </a:solidFill>
                <a:effectLst/>
                <a:uFillTx/>
                <a:latin typeface="+mn-lt"/>
                <a:ea typeface="+mn-ea"/>
                <a:cs typeface="+mn-cs"/>
                <a:sym typeface="Helvetica"/>
              </a:rPr>
              <a:t>=2)</a:t>
            </a:r>
          </a:p>
          <a:p>
            <a:pPr marL="0" marR="0" indent="0" defTabSz="584200" rtl="0" fontAlgn="auto" latinLnBrk="0" hangingPunct="0">
              <a:lnSpc>
                <a:spcPct val="100000"/>
              </a:lnSpc>
              <a:spcBef>
                <a:spcPts val="0"/>
              </a:spcBef>
              <a:spcAft>
                <a:spcPts val="0"/>
              </a:spcAft>
              <a:buClrTx/>
              <a:buSzTx/>
              <a:buFontTx/>
              <a:buNone/>
              <a:tabLst/>
            </a:pPr>
            <a:r>
              <a:rPr kumimoji="0" lang="en-US" altLang="zh-CN" sz="2000" b="0" i="0" u="none" strike="noStrike" cap="none" spc="0" normalizeH="0" baseline="0" dirty="0">
                <a:ln>
                  <a:noFill/>
                </a:ln>
                <a:solidFill>
                  <a:srgbClr val="5E5E5E"/>
                </a:solidFill>
                <a:effectLst/>
                <a:uFillTx/>
                <a:latin typeface="+mn-lt"/>
                <a:ea typeface="+mn-ea"/>
                <a:cs typeface="+mn-cs"/>
                <a:sym typeface="Helvetica"/>
              </a:rPr>
              <a:t>!      (from Parent at </a:t>
            </a:r>
            <a:r>
              <a:rPr kumimoji="0" lang="en-US" altLang="zh-CN" sz="2000" b="0" i="0" u="none" strike="noStrike" cap="none" spc="0" normalizeH="0" baseline="0" dirty="0" err="1">
                <a:ln>
                  <a:noFill/>
                </a:ln>
                <a:solidFill>
                  <a:srgbClr val="5E5E5E"/>
                </a:solidFill>
                <a:effectLst/>
                <a:uFillTx/>
                <a:latin typeface="+mn-lt"/>
                <a:ea typeface="+mn-ea"/>
                <a:cs typeface="+mn-cs"/>
                <a:sym typeface="Helvetica"/>
              </a:rPr>
              <a:t>i</a:t>
            </a:r>
            <a:r>
              <a:rPr kumimoji="0" lang="en-US" altLang="zh-CN" sz="2000" b="0" i="0" u="none" strike="noStrike" cap="none" spc="0" normalizeH="0" baseline="0" dirty="0">
                <a:ln>
                  <a:noFill/>
                </a:ln>
                <a:solidFill>
                  <a:srgbClr val="5E5E5E"/>
                </a:solidFill>
                <a:effectLst/>
                <a:uFillTx/>
                <a:latin typeface="+mn-lt"/>
                <a:ea typeface="+mn-ea"/>
                <a:cs typeface="+mn-cs"/>
                <a:sym typeface="Helvetica"/>
              </a:rPr>
              <a:t>=3)</a:t>
            </a:r>
          </a:p>
          <a:p>
            <a:pPr marL="0" marR="0" indent="0" defTabSz="584200" rtl="0" fontAlgn="auto" latinLnBrk="0" hangingPunct="0">
              <a:lnSpc>
                <a:spcPct val="100000"/>
              </a:lnSpc>
              <a:spcBef>
                <a:spcPts val="0"/>
              </a:spcBef>
              <a:spcAft>
                <a:spcPts val="0"/>
              </a:spcAft>
              <a:buClrTx/>
              <a:buSzTx/>
              <a:buFontTx/>
              <a:buNone/>
              <a:tabLst/>
            </a:pPr>
            <a:r>
              <a:rPr kumimoji="0" lang="en-US" altLang="zh-CN" sz="2000" b="0" i="0" u="none" strike="noStrike" cap="none" spc="0" normalizeH="0" baseline="0" dirty="0">
                <a:ln>
                  <a:noFill/>
                </a:ln>
                <a:solidFill>
                  <a:srgbClr val="5E5E5E"/>
                </a:solidFill>
                <a:effectLst/>
                <a:uFillTx/>
                <a:latin typeface="+mn-lt"/>
                <a:ea typeface="+mn-ea"/>
                <a:cs typeface="+mn-cs"/>
                <a:sym typeface="Helvetica"/>
              </a:rPr>
              <a:t>!      (from Child 1 at </a:t>
            </a:r>
            <a:r>
              <a:rPr kumimoji="0" lang="en-US" altLang="zh-CN" sz="2000" b="0" i="0" u="none" strike="noStrike" cap="none" spc="0" normalizeH="0" baseline="0" dirty="0" err="1">
                <a:ln>
                  <a:noFill/>
                </a:ln>
                <a:solidFill>
                  <a:srgbClr val="5E5E5E"/>
                </a:solidFill>
                <a:effectLst/>
                <a:uFillTx/>
                <a:latin typeface="+mn-lt"/>
                <a:ea typeface="+mn-ea"/>
                <a:cs typeface="+mn-cs"/>
                <a:sym typeface="Helvetica"/>
              </a:rPr>
              <a:t>i</a:t>
            </a:r>
            <a:r>
              <a:rPr kumimoji="0" lang="en-US" altLang="zh-CN" sz="2000" b="0" i="0" u="none" strike="noStrike" cap="none" spc="0" normalizeH="0" baseline="0" dirty="0">
                <a:ln>
                  <a:noFill/>
                </a:ln>
                <a:solidFill>
                  <a:srgbClr val="5E5E5E"/>
                </a:solidFill>
                <a:effectLst/>
                <a:uFillTx/>
                <a:latin typeface="+mn-lt"/>
                <a:ea typeface="+mn-ea"/>
                <a:cs typeface="+mn-cs"/>
                <a:sym typeface="Helvetica"/>
              </a:rPr>
              <a:t>=3)</a:t>
            </a:r>
          </a:p>
          <a:p>
            <a:pPr marL="0" marR="0" indent="0" defTabSz="584200" rtl="0" fontAlgn="auto" latinLnBrk="0" hangingPunct="0">
              <a:lnSpc>
                <a:spcPct val="100000"/>
              </a:lnSpc>
              <a:spcBef>
                <a:spcPts val="0"/>
              </a:spcBef>
              <a:spcAft>
                <a:spcPts val="0"/>
              </a:spcAft>
              <a:buClrTx/>
              <a:buSzTx/>
              <a:buFontTx/>
              <a:buNone/>
              <a:tabLst/>
            </a:pPr>
            <a:r>
              <a:rPr kumimoji="0" lang="en-US" altLang="zh-CN" sz="2000" b="0" i="0" u="none" strike="noStrike" cap="none" spc="0" normalizeH="0" baseline="0" dirty="0">
                <a:ln>
                  <a:noFill/>
                </a:ln>
                <a:solidFill>
                  <a:srgbClr val="5E5E5E"/>
                </a:solidFill>
                <a:effectLst/>
                <a:uFillTx/>
                <a:latin typeface="+mn-lt"/>
                <a:ea typeface="+mn-ea"/>
                <a:cs typeface="+mn-cs"/>
                <a:sym typeface="Helvetica"/>
              </a:rPr>
              <a:t>!      (from Child 2 at </a:t>
            </a:r>
            <a:r>
              <a:rPr kumimoji="0" lang="en-US" altLang="zh-CN" sz="2000" b="0" i="0" u="none" strike="noStrike" cap="none" spc="0" normalizeH="0" baseline="0" dirty="0" err="1">
                <a:ln>
                  <a:noFill/>
                </a:ln>
                <a:solidFill>
                  <a:srgbClr val="5E5E5E"/>
                </a:solidFill>
                <a:effectLst/>
                <a:uFillTx/>
                <a:latin typeface="+mn-lt"/>
                <a:ea typeface="+mn-ea"/>
                <a:cs typeface="+mn-cs"/>
                <a:sym typeface="Helvetica"/>
              </a:rPr>
              <a:t>i</a:t>
            </a:r>
            <a:r>
              <a:rPr kumimoji="0" lang="en-US" altLang="zh-CN" sz="2000" b="0" i="0" u="none" strike="noStrike" cap="none" spc="0" normalizeH="0" baseline="0" dirty="0">
                <a:ln>
                  <a:noFill/>
                </a:ln>
                <a:solidFill>
                  <a:srgbClr val="5E5E5E"/>
                </a:solidFill>
                <a:effectLst/>
                <a:uFillTx/>
                <a:latin typeface="+mn-lt"/>
                <a:ea typeface="+mn-ea"/>
                <a:cs typeface="+mn-cs"/>
                <a:sym typeface="Helvetica"/>
              </a:rPr>
              <a:t>=3)</a:t>
            </a:r>
          </a:p>
          <a:p>
            <a:pPr marL="0" marR="0" indent="0" defTabSz="584200" rtl="0" fontAlgn="auto" latinLnBrk="0" hangingPunct="0">
              <a:lnSpc>
                <a:spcPct val="100000"/>
              </a:lnSpc>
              <a:spcBef>
                <a:spcPts val="0"/>
              </a:spcBef>
              <a:spcAft>
                <a:spcPts val="0"/>
              </a:spcAft>
              <a:buClrTx/>
              <a:buSzTx/>
              <a:buFontTx/>
              <a:buNone/>
              <a:tabLst/>
            </a:pPr>
            <a:r>
              <a:rPr kumimoji="0" lang="en-US" altLang="zh-CN" sz="2000" b="0" i="0" u="none" strike="noStrike" cap="none" spc="0" normalizeH="0" baseline="0" dirty="0">
                <a:ln>
                  <a:noFill/>
                </a:ln>
                <a:solidFill>
                  <a:srgbClr val="5E5E5E"/>
                </a:solidFill>
                <a:effectLst/>
                <a:uFillTx/>
                <a:latin typeface="+mn-lt"/>
                <a:ea typeface="+mn-ea"/>
                <a:cs typeface="+mn-cs"/>
                <a:sym typeface="Helvetica"/>
              </a:rPr>
              <a:t>!      (from Child 3 at </a:t>
            </a:r>
            <a:r>
              <a:rPr kumimoji="0" lang="en-US" altLang="zh-CN" sz="2000" b="0" i="0" u="none" strike="noStrike" cap="none" spc="0" normalizeH="0" baseline="0" dirty="0" err="1">
                <a:ln>
                  <a:noFill/>
                </a:ln>
                <a:solidFill>
                  <a:srgbClr val="5E5E5E"/>
                </a:solidFill>
                <a:effectLst/>
                <a:uFillTx/>
                <a:latin typeface="+mn-lt"/>
                <a:ea typeface="+mn-ea"/>
                <a:cs typeface="+mn-cs"/>
                <a:sym typeface="Helvetica"/>
              </a:rPr>
              <a:t>i</a:t>
            </a:r>
            <a:r>
              <a:rPr kumimoji="0" lang="en-US" altLang="zh-CN" sz="2000" b="0" i="0" u="none" strike="noStrike" cap="none" spc="0" normalizeH="0" baseline="0" dirty="0">
                <a:ln>
                  <a:noFill/>
                </a:ln>
                <a:solidFill>
                  <a:srgbClr val="5E5E5E"/>
                </a:solidFill>
                <a:effectLst/>
                <a:uFillTx/>
                <a:latin typeface="+mn-lt"/>
                <a:ea typeface="+mn-ea"/>
                <a:cs typeface="+mn-cs"/>
                <a:sym typeface="Helvetica"/>
              </a:rPr>
              <a:t>=3)</a:t>
            </a:r>
            <a:endParaRPr kumimoji="0" lang="zh-HK" altLang="en-US" sz="2000" b="0" i="0" u="none" strike="noStrike" cap="none" spc="0" normalizeH="0" baseline="0" dirty="0">
              <a:ln>
                <a:noFill/>
              </a:ln>
              <a:solidFill>
                <a:srgbClr val="5E5E5E"/>
              </a:solidFill>
              <a:effectLst/>
              <a:uFillTx/>
              <a:latin typeface="+mn-lt"/>
              <a:ea typeface="+mn-ea"/>
              <a:cs typeface="+mn-cs"/>
              <a:sym typeface="Helvetica"/>
            </a:endParaRPr>
          </a:p>
        </p:txBody>
      </p:sp>
      <p:pic>
        <p:nvPicPr>
          <p:cNvPr id="3" name="图片 2">
            <a:extLst>
              <a:ext uri="{FF2B5EF4-FFF2-40B4-BE49-F238E27FC236}">
                <a16:creationId xmlns:a16="http://schemas.microsoft.com/office/drawing/2014/main" id="{9C1C47B2-8DC6-ADD3-FC4F-DAF6D325A495}"/>
              </a:ext>
            </a:extLst>
          </p:cNvPr>
          <p:cNvPicPr>
            <a:picLocks noChangeAspect="1"/>
          </p:cNvPicPr>
          <p:nvPr/>
        </p:nvPicPr>
        <p:blipFill>
          <a:blip r:embed="rId3"/>
          <a:stretch>
            <a:fillRect/>
          </a:stretch>
        </p:blipFill>
        <p:spPr>
          <a:xfrm>
            <a:off x="6824920" y="1144064"/>
            <a:ext cx="2836530" cy="3829316"/>
          </a:xfrm>
          <a:prstGeom prst="rect">
            <a:avLst/>
          </a:prstGeom>
        </p:spPr>
      </p:pic>
      <p:pic>
        <p:nvPicPr>
          <p:cNvPr id="7" name="图片 6">
            <a:extLst>
              <a:ext uri="{FF2B5EF4-FFF2-40B4-BE49-F238E27FC236}">
                <a16:creationId xmlns:a16="http://schemas.microsoft.com/office/drawing/2014/main" id="{6C0DA9E6-56EA-9F78-32E9-281148450408}"/>
              </a:ext>
            </a:extLst>
          </p:cNvPr>
          <p:cNvPicPr>
            <a:picLocks noChangeAspect="1"/>
          </p:cNvPicPr>
          <p:nvPr/>
        </p:nvPicPr>
        <p:blipFill>
          <a:blip r:embed="rId4"/>
          <a:stretch>
            <a:fillRect/>
          </a:stretch>
        </p:blipFill>
        <p:spPr>
          <a:xfrm>
            <a:off x="3280545" y="5192289"/>
            <a:ext cx="8491239" cy="1198241"/>
          </a:xfrm>
          <a:prstGeom prst="rect">
            <a:avLst/>
          </a:prstGeom>
        </p:spPr>
      </p:pic>
    </p:spTree>
    <p:extLst>
      <p:ext uri="{BB962C8B-B14F-4D97-AF65-F5344CB8AC3E}">
        <p14:creationId xmlns:p14="http://schemas.microsoft.com/office/powerpoint/2010/main" val="3515130477"/>
      </p:ext>
    </p:extLst>
  </p:cSld>
  <p:clrMapOvr>
    <a:masterClrMapping/>
  </p:clrMapOvr>
  <p:transition spd="med"/>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3" name="图片 2">
            <a:extLst>
              <a:ext uri="{FF2B5EF4-FFF2-40B4-BE49-F238E27FC236}">
                <a16:creationId xmlns:a16="http://schemas.microsoft.com/office/drawing/2014/main" id="{9C1C47B2-8DC6-ADD3-FC4F-DAF6D325A495}"/>
              </a:ext>
            </a:extLst>
          </p:cNvPr>
          <p:cNvPicPr>
            <a:picLocks noChangeAspect="1"/>
          </p:cNvPicPr>
          <p:nvPr/>
        </p:nvPicPr>
        <p:blipFill>
          <a:blip r:embed="rId3"/>
          <a:stretch>
            <a:fillRect/>
          </a:stretch>
        </p:blipFill>
        <p:spPr>
          <a:xfrm>
            <a:off x="6824920" y="1144064"/>
            <a:ext cx="2836530" cy="3829316"/>
          </a:xfrm>
          <a:prstGeom prst="rect">
            <a:avLst/>
          </a:prstGeom>
        </p:spPr>
      </p:pic>
      <p:sp>
        <p:nvSpPr>
          <p:cNvPr id="2" name="標題 1">
            <a:extLst>
              <a:ext uri="{FF2B5EF4-FFF2-40B4-BE49-F238E27FC236}">
                <a16:creationId xmlns:a16="http://schemas.microsoft.com/office/drawing/2014/main" id="{A0E4A1AF-CD2D-8F01-7FE6-773722EFB1BC}"/>
              </a:ext>
            </a:extLst>
          </p:cNvPr>
          <p:cNvSpPr>
            <a:spLocks noGrp="1"/>
          </p:cNvSpPr>
          <p:nvPr>
            <p:ph type="title"/>
          </p:nvPr>
        </p:nvSpPr>
        <p:spPr/>
        <p:txBody>
          <a:bodyPr/>
          <a:lstStyle/>
          <a:p>
            <a:r>
              <a:rPr lang="en-US" altLang="zh-HK" dirty="0"/>
              <a:t>Question 2(cont.)</a:t>
            </a:r>
            <a:endParaRPr kumimoji="1" lang="zh-HK" altLang="en-US" dirty="0"/>
          </a:p>
        </p:txBody>
      </p:sp>
      <p:sp>
        <p:nvSpPr>
          <p:cNvPr id="4" name="投影片編號版面配置區 3">
            <a:extLst>
              <a:ext uri="{FF2B5EF4-FFF2-40B4-BE49-F238E27FC236}">
                <a16:creationId xmlns:a16="http://schemas.microsoft.com/office/drawing/2014/main" id="{6D18FCD7-C558-DE03-AC0F-8739405F1080}"/>
              </a:ext>
            </a:extLst>
          </p:cNvPr>
          <p:cNvSpPr>
            <a:spLocks noGrp="1"/>
          </p:cNvSpPr>
          <p:nvPr>
            <p:ph type="sldNum" sz="quarter" idx="2"/>
          </p:nvPr>
        </p:nvSpPr>
        <p:spPr/>
        <p:txBody>
          <a:bodyPr/>
          <a:lstStyle/>
          <a:p>
            <a:fld id="{86CB4B4D-7CA3-9044-876B-883B54F8677D}" type="slidenum">
              <a:rPr lang="en-US" smtClean="0"/>
              <a:pPr/>
              <a:t>15</a:t>
            </a:fld>
            <a:endParaRPr lang="en-US"/>
          </a:p>
        </p:txBody>
      </p:sp>
      <p:sp>
        <p:nvSpPr>
          <p:cNvPr id="6" name="文字方塊 5">
            <a:extLst>
              <a:ext uri="{FF2B5EF4-FFF2-40B4-BE49-F238E27FC236}">
                <a16:creationId xmlns:a16="http://schemas.microsoft.com/office/drawing/2014/main" id="{DF470B89-0FEE-7D33-8348-21826B82AA35}"/>
              </a:ext>
            </a:extLst>
          </p:cNvPr>
          <p:cNvSpPr txBox="1"/>
          <p:nvPr/>
        </p:nvSpPr>
        <p:spPr>
          <a:xfrm>
            <a:off x="833450" y="1844789"/>
            <a:ext cx="6744019" cy="2872581"/>
          </a:xfrm>
          <a:prstGeom prst="rect">
            <a:avLst/>
          </a:prstGeom>
          <a:noFill/>
          <a:ln w="12700" cap="flat">
            <a:noFill/>
            <a:miter lim="400000"/>
          </a:ln>
          <a:effectLst/>
          <a:sp3d/>
        </p:spPr>
        <p:style>
          <a:lnRef idx="0">
            <a:scrgbClr r="0" g="0" b="0"/>
          </a:lnRef>
          <a:fillRef idx="0">
            <a:scrgbClr r="0" g="0" b="0"/>
          </a:fillRef>
          <a:effectRef idx="0">
            <a:scrgbClr r="0" g="0" b="0"/>
          </a:effectRef>
          <a:fontRef idx="none"/>
        </p:style>
        <p:txBody>
          <a:bodyPr rot="0" spcFirstLastPara="1" vertOverflow="overflow" horzOverflow="overflow" vert="horz" wrap="square" lIns="50800" tIns="50800" rIns="50800" bIns="50800" numCol="1" spcCol="38100" rtlCol="0" anchor="ctr">
            <a:spAutoFit/>
          </a:bodyPr>
          <a:lstStyle/>
          <a:p>
            <a:pPr marL="0" marR="0" indent="0" defTabSz="584200" rtl="0" fontAlgn="auto" latinLnBrk="0" hangingPunct="0">
              <a:lnSpc>
                <a:spcPct val="100000"/>
              </a:lnSpc>
              <a:spcBef>
                <a:spcPts val="0"/>
              </a:spcBef>
              <a:spcAft>
                <a:spcPts val="0"/>
              </a:spcAft>
              <a:buClrTx/>
              <a:buSzTx/>
              <a:buFontTx/>
              <a:buNone/>
              <a:tabLst/>
            </a:pPr>
            <a:r>
              <a:rPr kumimoji="0" lang="en-US" altLang="zh-CN" sz="2000" b="0" i="0" u="none" strike="noStrike" cap="none" spc="0" normalizeH="0" baseline="0" dirty="0">
                <a:ln>
                  <a:noFill/>
                </a:ln>
                <a:solidFill>
                  <a:srgbClr val="5E5E5E"/>
                </a:solidFill>
                <a:effectLst/>
                <a:uFillTx/>
                <a:latin typeface="+mn-lt"/>
                <a:ea typeface="+mn-ea"/>
                <a:cs typeface="+mn-cs"/>
                <a:sym typeface="Helvetica"/>
              </a:rPr>
              <a:t>	parent</a:t>
            </a:r>
          </a:p>
          <a:p>
            <a:pPr marL="0" marR="0" indent="0" defTabSz="584200" rtl="0" fontAlgn="auto" latinLnBrk="0" hangingPunct="0">
              <a:lnSpc>
                <a:spcPct val="100000"/>
              </a:lnSpc>
              <a:spcBef>
                <a:spcPts val="0"/>
              </a:spcBef>
              <a:spcAft>
                <a:spcPts val="0"/>
              </a:spcAft>
              <a:buClrTx/>
              <a:buSzTx/>
              <a:buFontTx/>
              <a:buNone/>
              <a:tabLst/>
            </a:pPr>
            <a:r>
              <a:rPr kumimoji="0" lang="en-US" altLang="zh-CN" sz="2000" b="0" i="0" u="none" strike="noStrike" cap="none" spc="0" normalizeH="0" baseline="0" dirty="0" err="1">
                <a:ln>
                  <a:noFill/>
                </a:ln>
                <a:solidFill>
                  <a:srgbClr val="5E5E5E"/>
                </a:solidFill>
                <a:effectLst/>
                <a:uFillTx/>
                <a:latin typeface="+mn-lt"/>
                <a:ea typeface="+mn-ea"/>
                <a:cs typeface="+mn-cs"/>
                <a:sym typeface="Helvetica"/>
              </a:rPr>
              <a:t>i</a:t>
            </a:r>
            <a:r>
              <a:rPr kumimoji="0" lang="en-US" altLang="zh-CN" sz="2000" b="0" i="0" u="none" strike="noStrike" cap="none" spc="0" normalizeH="0" baseline="0" dirty="0">
                <a:ln>
                  <a:noFill/>
                </a:ln>
                <a:solidFill>
                  <a:srgbClr val="5E5E5E"/>
                </a:solidFill>
                <a:effectLst/>
                <a:uFillTx/>
                <a:latin typeface="+mn-lt"/>
                <a:ea typeface="+mn-ea"/>
                <a:cs typeface="+mn-cs"/>
                <a:sym typeface="Helvetica"/>
              </a:rPr>
              <a:t>=0:</a:t>
            </a:r>
          </a:p>
          <a:p>
            <a:pPr marL="0" marR="0" indent="0" defTabSz="584200" rtl="0" fontAlgn="auto" latinLnBrk="0" hangingPunct="0">
              <a:lnSpc>
                <a:spcPct val="100000"/>
              </a:lnSpc>
              <a:spcBef>
                <a:spcPts val="0"/>
              </a:spcBef>
              <a:spcAft>
                <a:spcPts val="0"/>
              </a:spcAft>
              <a:buClrTx/>
              <a:buSzTx/>
              <a:buFontTx/>
              <a:buNone/>
              <a:tabLst/>
            </a:pPr>
            <a:r>
              <a:rPr kumimoji="0" lang="en-US" altLang="zh-HK" sz="2000" b="0" i="0" u="none" strike="noStrike" cap="none" spc="0" normalizeH="0" baseline="0" dirty="0">
                <a:ln>
                  <a:noFill/>
                </a:ln>
                <a:solidFill>
                  <a:srgbClr val="5E5E5E"/>
                </a:solidFill>
                <a:effectLst/>
                <a:uFillTx/>
                <a:latin typeface="+mn-lt"/>
                <a:ea typeface="+mn-ea"/>
                <a:cs typeface="+mn-cs"/>
                <a:sym typeface="Helvetica"/>
              </a:rPr>
              <a:t>	</a:t>
            </a:r>
            <a:r>
              <a:rPr kumimoji="0" lang="en-US" altLang="zh-CN" sz="2000" b="0" i="0" u="none" strike="noStrike" cap="none" spc="0" normalizeH="0" baseline="0" dirty="0">
                <a:ln>
                  <a:noFill/>
                </a:ln>
                <a:solidFill>
                  <a:srgbClr val="5E5E5E"/>
                </a:solidFill>
                <a:effectLst/>
                <a:uFillTx/>
                <a:latin typeface="+mn-lt"/>
                <a:ea typeface="+mn-ea"/>
                <a:cs typeface="+mn-cs"/>
                <a:sym typeface="Helvetica"/>
              </a:rPr>
              <a:t> parent, child#1(</a:t>
            </a:r>
            <a:r>
              <a:rPr kumimoji="0" lang="en-US" altLang="zh-CN" sz="2000" b="0" i="0" u="none" strike="noStrike" cap="none" spc="0" normalizeH="0" baseline="0" dirty="0" err="1">
                <a:ln>
                  <a:noFill/>
                </a:ln>
                <a:solidFill>
                  <a:srgbClr val="5E5E5E"/>
                </a:solidFill>
                <a:effectLst/>
                <a:uFillTx/>
                <a:latin typeface="+mn-lt"/>
                <a:ea typeface="+mn-ea"/>
                <a:cs typeface="+mn-cs"/>
                <a:sym typeface="Helvetica"/>
              </a:rPr>
              <a:t>pid</a:t>
            </a:r>
            <a:r>
              <a:rPr kumimoji="0" lang="en-US" altLang="zh-CN" sz="2000" b="0" i="0" u="none" strike="noStrike" cap="none" spc="0" normalizeH="0" baseline="0" dirty="0">
                <a:ln>
                  <a:noFill/>
                </a:ln>
                <a:solidFill>
                  <a:srgbClr val="5E5E5E"/>
                </a:solidFill>
                <a:effectLst/>
                <a:uFillTx/>
                <a:latin typeface="+mn-lt"/>
                <a:ea typeface="+mn-ea"/>
                <a:cs typeface="+mn-cs"/>
                <a:sym typeface="Helvetica"/>
              </a:rPr>
              <a:t>=0) -&gt; #</a:t>
            </a:r>
            <a:endParaRPr kumimoji="0" lang="en-US" altLang="zh-HK" sz="2000" b="0" i="0" u="none" strike="noStrike" cap="none" spc="0" normalizeH="0" baseline="0" dirty="0">
              <a:ln>
                <a:noFill/>
              </a:ln>
              <a:solidFill>
                <a:srgbClr val="5E5E5E"/>
              </a:solidFill>
              <a:effectLst/>
              <a:uFillTx/>
              <a:latin typeface="+mn-lt"/>
              <a:ea typeface="+mn-ea"/>
              <a:cs typeface="+mn-cs"/>
              <a:sym typeface="Helvetica"/>
            </a:endParaRPr>
          </a:p>
          <a:p>
            <a:pPr defTabSz="584200" hangingPunct="0"/>
            <a:r>
              <a:rPr kumimoji="0" lang="en-US" altLang="zh-CN" sz="2000" b="0" i="0" u="none" strike="noStrike" cap="none" spc="0" normalizeH="0" baseline="0" dirty="0" err="1">
                <a:ln>
                  <a:noFill/>
                </a:ln>
                <a:solidFill>
                  <a:srgbClr val="5E5E5E"/>
                </a:solidFill>
                <a:effectLst/>
                <a:uFillTx/>
                <a:latin typeface="+mn-lt"/>
                <a:ea typeface="+mn-ea"/>
                <a:cs typeface="+mn-cs"/>
                <a:sym typeface="Helvetica"/>
              </a:rPr>
              <a:t>i</a:t>
            </a:r>
            <a:r>
              <a:rPr kumimoji="0" lang="en-US" altLang="zh-CN" sz="2000" b="0" i="0" u="none" strike="noStrike" cap="none" spc="0" normalizeH="0" baseline="0" dirty="0">
                <a:ln>
                  <a:noFill/>
                </a:ln>
                <a:solidFill>
                  <a:srgbClr val="5E5E5E"/>
                </a:solidFill>
                <a:effectLst/>
                <a:uFillTx/>
                <a:latin typeface="+mn-lt"/>
                <a:ea typeface="+mn-ea"/>
                <a:cs typeface="+mn-cs"/>
                <a:sym typeface="Helvetica"/>
              </a:rPr>
              <a:t>=1:</a:t>
            </a:r>
          </a:p>
          <a:p>
            <a:pPr defTabSz="584200" hangingPunct="0"/>
            <a:r>
              <a:rPr kumimoji="0" lang="en-US" altLang="zh-CN" sz="2000" b="0" i="0" u="none" strike="noStrike" cap="none" spc="0" normalizeH="0" baseline="0" dirty="0">
                <a:ln>
                  <a:noFill/>
                </a:ln>
                <a:solidFill>
                  <a:srgbClr val="5E5E5E"/>
                </a:solidFill>
                <a:effectLst/>
                <a:uFillTx/>
                <a:latin typeface="+mn-lt"/>
                <a:ea typeface="+mn-ea"/>
                <a:cs typeface="+mn-cs"/>
                <a:sym typeface="Helvetica"/>
              </a:rPr>
              <a:t>	 parent, child#1 -&gt; !!</a:t>
            </a:r>
          </a:p>
          <a:p>
            <a:pPr defTabSz="584200" hangingPunct="0"/>
            <a:r>
              <a:rPr kumimoji="0" lang="en-US" altLang="zh-CN" sz="2000" b="0" i="0" u="none" strike="noStrike" cap="none" spc="0" normalizeH="0" baseline="0" dirty="0" err="1">
                <a:ln>
                  <a:noFill/>
                </a:ln>
                <a:solidFill>
                  <a:srgbClr val="5E5E5E"/>
                </a:solidFill>
                <a:effectLst/>
                <a:uFillTx/>
                <a:latin typeface="+mn-lt"/>
                <a:ea typeface="+mn-ea"/>
                <a:cs typeface="+mn-cs"/>
                <a:sym typeface="Helvetica"/>
              </a:rPr>
              <a:t>i</a:t>
            </a:r>
            <a:r>
              <a:rPr kumimoji="0" lang="en-US" altLang="zh-CN" sz="2000" b="0" i="0" u="none" strike="noStrike" cap="none" spc="0" normalizeH="0" baseline="0" dirty="0">
                <a:ln>
                  <a:noFill/>
                </a:ln>
                <a:solidFill>
                  <a:srgbClr val="5E5E5E"/>
                </a:solidFill>
                <a:effectLst/>
                <a:uFillTx/>
                <a:latin typeface="+mn-lt"/>
                <a:ea typeface="+mn-ea"/>
                <a:cs typeface="+mn-cs"/>
                <a:sym typeface="Helvetica"/>
              </a:rPr>
              <a:t>=2:</a:t>
            </a:r>
          </a:p>
          <a:p>
            <a:pPr defTabSz="584200" hangingPunct="0"/>
            <a:r>
              <a:rPr kumimoji="0" lang="en-US" altLang="zh-CN" sz="2000" b="0" i="0" u="none" strike="noStrike" cap="none" spc="0" normalizeH="0" baseline="0" dirty="0">
                <a:ln>
                  <a:noFill/>
                </a:ln>
                <a:solidFill>
                  <a:srgbClr val="5E5E5E"/>
                </a:solidFill>
                <a:effectLst/>
                <a:uFillTx/>
                <a:latin typeface="+mn-lt"/>
                <a:ea typeface="+mn-ea"/>
                <a:cs typeface="+mn-cs"/>
                <a:sym typeface="Helvetica"/>
              </a:rPr>
              <a:t>	 parent, child#1,</a:t>
            </a:r>
            <a:r>
              <a:rPr kumimoji="0" lang="zh-CN" altLang="en-US" sz="2000" b="0" i="0" u="none" strike="noStrike" cap="none" spc="0" normalizeH="0" baseline="0" dirty="0">
                <a:ln>
                  <a:noFill/>
                </a:ln>
                <a:solidFill>
                  <a:srgbClr val="5E5E5E"/>
                </a:solidFill>
                <a:effectLst/>
                <a:uFillTx/>
                <a:latin typeface="+mn-lt"/>
                <a:ea typeface="+mn-ea"/>
                <a:cs typeface="+mn-cs"/>
                <a:sym typeface="Helvetica"/>
              </a:rPr>
              <a:t> </a:t>
            </a:r>
            <a:r>
              <a:rPr kumimoji="0" lang="en-US" altLang="zh-CN" sz="2000" b="0" i="0" u="none" strike="noStrike" cap="none" spc="0" normalizeH="0" baseline="0" dirty="0">
                <a:ln>
                  <a:noFill/>
                </a:ln>
                <a:solidFill>
                  <a:srgbClr val="5E5E5E"/>
                </a:solidFill>
                <a:effectLst/>
                <a:uFillTx/>
                <a:latin typeface="+mn-lt"/>
                <a:ea typeface="+mn-ea"/>
                <a:cs typeface="+mn-cs"/>
                <a:sym typeface="Helvetica"/>
              </a:rPr>
              <a:t>child#2(</a:t>
            </a:r>
            <a:r>
              <a:rPr kumimoji="0" lang="en-US" altLang="zh-CN" sz="2000" b="0" i="0" u="none" strike="noStrike" cap="none" spc="0" normalizeH="0" baseline="0" dirty="0" err="1">
                <a:ln>
                  <a:noFill/>
                </a:ln>
                <a:solidFill>
                  <a:srgbClr val="5E5E5E"/>
                </a:solidFill>
                <a:effectLst/>
                <a:uFillTx/>
                <a:latin typeface="+mn-lt"/>
                <a:ea typeface="+mn-ea"/>
                <a:cs typeface="+mn-cs"/>
                <a:sym typeface="Helvetica"/>
              </a:rPr>
              <a:t>pid</a:t>
            </a:r>
            <a:r>
              <a:rPr kumimoji="0" lang="en-US" altLang="zh-CN" sz="2000" b="0" i="0" u="none" strike="noStrike" cap="none" spc="0" normalizeH="0" baseline="0" dirty="0">
                <a:ln>
                  <a:noFill/>
                </a:ln>
                <a:solidFill>
                  <a:srgbClr val="5E5E5E"/>
                </a:solidFill>
                <a:effectLst/>
                <a:uFillTx/>
                <a:latin typeface="+mn-lt"/>
                <a:ea typeface="+mn-ea"/>
                <a:cs typeface="+mn-cs"/>
                <a:sym typeface="Helvetica"/>
              </a:rPr>
              <a:t>=0),</a:t>
            </a:r>
            <a:r>
              <a:rPr kumimoji="0" lang="zh-CN" altLang="en-US" sz="2000" b="0" i="0" u="none" strike="noStrike" cap="none" spc="0" normalizeH="0" baseline="0" dirty="0">
                <a:ln>
                  <a:noFill/>
                </a:ln>
                <a:solidFill>
                  <a:srgbClr val="5E5E5E"/>
                </a:solidFill>
                <a:effectLst/>
                <a:uFillTx/>
                <a:latin typeface="+mn-lt"/>
                <a:ea typeface="+mn-ea"/>
                <a:cs typeface="+mn-cs"/>
                <a:sym typeface="Helvetica"/>
              </a:rPr>
              <a:t> </a:t>
            </a:r>
            <a:r>
              <a:rPr kumimoji="0" lang="en-US" altLang="zh-CN" sz="2000" b="0" i="0" u="none" strike="noStrike" cap="none" spc="0" normalizeH="0" baseline="0" dirty="0">
                <a:ln>
                  <a:noFill/>
                </a:ln>
                <a:solidFill>
                  <a:srgbClr val="5E5E5E"/>
                </a:solidFill>
                <a:effectLst/>
                <a:uFillTx/>
                <a:latin typeface="+mn-lt"/>
                <a:ea typeface="+mn-ea"/>
                <a:cs typeface="+mn-cs"/>
                <a:sym typeface="Helvetica"/>
              </a:rPr>
              <a:t>child#3(</a:t>
            </a:r>
            <a:r>
              <a:rPr kumimoji="0" lang="en-US" altLang="zh-CN" sz="2000" b="0" i="0" u="none" strike="noStrike" cap="none" spc="0" normalizeH="0" baseline="0" dirty="0" err="1">
                <a:ln>
                  <a:noFill/>
                </a:ln>
                <a:solidFill>
                  <a:srgbClr val="5E5E5E"/>
                </a:solidFill>
                <a:effectLst/>
                <a:uFillTx/>
                <a:latin typeface="+mn-lt"/>
                <a:ea typeface="+mn-ea"/>
                <a:cs typeface="+mn-cs"/>
                <a:sym typeface="Helvetica"/>
              </a:rPr>
              <a:t>pid</a:t>
            </a:r>
            <a:r>
              <a:rPr kumimoji="0" lang="en-US" altLang="zh-CN" sz="2000" b="0" i="0" u="none" strike="noStrike" cap="none" spc="0" normalizeH="0" baseline="0" dirty="0">
                <a:ln>
                  <a:noFill/>
                </a:ln>
                <a:solidFill>
                  <a:srgbClr val="5E5E5E"/>
                </a:solidFill>
                <a:effectLst/>
                <a:uFillTx/>
                <a:latin typeface="+mn-lt"/>
                <a:ea typeface="+mn-ea"/>
                <a:cs typeface="+mn-cs"/>
                <a:sym typeface="Helvetica"/>
              </a:rPr>
              <a:t>=0),</a:t>
            </a:r>
            <a:r>
              <a:rPr kumimoji="0" lang="zh-CN" altLang="en-US" sz="2000" b="0" i="0" u="none" strike="noStrike" cap="none" spc="0" normalizeH="0" baseline="0" dirty="0">
                <a:ln>
                  <a:noFill/>
                </a:ln>
                <a:solidFill>
                  <a:srgbClr val="5E5E5E"/>
                </a:solidFill>
                <a:effectLst/>
                <a:uFillTx/>
                <a:latin typeface="+mn-lt"/>
                <a:ea typeface="+mn-ea"/>
                <a:cs typeface="+mn-cs"/>
                <a:sym typeface="Helvetica"/>
              </a:rPr>
              <a:t> </a:t>
            </a:r>
            <a:r>
              <a:rPr kumimoji="0" lang="en-US" altLang="zh-CN" sz="2000" b="0" i="0" u="none" strike="noStrike" cap="none" spc="0" normalizeH="0" baseline="0" dirty="0">
                <a:ln>
                  <a:noFill/>
                </a:ln>
                <a:solidFill>
                  <a:srgbClr val="5E5E5E"/>
                </a:solidFill>
                <a:effectLst/>
                <a:uFillTx/>
                <a:latin typeface="+mn-lt"/>
                <a:ea typeface="+mn-ea"/>
                <a:cs typeface="+mn-cs"/>
                <a:sym typeface="Helvetica"/>
              </a:rPr>
              <a:t>-&gt; ##</a:t>
            </a:r>
          </a:p>
          <a:p>
            <a:pPr defTabSz="584200" hangingPunct="0"/>
            <a:r>
              <a:rPr kumimoji="0" lang="en-US" altLang="zh-CN" sz="2000" b="0" i="0" u="none" strike="noStrike" cap="none" spc="0" normalizeH="0" baseline="0" dirty="0" err="1">
                <a:ln>
                  <a:noFill/>
                </a:ln>
                <a:solidFill>
                  <a:srgbClr val="5E5E5E"/>
                </a:solidFill>
                <a:effectLst/>
                <a:uFillTx/>
                <a:latin typeface="+mn-lt"/>
                <a:ea typeface="+mn-ea"/>
                <a:cs typeface="+mn-cs"/>
                <a:sym typeface="Helvetica"/>
              </a:rPr>
              <a:t>i</a:t>
            </a:r>
            <a:r>
              <a:rPr kumimoji="0" lang="en-US" altLang="zh-CN" sz="2000" b="0" i="0" u="none" strike="noStrike" cap="none" spc="0" normalizeH="0" baseline="0" dirty="0">
                <a:ln>
                  <a:noFill/>
                </a:ln>
                <a:solidFill>
                  <a:srgbClr val="5E5E5E"/>
                </a:solidFill>
                <a:effectLst/>
                <a:uFillTx/>
                <a:latin typeface="+mn-lt"/>
                <a:ea typeface="+mn-ea"/>
                <a:cs typeface="+mn-cs"/>
                <a:sym typeface="Helvetica"/>
              </a:rPr>
              <a:t>=3:</a:t>
            </a:r>
          </a:p>
          <a:p>
            <a:pPr marL="0" marR="0" indent="0" defTabSz="584200" rtl="0" fontAlgn="auto" latinLnBrk="0" hangingPunct="0">
              <a:lnSpc>
                <a:spcPct val="100000"/>
              </a:lnSpc>
              <a:spcBef>
                <a:spcPts val="0"/>
              </a:spcBef>
              <a:spcAft>
                <a:spcPts val="0"/>
              </a:spcAft>
              <a:buClrTx/>
              <a:buSzTx/>
              <a:buFontTx/>
              <a:buNone/>
              <a:tabLst/>
            </a:pPr>
            <a:r>
              <a:rPr kumimoji="0" lang="en-US" altLang="zh-HK" sz="2000" b="0" i="0" u="none" strike="noStrike" cap="none" spc="0" normalizeH="0" baseline="0" dirty="0">
                <a:ln>
                  <a:noFill/>
                </a:ln>
                <a:solidFill>
                  <a:srgbClr val="5E5E5E"/>
                </a:solidFill>
                <a:effectLst/>
                <a:uFillTx/>
                <a:latin typeface="+mn-lt"/>
                <a:ea typeface="+mn-ea"/>
                <a:cs typeface="+mn-cs"/>
                <a:sym typeface="Helvetica"/>
              </a:rPr>
              <a:t>	</a:t>
            </a:r>
            <a:r>
              <a:rPr kumimoji="0" lang="en-US" altLang="zh-CN" sz="2000" b="0" i="0" u="none" strike="noStrike" cap="none" spc="0" normalizeH="0" baseline="0" dirty="0">
                <a:ln>
                  <a:noFill/>
                </a:ln>
                <a:solidFill>
                  <a:srgbClr val="5E5E5E"/>
                </a:solidFill>
                <a:effectLst/>
                <a:uFillTx/>
                <a:latin typeface="+mn-lt"/>
                <a:ea typeface="+mn-ea"/>
                <a:cs typeface="+mn-cs"/>
                <a:sym typeface="Helvetica"/>
              </a:rPr>
              <a:t> parent, child#1,</a:t>
            </a:r>
            <a:r>
              <a:rPr kumimoji="0" lang="zh-CN" altLang="en-US" sz="2000" b="0" i="0" u="none" strike="noStrike" cap="none" spc="0" normalizeH="0" baseline="0" dirty="0">
                <a:ln>
                  <a:noFill/>
                </a:ln>
                <a:solidFill>
                  <a:srgbClr val="5E5E5E"/>
                </a:solidFill>
                <a:effectLst/>
                <a:uFillTx/>
                <a:latin typeface="+mn-lt"/>
                <a:ea typeface="+mn-ea"/>
                <a:cs typeface="+mn-cs"/>
                <a:sym typeface="Helvetica"/>
              </a:rPr>
              <a:t> </a:t>
            </a:r>
            <a:r>
              <a:rPr kumimoji="0" lang="en-US" altLang="zh-CN" sz="2000" b="0" i="0" u="none" strike="noStrike" cap="none" spc="0" normalizeH="0" baseline="0" dirty="0">
                <a:ln>
                  <a:noFill/>
                </a:ln>
                <a:solidFill>
                  <a:srgbClr val="5E5E5E"/>
                </a:solidFill>
                <a:effectLst/>
                <a:uFillTx/>
                <a:latin typeface="+mn-lt"/>
                <a:ea typeface="+mn-ea"/>
                <a:cs typeface="+mn-cs"/>
                <a:sym typeface="Helvetica"/>
              </a:rPr>
              <a:t>child#2,</a:t>
            </a:r>
            <a:r>
              <a:rPr kumimoji="0" lang="zh-CN" altLang="en-US" sz="2000" b="0" i="0" u="none" strike="noStrike" cap="none" spc="0" normalizeH="0" baseline="0" dirty="0">
                <a:ln>
                  <a:noFill/>
                </a:ln>
                <a:solidFill>
                  <a:srgbClr val="5E5E5E"/>
                </a:solidFill>
                <a:effectLst/>
                <a:uFillTx/>
                <a:latin typeface="+mn-lt"/>
                <a:ea typeface="+mn-ea"/>
                <a:cs typeface="+mn-cs"/>
                <a:sym typeface="Helvetica"/>
              </a:rPr>
              <a:t> </a:t>
            </a:r>
            <a:r>
              <a:rPr kumimoji="0" lang="en-US" altLang="zh-CN" sz="2000" b="0" i="0" u="none" strike="noStrike" cap="none" spc="0" normalizeH="0" baseline="0" dirty="0">
                <a:ln>
                  <a:noFill/>
                </a:ln>
                <a:solidFill>
                  <a:srgbClr val="5E5E5E"/>
                </a:solidFill>
                <a:effectLst/>
                <a:uFillTx/>
                <a:latin typeface="+mn-lt"/>
                <a:ea typeface="+mn-ea"/>
                <a:cs typeface="+mn-cs"/>
                <a:sym typeface="Helvetica"/>
              </a:rPr>
              <a:t>child#3,</a:t>
            </a:r>
            <a:r>
              <a:rPr kumimoji="0" lang="zh-CN" altLang="en-US" sz="2000" b="0" i="0" u="none" strike="noStrike" cap="none" spc="0" normalizeH="0" baseline="0" dirty="0">
                <a:ln>
                  <a:noFill/>
                </a:ln>
                <a:solidFill>
                  <a:srgbClr val="5E5E5E"/>
                </a:solidFill>
                <a:effectLst/>
                <a:uFillTx/>
                <a:latin typeface="+mn-lt"/>
                <a:ea typeface="+mn-ea"/>
                <a:cs typeface="+mn-cs"/>
                <a:sym typeface="Helvetica"/>
              </a:rPr>
              <a:t> </a:t>
            </a:r>
            <a:r>
              <a:rPr kumimoji="0" lang="en-US" altLang="zh-CN" sz="2000" b="0" i="0" u="none" strike="noStrike" cap="none" spc="0" normalizeH="0" baseline="0" dirty="0">
                <a:ln>
                  <a:noFill/>
                </a:ln>
                <a:solidFill>
                  <a:srgbClr val="5E5E5E"/>
                </a:solidFill>
                <a:effectLst/>
                <a:uFillTx/>
                <a:latin typeface="+mn-lt"/>
                <a:ea typeface="+mn-ea"/>
                <a:cs typeface="+mn-cs"/>
                <a:sym typeface="Helvetica"/>
              </a:rPr>
              <a:t>-&gt; !!</a:t>
            </a:r>
            <a:r>
              <a:rPr lang="en-US" altLang="zh-CN" sz="2000" dirty="0">
                <a:solidFill>
                  <a:srgbClr val="5E5E5E"/>
                </a:solidFill>
                <a:sym typeface="Helvetica"/>
              </a:rPr>
              <a:t>!!</a:t>
            </a:r>
            <a:endParaRPr kumimoji="0" lang="zh-HK" altLang="en-US" sz="2000" b="0" i="0" u="none" strike="noStrike" cap="none" spc="0" normalizeH="0" baseline="0" dirty="0">
              <a:ln>
                <a:noFill/>
              </a:ln>
              <a:solidFill>
                <a:srgbClr val="5E5E5E"/>
              </a:solidFill>
              <a:effectLst/>
              <a:uFillTx/>
              <a:latin typeface="+mn-lt"/>
              <a:ea typeface="+mn-ea"/>
              <a:cs typeface="+mn-cs"/>
              <a:sym typeface="Helvetica"/>
            </a:endParaRPr>
          </a:p>
        </p:txBody>
      </p:sp>
      <p:pic>
        <p:nvPicPr>
          <p:cNvPr id="7" name="图片 6">
            <a:extLst>
              <a:ext uri="{FF2B5EF4-FFF2-40B4-BE49-F238E27FC236}">
                <a16:creationId xmlns:a16="http://schemas.microsoft.com/office/drawing/2014/main" id="{6C0DA9E6-56EA-9F78-32E9-281148450408}"/>
              </a:ext>
            </a:extLst>
          </p:cNvPr>
          <p:cNvPicPr>
            <a:picLocks noChangeAspect="1"/>
          </p:cNvPicPr>
          <p:nvPr/>
        </p:nvPicPr>
        <p:blipFill>
          <a:blip r:embed="rId4"/>
          <a:stretch>
            <a:fillRect/>
          </a:stretch>
        </p:blipFill>
        <p:spPr>
          <a:xfrm>
            <a:off x="3280545" y="5192289"/>
            <a:ext cx="8491239" cy="1198241"/>
          </a:xfrm>
          <a:prstGeom prst="rect">
            <a:avLst/>
          </a:prstGeom>
        </p:spPr>
      </p:pic>
    </p:spTree>
    <p:extLst>
      <p:ext uri="{BB962C8B-B14F-4D97-AF65-F5344CB8AC3E}">
        <p14:creationId xmlns:p14="http://schemas.microsoft.com/office/powerpoint/2010/main" val="2409483475"/>
      </p:ext>
    </p:extLst>
  </p:cSld>
  <p:clrMapOvr>
    <a:masterClrMapping/>
  </p:clrMapOvr>
  <p:transition spd="med"/>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2715A2E-656D-EC5D-FDE7-230488526EFC}"/>
              </a:ext>
            </a:extLst>
          </p:cNvPr>
          <p:cNvSpPr>
            <a:spLocks noGrp="1"/>
          </p:cNvSpPr>
          <p:nvPr>
            <p:ph type="title"/>
          </p:nvPr>
        </p:nvSpPr>
        <p:spPr/>
        <p:txBody>
          <a:bodyPr/>
          <a:lstStyle/>
          <a:p>
            <a:r>
              <a:rPr lang="en-US" dirty="0"/>
              <a:t>Question 3</a:t>
            </a:r>
          </a:p>
        </p:txBody>
      </p:sp>
      <p:sp>
        <p:nvSpPr>
          <p:cNvPr id="4" name="Slide Number Placeholder 3">
            <a:extLst>
              <a:ext uri="{FF2B5EF4-FFF2-40B4-BE49-F238E27FC236}">
                <a16:creationId xmlns:a16="http://schemas.microsoft.com/office/drawing/2014/main" id="{C903FAE4-3A59-50C4-1BA6-A9AEC61D52CB}"/>
              </a:ext>
            </a:extLst>
          </p:cNvPr>
          <p:cNvSpPr>
            <a:spLocks noGrp="1"/>
          </p:cNvSpPr>
          <p:nvPr>
            <p:ph type="sldNum" sz="quarter" idx="2"/>
          </p:nvPr>
        </p:nvSpPr>
        <p:spPr>
          <a:xfrm>
            <a:off x="11686121" y="6400800"/>
            <a:ext cx="218008" cy="379591"/>
          </a:xfrm>
        </p:spPr>
        <p:txBody>
          <a:bodyPr/>
          <a:lstStyle/>
          <a:p>
            <a:pPr marL="0" marR="0" lvl="0" indent="0" algn="ctr" defTabSz="412750" rtl="0" eaLnBrk="1" fontAlgn="auto" latinLnBrk="0" hangingPunct="0">
              <a:lnSpc>
                <a:spcPct val="100000"/>
              </a:lnSpc>
              <a:spcBef>
                <a:spcPts val="0"/>
              </a:spcBef>
              <a:spcAft>
                <a:spcPts val="0"/>
              </a:spcAft>
              <a:buClrTx/>
              <a:buSzTx/>
              <a:buFontTx/>
              <a:buNone/>
              <a:tabLst/>
              <a:defRPr/>
            </a:pPr>
            <a:fld id="{86CB4B4D-7CA3-9044-876B-883B54F8677D}" type="slidenum">
              <a:rPr kumimoji="0" lang="en-US" sz="1800" b="0" i="0" u="none" strike="noStrike" kern="0" cap="none" spc="0" normalizeH="0" baseline="0" noProof="0">
                <a:ln>
                  <a:noFill/>
                </a:ln>
                <a:solidFill>
                  <a:srgbClr val="800080"/>
                </a:solidFill>
                <a:effectLst/>
                <a:uLnTx/>
                <a:uFillTx/>
                <a:latin typeface="Gill Sans MT" panose="020B0502020104020203" pitchFamily="34" charset="0"/>
                <a:cs typeface="Helvetica"/>
                <a:sym typeface="Helvetica"/>
              </a:rPr>
              <a:pPr marL="0" marR="0" lvl="0" indent="0" algn="ctr" defTabSz="412750" rtl="0" eaLnBrk="1" fontAlgn="auto" latinLnBrk="0" hangingPunct="0">
                <a:lnSpc>
                  <a:spcPct val="100000"/>
                </a:lnSpc>
                <a:spcBef>
                  <a:spcPts val="0"/>
                </a:spcBef>
                <a:spcAft>
                  <a:spcPts val="0"/>
                </a:spcAft>
                <a:buClrTx/>
                <a:buSzTx/>
                <a:buFontTx/>
                <a:buNone/>
                <a:tabLst/>
                <a:defRPr/>
              </a:pPr>
              <a:t>16</a:t>
            </a:fld>
            <a:endParaRPr kumimoji="0" lang="en-US" sz="1800" b="0" i="0" u="none" strike="noStrike" kern="0" cap="none" spc="0" normalizeH="0" baseline="0" noProof="0">
              <a:ln>
                <a:noFill/>
              </a:ln>
              <a:solidFill>
                <a:srgbClr val="800080"/>
              </a:solidFill>
              <a:effectLst/>
              <a:uLnTx/>
              <a:uFillTx/>
              <a:latin typeface="Gill Sans MT" panose="020B0502020104020203" pitchFamily="34" charset="0"/>
              <a:cs typeface="Helvetica"/>
              <a:sym typeface="Helvetica"/>
            </a:endParaRPr>
          </a:p>
        </p:txBody>
      </p:sp>
      <p:sp>
        <p:nvSpPr>
          <p:cNvPr id="6" name="文本框 5">
            <a:extLst>
              <a:ext uri="{FF2B5EF4-FFF2-40B4-BE49-F238E27FC236}">
                <a16:creationId xmlns:a16="http://schemas.microsoft.com/office/drawing/2014/main" id="{DB20133D-EAC7-CBD1-95E8-D593B4DB3C99}"/>
              </a:ext>
            </a:extLst>
          </p:cNvPr>
          <p:cNvSpPr txBox="1"/>
          <p:nvPr/>
        </p:nvSpPr>
        <p:spPr>
          <a:xfrm>
            <a:off x="620751" y="1350317"/>
            <a:ext cx="10831552" cy="4811574"/>
          </a:xfrm>
          <a:prstGeom prst="rect">
            <a:avLst/>
          </a:prstGeom>
          <a:noFill/>
          <a:ln w="12700" cap="flat">
            <a:noFill/>
            <a:miter lim="400000"/>
          </a:ln>
          <a:effectLst/>
          <a:sp3d/>
        </p:spPr>
        <p:style>
          <a:lnRef idx="0">
            <a:scrgbClr r="0" g="0" b="0"/>
          </a:lnRef>
          <a:fillRef idx="0">
            <a:scrgbClr r="0" g="0" b="0"/>
          </a:fillRef>
          <a:effectRef idx="0">
            <a:scrgbClr r="0" g="0" b="0"/>
          </a:effectRef>
          <a:fontRef idx="none"/>
        </p:style>
        <p:txBody>
          <a:bodyPr rot="0" spcFirstLastPara="1" vertOverflow="overflow" horzOverflow="overflow" vert="horz" wrap="square" lIns="50800" tIns="50800" rIns="50800" bIns="50800" numCol="1" spcCol="38100" rtlCol="0" anchor="ctr">
            <a:spAutoFit/>
          </a:bodyPr>
          <a:lstStyle/>
          <a:p>
            <a:pPr>
              <a:defRPr/>
            </a:pPr>
            <a:r>
              <a:rPr lang="en-US" altLang="zh-CN" dirty="0">
                <a:cs typeface="Helvetica"/>
              </a:rPr>
              <a:t>Question 3: Imagine you run a restaurant specializing in shawarma, a popular street food across the Arab world. You have four workers: a meat supplier, a bread supplier, and two producers who make the shawarma.</a:t>
            </a:r>
          </a:p>
          <a:p>
            <a:pPr>
              <a:defRPr/>
            </a:pPr>
            <a:endParaRPr lang="en-US" altLang="zh-CN" dirty="0">
              <a:cs typeface="Helvetica"/>
            </a:endParaRPr>
          </a:p>
          <a:p>
            <a:pPr>
              <a:defRPr/>
            </a:pPr>
            <a:r>
              <a:rPr lang="en-US" altLang="zh-CN" dirty="0">
                <a:cs typeface="Helvetica"/>
              </a:rPr>
              <a:t>The meat supplier only delivers meat when the rotisserie is completely empty, after which the meat volume reaches its maximum capacity. The bread supplier continuously provides bread one by one until a specified limit is reached. Each producer requires one portion of meat and two pieces of bread to make a shawarma.</a:t>
            </a:r>
          </a:p>
          <a:p>
            <a:pPr>
              <a:defRPr/>
            </a:pPr>
            <a:endParaRPr lang="en-US" altLang="zh-CN" dirty="0">
              <a:cs typeface="Helvetica"/>
            </a:endParaRPr>
          </a:p>
          <a:p>
            <a:pPr>
              <a:defRPr/>
            </a:pPr>
            <a:r>
              <a:rPr lang="en-US" altLang="zh-CN" dirty="0">
                <a:cs typeface="Helvetica"/>
              </a:rPr>
              <a:t>You are required to fill in the **TODOs [1] - [6]** in the following simulating code using the **Options (A - J)** provided below. **Each option can be used once, multiple times, or not at all.** Write down the **Letters (A - J)** as your answer.</a:t>
            </a:r>
          </a:p>
          <a:p>
            <a:pPr>
              <a:defRPr/>
            </a:pPr>
            <a:endParaRPr lang="en-US" altLang="zh-CN" dirty="0">
              <a:cs typeface="Helvetica"/>
            </a:endParaRPr>
          </a:p>
          <a:p>
            <a:pPr>
              <a:defRPr/>
            </a:pPr>
            <a:r>
              <a:rPr lang="en-US" altLang="zh-CN" b="1" dirty="0">
                <a:cs typeface="Helvetica"/>
              </a:rPr>
              <a:t>Hint</a:t>
            </a:r>
            <a:r>
              <a:rPr lang="en-US" altLang="zh-CN" dirty="0">
                <a:cs typeface="Helvetica"/>
              </a:rPr>
              <a:t> -- condition variable related POSIX APIs that may be used:</a:t>
            </a:r>
          </a:p>
          <a:p>
            <a:pPr marL="0" indent="0">
              <a:buNone/>
              <a:defRPr/>
            </a:pPr>
            <a:r>
              <a:rPr lang="en-US" altLang="zh-CN" b="1" dirty="0">
                <a:cs typeface="Helvetica"/>
              </a:rPr>
              <a:t>int </a:t>
            </a:r>
            <a:r>
              <a:rPr lang="en-US" altLang="zh-CN" b="1" dirty="0" err="1">
                <a:cs typeface="Helvetica"/>
              </a:rPr>
              <a:t>pthread_cond_wait</a:t>
            </a:r>
            <a:r>
              <a:rPr lang="en-US" altLang="zh-CN" dirty="0">
                <a:cs typeface="Helvetica"/>
              </a:rPr>
              <a:t>(</a:t>
            </a:r>
            <a:r>
              <a:rPr lang="en-US" altLang="zh-CN" dirty="0" err="1">
                <a:cs typeface="Helvetica"/>
              </a:rPr>
              <a:t>pthread_cond_t</a:t>
            </a:r>
            <a:r>
              <a:rPr lang="en-US" altLang="zh-CN" dirty="0">
                <a:cs typeface="Helvetica"/>
              </a:rPr>
              <a:t> *cv, </a:t>
            </a:r>
            <a:r>
              <a:rPr lang="en-US" altLang="zh-CN" dirty="0" err="1">
                <a:cs typeface="Helvetica"/>
              </a:rPr>
              <a:t>pthread_mutex_t</a:t>
            </a:r>
            <a:r>
              <a:rPr lang="en-US" altLang="zh-CN" dirty="0">
                <a:cs typeface="Helvetica"/>
              </a:rPr>
              <a:t> *mutex); 		</a:t>
            </a:r>
            <a:r>
              <a:rPr lang="en-US" altLang="zh-CN" b="1" dirty="0">
                <a:cs typeface="Helvetica"/>
              </a:rPr>
              <a:t>-- fall asleep</a:t>
            </a:r>
            <a:endParaRPr lang="en-US" altLang="zh-CN" dirty="0">
              <a:cs typeface="Helvetica"/>
            </a:endParaRPr>
          </a:p>
          <a:p>
            <a:pPr marL="0" indent="0">
              <a:buNone/>
              <a:defRPr/>
            </a:pPr>
            <a:r>
              <a:rPr lang="en-US" altLang="zh-CN" b="1" dirty="0">
                <a:cs typeface="Helvetica"/>
              </a:rPr>
              <a:t>int </a:t>
            </a:r>
            <a:r>
              <a:rPr lang="en-US" altLang="zh-CN" b="1" dirty="0" err="1">
                <a:cs typeface="Helvetica"/>
              </a:rPr>
              <a:t>pthread_cond_signal</a:t>
            </a:r>
            <a:r>
              <a:rPr lang="en-US" altLang="zh-CN" dirty="0">
                <a:cs typeface="Helvetica"/>
              </a:rPr>
              <a:t>(</a:t>
            </a:r>
            <a:r>
              <a:rPr lang="en-US" altLang="zh-CN" dirty="0" err="1">
                <a:cs typeface="Helvetica"/>
              </a:rPr>
              <a:t>pthread_cond_t</a:t>
            </a:r>
            <a:r>
              <a:rPr lang="en-US" altLang="zh-CN" dirty="0">
                <a:cs typeface="Helvetica"/>
              </a:rPr>
              <a:t> *cv); 	</a:t>
            </a:r>
            <a:r>
              <a:rPr lang="en-US" altLang="zh-CN" b="1" dirty="0">
                <a:cs typeface="Helvetica"/>
              </a:rPr>
              <a:t>-- wake up other thread(s)</a:t>
            </a:r>
          </a:p>
          <a:p>
            <a:pPr marL="0" marR="0" indent="0" algn="ctr" defTabSz="584200" rtl="0" fontAlgn="auto" latinLnBrk="0" hangingPunct="0">
              <a:lnSpc>
                <a:spcPct val="100000"/>
              </a:lnSpc>
              <a:spcBef>
                <a:spcPts val="0"/>
              </a:spcBef>
              <a:spcAft>
                <a:spcPts val="0"/>
              </a:spcAft>
              <a:buClrTx/>
              <a:buSzTx/>
              <a:buFontTx/>
              <a:buNone/>
              <a:tabLst/>
            </a:pPr>
            <a:endParaRPr kumimoji="0" lang="zh-CN" altLang="en-US" b="0" i="0" u="none" strike="noStrike" cap="none" spc="0" normalizeH="0" baseline="0" dirty="0">
              <a:ln>
                <a:noFill/>
              </a:ln>
              <a:solidFill>
                <a:srgbClr val="5E5E5E"/>
              </a:solidFill>
              <a:effectLst/>
              <a:uFillTx/>
              <a:latin typeface="+mn-lt"/>
              <a:ea typeface="+mn-ea"/>
              <a:cs typeface="+mn-cs"/>
              <a:sym typeface="Helvetica"/>
            </a:endParaRPr>
          </a:p>
        </p:txBody>
      </p:sp>
    </p:spTree>
    <p:extLst>
      <p:ext uri="{BB962C8B-B14F-4D97-AF65-F5344CB8AC3E}">
        <p14:creationId xmlns:p14="http://schemas.microsoft.com/office/powerpoint/2010/main" val="3669516775"/>
      </p:ext>
    </p:extLst>
  </p:cSld>
  <p:clrMapOvr>
    <a:masterClrMapping/>
  </p:clrMapOvr>
  <p:transition spd="med"/>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2715A2E-656D-EC5D-FDE7-230488526EFC}"/>
              </a:ext>
            </a:extLst>
          </p:cNvPr>
          <p:cNvSpPr>
            <a:spLocks noGrp="1"/>
          </p:cNvSpPr>
          <p:nvPr>
            <p:ph type="title"/>
          </p:nvPr>
        </p:nvSpPr>
        <p:spPr/>
        <p:txBody>
          <a:bodyPr/>
          <a:lstStyle/>
          <a:p>
            <a:r>
              <a:rPr lang="en-US" dirty="0"/>
              <a:t>Recap: </a:t>
            </a:r>
            <a:r>
              <a:rPr lang="en-US" dirty="0" err="1"/>
              <a:t>pthread_cond_wait</a:t>
            </a:r>
            <a:r>
              <a:rPr lang="en-US" dirty="0"/>
              <a:t> (from T05)</a:t>
            </a:r>
          </a:p>
        </p:txBody>
      </p:sp>
      <p:sp>
        <p:nvSpPr>
          <p:cNvPr id="4" name="Slide Number Placeholder 3">
            <a:extLst>
              <a:ext uri="{FF2B5EF4-FFF2-40B4-BE49-F238E27FC236}">
                <a16:creationId xmlns:a16="http://schemas.microsoft.com/office/drawing/2014/main" id="{C903FAE4-3A59-50C4-1BA6-A9AEC61D52CB}"/>
              </a:ext>
            </a:extLst>
          </p:cNvPr>
          <p:cNvSpPr>
            <a:spLocks noGrp="1"/>
          </p:cNvSpPr>
          <p:nvPr>
            <p:ph type="sldNum" sz="quarter" idx="2"/>
          </p:nvPr>
        </p:nvSpPr>
        <p:spPr>
          <a:xfrm>
            <a:off x="11686121" y="6400800"/>
            <a:ext cx="218008" cy="379591"/>
          </a:xfrm>
        </p:spPr>
        <p:txBody>
          <a:bodyPr/>
          <a:lstStyle/>
          <a:p>
            <a:pPr marL="0" marR="0" lvl="0" indent="0" algn="ctr" defTabSz="412750" rtl="0" eaLnBrk="1" fontAlgn="auto" latinLnBrk="0" hangingPunct="0">
              <a:lnSpc>
                <a:spcPct val="100000"/>
              </a:lnSpc>
              <a:spcBef>
                <a:spcPts val="0"/>
              </a:spcBef>
              <a:spcAft>
                <a:spcPts val="0"/>
              </a:spcAft>
              <a:buClrTx/>
              <a:buSzTx/>
              <a:buFontTx/>
              <a:buNone/>
              <a:tabLst/>
              <a:defRPr/>
            </a:pPr>
            <a:fld id="{86CB4B4D-7CA3-9044-876B-883B54F8677D}" type="slidenum">
              <a:rPr kumimoji="0" lang="en-US" sz="1800" b="0" i="0" u="none" strike="noStrike" kern="0" cap="none" spc="0" normalizeH="0" baseline="0" noProof="0">
                <a:ln>
                  <a:noFill/>
                </a:ln>
                <a:solidFill>
                  <a:srgbClr val="800080"/>
                </a:solidFill>
                <a:effectLst/>
                <a:uLnTx/>
                <a:uFillTx/>
                <a:latin typeface="Gill Sans MT" panose="020B0502020104020203" pitchFamily="34" charset="0"/>
                <a:cs typeface="Helvetica"/>
                <a:sym typeface="Helvetica"/>
              </a:rPr>
              <a:pPr marL="0" marR="0" lvl="0" indent="0" algn="ctr" defTabSz="412750" rtl="0" eaLnBrk="1" fontAlgn="auto" latinLnBrk="0" hangingPunct="0">
                <a:lnSpc>
                  <a:spcPct val="100000"/>
                </a:lnSpc>
                <a:spcBef>
                  <a:spcPts val="0"/>
                </a:spcBef>
                <a:spcAft>
                  <a:spcPts val="0"/>
                </a:spcAft>
                <a:buClrTx/>
                <a:buSzTx/>
                <a:buFontTx/>
                <a:buNone/>
                <a:tabLst/>
                <a:defRPr/>
              </a:pPr>
              <a:t>17</a:t>
            </a:fld>
            <a:endParaRPr kumimoji="0" lang="en-US" sz="1800" b="0" i="0" u="none" strike="noStrike" kern="0" cap="none" spc="0" normalizeH="0" baseline="0" noProof="0">
              <a:ln>
                <a:noFill/>
              </a:ln>
              <a:solidFill>
                <a:srgbClr val="800080"/>
              </a:solidFill>
              <a:effectLst/>
              <a:uLnTx/>
              <a:uFillTx/>
              <a:latin typeface="Gill Sans MT" panose="020B0502020104020203" pitchFamily="34" charset="0"/>
              <a:cs typeface="Helvetica"/>
              <a:sym typeface="Helvetica"/>
            </a:endParaRPr>
          </a:p>
        </p:txBody>
      </p:sp>
      <p:sp>
        <p:nvSpPr>
          <p:cNvPr id="8" name="文本占位符 7">
            <a:extLst>
              <a:ext uri="{FF2B5EF4-FFF2-40B4-BE49-F238E27FC236}">
                <a16:creationId xmlns:a16="http://schemas.microsoft.com/office/drawing/2014/main" id="{1D68554F-5AF8-7E1E-17A3-DE6F9E0E8871}"/>
              </a:ext>
            </a:extLst>
          </p:cNvPr>
          <p:cNvSpPr>
            <a:spLocks noGrp="1"/>
          </p:cNvSpPr>
          <p:nvPr>
            <p:ph type="body" idx="1"/>
          </p:nvPr>
        </p:nvSpPr>
        <p:spPr>
          <a:xfrm>
            <a:off x="844550" y="1229567"/>
            <a:ext cx="10502900" cy="693576"/>
          </a:xfrm>
        </p:spPr>
        <p:txBody>
          <a:bodyPr>
            <a:noAutofit/>
          </a:bodyPr>
          <a:lstStyle/>
          <a:p>
            <a:pPr>
              <a:buFont typeface="Wingdings" panose="05000000000000000000" pitchFamily="2" charset="2"/>
              <a:buChar char="Ø"/>
            </a:pPr>
            <a:r>
              <a:rPr lang="en-US" altLang="zh-CN" sz="2400" dirty="0"/>
              <a:t>Purpose: wait for a condition variable to be signaled, releasing the associated mutex.</a:t>
            </a:r>
          </a:p>
        </p:txBody>
      </p:sp>
      <p:sp>
        <p:nvSpPr>
          <p:cNvPr id="13" name="文本框 12">
            <a:extLst>
              <a:ext uri="{FF2B5EF4-FFF2-40B4-BE49-F238E27FC236}">
                <a16:creationId xmlns:a16="http://schemas.microsoft.com/office/drawing/2014/main" id="{ED25030F-4FDC-B91B-5C28-8CD4A7CDFC47}"/>
              </a:ext>
            </a:extLst>
          </p:cNvPr>
          <p:cNvSpPr txBox="1"/>
          <p:nvPr/>
        </p:nvSpPr>
        <p:spPr>
          <a:xfrm>
            <a:off x="844550" y="2129226"/>
            <a:ext cx="6096000" cy="461665"/>
          </a:xfrm>
          <a:prstGeom prst="rect">
            <a:avLst/>
          </a:prstGeom>
          <a:noFill/>
          <a:ln w="12700" cap="flat">
            <a:noFill/>
            <a:miter lim="400000"/>
          </a:ln>
          <a:effectLst/>
          <a:sp3d/>
        </p:spPr>
        <p:style>
          <a:lnRef idx="0">
            <a:scrgbClr r="0" g="0" b="0"/>
          </a:lnRef>
          <a:fillRef idx="0">
            <a:scrgbClr r="0" g="0" b="0"/>
          </a:fillRef>
          <a:effectRef idx="0">
            <a:scrgbClr r="0" g="0" b="0"/>
          </a:effectRef>
          <a:fontRef idx="none"/>
        </p:style>
        <p:txBody>
          <a:bodyPr wrap="square">
            <a:spAutoFit/>
          </a:bodyPr>
          <a:lstStyle/>
          <a:p>
            <a:pPr marL="289152" marR="0" lvl="0" indent="-289152" algn="l" defTabSz="412750" rtl="0" eaLnBrk="1" fontAlgn="auto" latinLnBrk="0" hangingPunct="1">
              <a:lnSpc>
                <a:spcPct val="100000"/>
              </a:lnSpc>
              <a:spcBef>
                <a:spcPts val="2950"/>
              </a:spcBef>
              <a:spcAft>
                <a:spcPts val="0"/>
              </a:spcAft>
              <a:buClrTx/>
              <a:buSzPct val="100000"/>
              <a:buFont typeface="Wingdings" panose="05000000000000000000" pitchFamily="2" charset="2"/>
              <a:buChar char="Ø"/>
              <a:tabLst/>
              <a:defRPr/>
            </a:pPr>
            <a:r>
              <a:rPr kumimoji="0" lang="en-US" altLang="zh-CN" sz="2400" b="0" i="0" u="none" strike="noStrike" kern="0" cap="none" spc="0" normalizeH="0" baseline="0" noProof="0" dirty="0">
                <a:ln>
                  <a:noFill/>
                </a:ln>
                <a:solidFill>
                  <a:srgbClr val="202020"/>
                </a:solidFill>
                <a:effectLst/>
                <a:uLnTx/>
                <a:uFillTx/>
                <a:latin typeface="Gill Sans MT" panose="020B0502020104020203" pitchFamily="34" charset="0"/>
                <a:cs typeface="Helvetica"/>
                <a:sym typeface="Helvetica"/>
              </a:rPr>
              <a:t>Syntax:</a:t>
            </a:r>
            <a:endParaRPr kumimoji="0" lang="zh-CN" altLang="en-US" sz="2400" b="0" i="0" u="none" strike="noStrike" kern="0" cap="none" spc="0" normalizeH="0" baseline="0" noProof="0" dirty="0">
              <a:ln>
                <a:noFill/>
              </a:ln>
              <a:solidFill>
                <a:srgbClr val="202020"/>
              </a:solidFill>
              <a:effectLst/>
              <a:uLnTx/>
              <a:uFillTx/>
              <a:latin typeface="Gill Sans MT" panose="020B0502020104020203" pitchFamily="34" charset="0"/>
              <a:cs typeface="Helvetica"/>
              <a:sym typeface="Helvetica"/>
            </a:endParaRPr>
          </a:p>
        </p:txBody>
      </p:sp>
      <p:sp>
        <p:nvSpPr>
          <p:cNvPr id="17" name="文本框 16">
            <a:extLst>
              <a:ext uri="{FF2B5EF4-FFF2-40B4-BE49-F238E27FC236}">
                <a16:creationId xmlns:a16="http://schemas.microsoft.com/office/drawing/2014/main" id="{6581B964-F4DA-382E-A5CC-2C7FCE505809}"/>
              </a:ext>
            </a:extLst>
          </p:cNvPr>
          <p:cNvSpPr txBox="1"/>
          <p:nvPr/>
        </p:nvSpPr>
        <p:spPr>
          <a:xfrm>
            <a:off x="1262740" y="2657526"/>
            <a:ext cx="10084709" cy="369332"/>
          </a:xfrm>
          <a:prstGeom prst="rect">
            <a:avLst/>
          </a:prstGeom>
          <a:noFill/>
          <a:ln w="12700" cap="flat">
            <a:solidFill>
              <a:schemeClr val="tx1"/>
            </a:solidFill>
            <a:miter lim="400000"/>
          </a:ln>
          <a:effectLst/>
          <a:sp3d/>
        </p:spPr>
        <p:style>
          <a:lnRef idx="0">
            <a:scrgbClr r="0" g="0" b="0"/>
          </a:lnRef>
          <a:fillRef idx="0">
            <a:scrgbClr r="0" g="0" b="0"/>
          </a:fillRef>
          <a:effectRef idx="0">
            <a:scrgbClr r="0" g="0" b="0"/>
          </a:effectRef>
          <a:fontRef idx="none"/>
        </p:style>
        <p:txBody>
          <a:bodyPr wrap="square">
            <a:spAutoFit/>
          </a:bodyPr>
          <a:lstStyle/>
          <a:p>
            <a:pPr algn="l"/>
            <a:r>
              <a:rPr lang="en-US" altLang="zh-CN" b="0" i="0" dirty="0">
                <a:solidFill>
                  <a:srgbClr val="A626A4"/>
                </a:solidFill>
                <a:effectLst/>
                <a:latin typeface="Consolas" panose="020B0609020204030204" pitchFamily="49" charset="0"/>
              </a:rPr>
              <a:t>int</a:t>
            </a:r>
            <a:r>
              <a:rPr lang="en-US" altLang="zh-CN" b="0" i="0" dirty="0">
                <a:solidFill>
                  <a:srgbClr val="5C5C5C"/>
                </a:solidFill>
                <a:effectLst/>
                <a:latin typeface="Consolas" panose="020B0609020204030204" pitchFamily="49" charset="0"/>
              </a:rPr>
              <a:t> </a:t>
            </a:r>
            <a:r>
              <a:rPr lang="en-US" altLang="zh-CN" b="0" i="0" dirty="0" err="1">
                <a:solidFill>
                  <a:srgbClr val="4078F2"/>
                </a:solidFill>
                <a:effectLst/>
                <a:latin typeface="Consolas" panose="020B0609020204030204" pitchFamily="49" charset="0"/>
              </a:rPr>
              <a:t>pthread_cond_wait</a:t>
            </a:r>
            <a:r>
              <a:rPr lang="en-US" altLang="zh-CN" b="0" i="0" dirty="0">
                <a:solidFill>
                  <a:srgbClr val="5C5C5C"/>
                </a:solidFill>
                <a:effectLst/>
                <a:latin typeface="Consolas" panose="020B0609020204030204" pitchFamily="49" charset="0"/>
              </a:rPr>
              <a:t>(</a:t>
            </a:r>
            <a:r>
              <a:rPr lang="en-US" altLang="zh-CN" b="0" i="0" dirty="0" err="1">
                <a:solidFill>
                  <a:srgbClr val="A626A4"/>
                </a:solidFill>
                <a:effectLst/>
                <a:latin typeface="Consolas" panose="020B0609020204030204" pitchFamily="49" charset="0"/>
              </a:rPr>
              <a:t>pthread_cond_t</a:t>
            </a:r>
            <a:r>
              <a:rPr lang="en-US" altLang="zh-CN" b="0" i="0" dirty="0">
                <a:solidFill>
                  <a:srgbClr val="5C5C5C"/>
                </a:solidFill>
                <a:effectLst/>
                <a:latin typeface="Consolas" panose="020B0609020204030204" pitchFamily="49" charset="0"/>
              </a:rPr>
              <a:t> *</a:t>
            </a:r>
            <a:r>
              <a:rPr lang="en-US" altLang="zh-CN" b="0" i="0" dirty="0" err="1">
                <a:solidFill>
                  <a:srgbClr val="5C5C5C"/>
                </a:solidFill>
                <a:effectLst/>
                <a:latin typeface="Consolas" panose="020B0609020204030204" pitchFamily="49" charset="0"/>
              </a:rPr>
              <a:t>cond</a:t>
            </a:r>
            <a:r>
              <a:rPr lang="en-US" altLang="zh-CN" b="0" i="0" dirty="0">
                <a:solidFill>
                  <a:srgbClr val="5C5C5C"/>
                </a:solidFill>
                <a:effectLst/>
                <a:latin typeface="Consolas" panose="020B0609020204030204" pitchFamily="49" charset="0"/>
              </a:rPr>
              <a:t>, </a:t>
            </a:r>
            <a:r>
              <a:rPr lang="en-US" altLang="zh-CN" b="0" i="0" dirty="0" err="1">
                <a:solidFill>
                  <a:srgbClr val="A626A4"/>
                </a:solidFill>
                <a:effectLst/>
                <a:latin typeface="Consolas" panose="020B0609020204030204" pitchFamily="49" charset="0"/>
              </a:rPr>
              <a:t>pthread_mutex_t</a:t>
            </a:r>
            <a:r>
              <a:rPr lang="en-US" altLang="zh-CN" b="0" i="0" dirty="0">
                <a:solidFill>
                  <a:srgbClr val="5C5C5C"/>
                </a:solidFill>
                <a:effectLst/>
                <a:latin typeface="Consolas" panose="020B0609020204030204" pitchFamily="49" charset="0"/>
              </a:rPr>
              <a:t> *mutex);</a:t>
            </a:r>
          </a:p>
        </p:txBody>
      </p:sp>
      <p:sp>
        <p:nvSpPr>
          <p:cNvPr id="18" name="Rectangle 2">
            <a:extLst>
              <a:ext uri="{FF2B5EF4-FFF2-40B4-BE49-F238E27FC236}">
                <a16:creationId xmlns:a16="http://schemas.microsoft.com/office/drawing/2014/main" id="{A18B1B3D-31B5-29E2-CF84-EA37A5C3394F}"/>
              </a:ext>
            </a:extLst>
          </p:cNvPr>
          <p:cNvSpPr>
            <a:spLocks noChangeArrowheads="1"/>
          </p:cNvSpPr>
          <p:nvPr/>
        </p:nvSpPr>
        <p:spPr bwMode="auto">
          <a:xfrm>
            <a:off x="844550" y="3090279"/>
            <a:ext cx="10084709" cy="1015663"/>
          </a:xfrm>
          <a:prstGeom prst="rect">
            <a:avLst/>
          </a:prstGeom>
          <a:noFill/>
          <a:ln>
            <a:noFill/>
          </a:ln>
          <a:effectLst/>
        </p:spPr>
        <p:txBody>
          <a:bodyPr vert="horz" wrap="square" lIns="91440" tIns="45720" rIns="91440" bIns="45720" numCol="1" anchor="ctr" anchorCtr="0" compatLnSpc="1">
            <a:prstTxWarp prst="textNoShape">
              <a:avLst/>
            </a:prstTxWarp>
            <a:spAutoFit/>
          </a:bodyPr>
          <a:lstStyle/>
          <a:p>
            <a:pPr marL="342900" marR="0" lvl="0" indent="-342900" algn="l" defTabSz="914400" rtl="0" eaLnBrk="0" fontAlgn="t" latinLnBrk="0" hangingPunct="0">
              <a:lnSpc>
                <a:spcPct val="100000"/>
              </a:lnSpc>
              <a:spcBef>
                <a:spcPct val="0"/>
              </a:spcBef>
              <a:spcAft>
                <a:spcPct val="0"/>
              </a:spcAft>
              <a:buClrTx/>
              <a:buSzTx/>
              <a:buFont typeface="Wingdings" panose="05000000000000000000" pitchFamily="2" charset="2"/>
              <a:buChar char="Ø"/>
              <a:tabLst/>
            </a:pPr>
            <a:r>
              <a:rPr lang="zh-CN" altLang="zh-CN" sz="2400" kern="0" dirty="0">
                <a:solidFill>
                  <a:srgbClr val="202020"/>
                </a:solidFill>
                <a:latin typeface="Gill Sans MT" panose="020B0502020104020203" pitchFamily="34" charset="0"/>
                <a:cs typeface="Helvetica"/>
              </a:rPr>
              <a:t>Parameters:</a:t>
            </a:r>
          </a:p>
          <a:p>
            <a:pPr marL="457200" marR="0" lvl="1" indent="0" algn="l" defTabSz="914400" rtl="0" eaLnBrk="0" fontAlgn="base" latinLnBrk="0" hangingPunct="0">
              <a:lnSpc>
                <a:spcPct val="100000"/>
              </a:lnSpc>
              <a:spcBef>
                <a:spcPct val="0"/>
              </a:spcBef>
              <a:spcAft>
                <a:spcPct val="0"/>
              </a:spcAft>
              <a:buClrTx/>
              <a:buSzTx/>
              <a:buFontTx/>
              <a:buChar char="•"/>
              <a:tabLst/>
            </a:pPr>
            <a:r>
              <a:rPr lang="en-US" altLang="zh-CN" kern="0" dirty="0">
                <a:solidFill>
                  <a:srgbClr val="202020"/>
                </a:solidFill>
                <a:latin typeface="Gill Sans MT" panose="020B0502020104020203" pitchFamily="34" charset="0"/>
                <a:cs typeface="Helvetica"/>
              </a:rPr>
              <a:t> </a:t>
            </a:r>
            <a:r>
              <a:rPr lang="en-US" altLang="zh-CN" kern="0" dirty="0" err="1">
                <a:solidFill>
                  <a:srgbClr val="C00000"/>
                </a:solidFill>
                <a:latin typeface="Gill Sans MT" panose="020B0502020104020203" pitchFamily="34" charset="0"/>
                <a:cs typeface="Helvetica"/>
              </a:rPr>
              <a:t>cond</a:t>
            </a:r>
            <a:r>
              <a:rPr lang="en-US" altLang="zh-CN" kern="0" dirty="0">
                <a:solidFill>
                  <a:srgbClr val="202020"/>
                </a:solidFill>
                <a:latin typeface="Gill Sans MT" panose="020B0502020104020203" pitchFamily="34" charset="0"/>
                <a:cs typeface="Helvetica"/>
              </a:rPr>
              <a:t>: pointer to the condition variable.</a:t>
            </a:r>
          </a:p>
          <a:p>
            <a:pPr marL="457200" marR="0" lvl="1" indent="0" algn="l" defTabSz="914400" rtl="0" eaLnBrk="0" fontAlgn="base" latinLnBrk="0" hangingPunct="0">
              <a:lnSpc>
                <a:spcPct val="100000"/>
              </a:lnSpc>
              <a:spcBef>
                <a:spcPct val="0"/>
              </a:spcBef>
              <a:spcAft>
                <a:spcPct val="0"/>
              </a:spcAft>
              <a:buClrTx/>
              <a:buSzTx/>
              <a:buFontTx/>
              <a:buChar char="•"/>
              <a:tabLst/>
            </a:pPr>
            <a:r>
              <a:rPr lang="en-US" altLang="zh-CN" kern="0" dirty="0">
                <a:solidFill>
                  <a:srgbClr val="202020"/>
                </a:solidFill>
                <a:latin typeface="Gill Sans MT" panose="020B0502020104020203" pitchFamily="34" charset="0"/>
                <a:cs typeface="Helvetica"/>
              </a:rPr>
              <a:t> </a:t>
            </a:r>
            <a:r>
              <a:rPr lang="en-US" altLang="zh-CN" kern="0" dirty="0">
                <a:solidFill>
                  <a:srgbClr val="C00000"/>
                </a:solidFill>
                <a:latin typeface="Gill Sans MT" panose="020B0502020104020203" pitchFamily="34" charset="0"/>
                <a:cs typeface="Helvetica"/>
              </a:rPr>
              <a:t>mutex</a:t>
            </a:r>
            <a:r>
              <a:rPr lang="en-US" altLang="zh-CN" kern="0" dirty="0">
                <a:solidFill>
                  <a:srgbClr val="202020"/>
                </a:solidFill>
                <a:latin typeface="Gill Sans MT" panose="020B0502020104020203" pitchFamily="34" charset="0"/>
                <a:cs typeface="Helvetica"/>
              </a:rPr>
              <a:t>: pointer to an associated mutex (must be locked before calling).</a:t>
            </a:r>
            <a:endParaRPr lang="zh-CN" altLang="zh-CN" kern="0" dirty="0">
              <a:solidFill>
                <a:srgbClr val="202020"/>
              </a:solidFill>
              <a:latin typeface="Gill Sans MT" panose="020B0502020104020203" pitchFamily="34" charset="0"/>
              <a:cs typeface="Helvetica"/>
            </a:endParaRPr>
          </a:p>
        </p:txBody>
      </p:sp>
      <p:sp>
        <p:nvSpPr>
          <p:cNvPr id="19" name="文本框 18">
            <a:extLst>
              <a:ext uri="{FF2B5EF4-FFF2-40B4-BE49-F238E27FC236}">
                <a16:creationId xmlns:a16="http://schemas.microsoft.com/office/drawing/2014/main" id="{5CABB9FE-E2BB-4A06-2289-2E62E1541A6C}"/>
              </a:ext>
            </a:extLst>
          </p:cNvPr>
          <p:cNvSpPr txBox="1"/>
          <p:nvPr/>
        </p:nvSpPr>
        <p:spPr>
          <a:xfrm>
            <a:off x="844550" y="4169363"/>
            <a:ext cx="6096000" cy="461665"/>
          </a:xfrm>
          <a:prstGeom prst="rect">
            <a:avLst/>
          </a:prstGeom>
          <a:noFill/>
          <a:ln w="12700" cap="flat">
            <a:noFill/>
            <a:miter lim="400000"/>
          </a:ln>
          <a:effectLst/>
          <a:sp3d/>
        </p:spPr>
        <p:style>
          <a:lnRef idx="0">
            <a:scrgbClr r="0" g="0" b="0"/>
          </a:lnRef>
          <a:fillRef idx="0">
            <a:scrgbClr r="0" g="0" b="0"/>
          </a:fillRef>
          <a:effectRef idx="0">
            <a:scrgbClr r="0" g="0" b="0"/>
          </a:effectRef>
          <a:fontRef idx="none"/>
        </p:style>
        <p:txBody>
          <a:bodyPr wrap="square">
            <a:spAutoFit/>
          </a:bodyPr>
          <a:lstStyle/>
          <a:p>
            <a:pPr marL="289152" marR="0" lvl="0" indent="-289152" algn="l" defTabSz="412750" rtl="0" eaLnBrk="1" fontAlgn="auto" latinLnBrk="0" hangingPunct="1">
              <a:lnSpc>
                <a:spcPct val="100000"/>
              </a:lnSpc>
              <a:spcBef>
                <a:spcPts val="2950"/>
              </a:spcBef>
              <a:spcAft>
                <a:spcPts val="0"/>
              </a:spcAft>
              <a:buClrTx/>
              <a:buSzPct val="100000"/>
              <a:buFont typeface="Wingdings" panose="05000000000000000000" pitchFamily="2" charset="2"/>
              <a:buChar char="Ø"/>
              <a:tabLst/>
              <a:defRPr/>
            </a:pPr>
            <a:r>
              <a:rPr kumimoji="0" lang="en-US" altLang="zh-CN" sz="2400" b="0" i="0" u="none" strike="noStrike" kern="0" cap="none" spc="0" normalizeH="0" baseline="0" noProof="0" dirty="0">
                <a:ln>
                  <a:noFill/>
                </a:ln>
                <a:solidFill>
                  <a:srgbClr val="202020"/>
                </a:solidFill>
                <a:effectLst/>
                <a:uLnTx/>
                <a:uFillTx/>
                <a:latin typeface="Gill Sans MT" panose="020B0502020104020203" pitchFamily="34" charset="0"/>
                <a:cs typeface="Helvetica"/>
                <a:sym typeface="Helvetica"/>
              </a:rPr>
              <a:t>Example:</a:t>
            </a:r>
            <a:endParaRPr lang="en-US" altLang="zh-CN" sz="2400" kern="0" dirty="0">
              <a:solidFill>
                <a:srgbClr val="202020"/>
              </a:solidFill>
              <a:latin typeface="Gill Sans MT" panose="020B0502020104020203" pitchFamily="34" charset="0"/>
              <a:cs typeface="Helvetica"/>
              <a:sym typeface="Helvetica"/>
            </a:endParaRPr>
          </a:p>
        </p:txBody>
      </p:sp>
      <p:sp>
        <p:nvSpPr>
          <p:cNvPr id="20" name="文本框 19">
            <a:extLst>
              <a:ext uri="{FF2B5EF4-FFF2-40B4-BE49-F238E27FC236}">
                <a16:creationId xmlns:a16="http://schemas.microsoft.com/office/drawing/2014/main" id="{3169D8BD-A06F-D6F6-ABD3-B05ED15363F3}"/>
              </a:ext>
            </a:extLst>
          </p:cNvPr>
          <p:cNvSpPr txBox="1"/>
          <p:nvPr/>
        </p:nvSpPr>
        <p:spPr>
          <a:xfrm>
            <a:off x="1262740" y="4694449"/>
            <a:ext cx="10084709" cy="1477328"/>
          </a:xfrm>
          <a:prstGeom prst="rect">
            <a:avLst/>
          </a:prstGeom>
          <a:noFill/>
          <a:ln w="12700" cap="flat">
            <a:solidFill>
              <a:schemeClr val="tx1"/>
            </a:solidFill>
            <a:miter lim="400000"/>
          </a:ln>
          <a:effectLst/>
          <a:sp3d/>
        </p:spPr>
        <p:style>
          <a:lnRef idx="0">
            <a:scrgbClr r="0" g="0" b="0"/>
          </a:lnRef>
          <a:fillRef idx="0">
            <a:scrgbClr r="0" g="0" b="0"/>
          </a:fillRef>
          <a:effectRef idx="0">
            <a:scrgbClr r="0" g="0" b="0"/>
          </a:effectRef>
          <a:fontRef idx="none"/>
        </p:style>
        <p:txBody>
          <a:bodyPr wrap="square">
            <a:spAutoFit/>
          </a:bodyPr>
          <a:lstStyle/>
          <a:p>
            <a:pPr algn="l"/>
            <a:r>
              <a:rPr lang="en-US" altLang="zh-CN" b="0" i="0" dirty="0" err="1">
                <a:solidFill>
                  <a:srgbClr val="5C5C5C"/>
                </a:solidFill>
                <a:effectLst/>
                <a:latin typeface="Consolas" panose="020B0609020204030204" pitchFamily="49" charset="0"/>
              </a:rPr>
              <a:t>pthread_mutex_lock</a:t>
            </a:r>
            <a:r>
              <a:rPr lang="en-US" altLang="zh-CN" b="0" i="0" dirty="0">
                <a:solidFill>
                  <a:srgbClr val="5C5C5C"/>
                </a:solidFill>
                <a:effectLst/>
                <a:latin typeface="Consolas" panose="020B0609020204030204" pitchFamily="49" charset="0"/>
              </a:rPr>
              <a:t>(&amp;mutex);</a:t>
            </a:r>
          </a:p>
          <a:p>
            <a:pPr algn="l"/>
            <a:r>
              <a:rPr lang="en-US" altLang="zh-CN" b="0" i="0" dirty="0">
                <a:solidFill>
                  <a:srgbClr val="A626A4"/>
                </a:solidFill>
                <a:effectLst/>
                <a:latin typeface="Consolas" panose="020B0609020204030204" pitchFamily="49" charset="0"/>
              </a:rPr>
              <a:t>while</a:t>
            </a:r>
            <a:r>
              <a:rPr lang="en-US" altLang="zh-CN" b="0" i="0" dirty="0">
                <a:solidFill>
                  <a:srgbClr val="5C5C5C"/>
                </a:solidFill>
                <a:effectLst/>
                <a:latin typeface="Consolas" panose="020B0609020204030204" pitchFamily="49" charset="0"/>
              </a:rPr>
              <a:t> (</a:t>
            </a:r>
            <a:r>
              <a:rPr lang="en-US" altLang="zh-CN" b="0" i="0" dirty="0" err="1">
                <a:solidFill>
                  <a:srgbClr val="5C5C5C"/>
                </a:solidFill>
                <a:effectLst/>
                <a:latin typeface="Consolas" panose="020B0609020204030204" pitchFamily="49" charset="0"/>
              </a:rPr>
              <a:t>condition_is_false</a:t>
            </a:r>
            <a:r>
              <a:rPr lang="en-US" altLang="zh-CN" b="0" i="0" dirty="0">
                <a:solidFill>
                  <a:srgbClr val="5C5C5C"/>
                </a:solidFill>
                <a:effectLst/>
                <a:latin typeface="Consolas" panose="020B0609020204030204" pitchFamily="49" charset="0"/>
              </a:rPr>
              <a:t>) {</a:t>
            </a:r>
          </a:p>
          <a:p>
            <a:pPr algn="l"/>
            <a:r>
              <a:rPr lang="en-US" altLang="zh-CN" b="0" i="0" dirty="0">
                <a:solidFill>
                  <a:srgbClr val="5C5C5C"/>
                </a:solidFill>
                <a:effectLst/>
                <a:latin typeface="Consolas" panose="020B0609020204030204" pitchFamily="49" charset="0"/>
              </a:rPr>
              <a:t>    </a:t>
            </a:r>
            <a:r>
              <a:rPr lang="en-US" altLang="zh-CN" b="0" i="0" dirty="0" err="1">
                <a:solidFill>
                  <a:srgbClr val="5C5C5C"/>
                </a:solidFill>
                <a:effectLst/>
                <a:latin typeface="Consolas" panose="020B0609020204030204" pitchFamily="49" charset="0"/>
              </a:rPr>
              <a:t>pthread_cond_wait</a:t>
            </a:r>
            <a:r>
              <a:rPr lang="en-US" altLang="zh-CN" b="0" i="0" dirty="0">
                <a:solidFill>
                  <a:srgbClr val="5C5C5C"/>
                </a:solidFill>
                <a:effectLst/>
                <a:latin typeface="Consolas" panose="020B0609020204030204" pitchFamily="49" charset="0"/>
              </a:rPr>
              <a:t>(&amp;</a:t>
            </a:r>
            <a:r>
              <a:rPr lang="en-US" altLang="zh-CN" b="0" i="0" dirty="0" err="1">
                <a:solidFill>
                  <a:srgbClr val="5C5C5C"/>
                </a:solidFill>
                <a:effectLst/>
                <a:latin typeface="Consolas" panose="020B0609020204030204" pitchFamily="49" charset="0"/>
              </a:rPr>
              <a:t>cond</a:t>
            </a:r>
            <a:r>
              <a:rPr lang="en-US" altLang="zh-CN" b="0" i="0" dirty="0">
                <a:solidFill>
                  <a:srgbClr val="5C5C5C"/>
                </a:solidFill>
                <a:effectLst/>
                <a:latin typeface="Consolas" panose="020B0609020204030204" pitchFamily="49" charset="0"/>
              </a:rPr>
              <a:t>, &amp;mutex);</a:t>
            </a:r>
          </a:p>
          <a:p>
            <a:pPr algn="l"/>
            <a:r>
              <a:rPr lang="en-US" altLang="zh-CN" b="0" i="0" dirty="0">
                <a:solidFill>
                  <a:srgbClr val="5C5C5C"/>
                </a:solidFill>
                <a:effectLst/>
                <a:latin typeface="Consolas" panose="020B0609020204030204" pitchFamily="49" charset="0"/>
              </a:rPr>
              <a:t>}</a:t>
            </a:r>
          </a:p>
          <a:p>
            <a:pPr algn="l"/>
            <a:r>
              <a:rPr lang="en-US" altLang="zh-CN" b="0" i="0" dirty="0" err="1">
                <a:solidFill>
                  <a:srgbClr val="5C5C5C"/>
                </a:solidFill>
                <a:effectLst/>
                <a:latin typeface="Consolas" panose="020B0609020204030204" pitchFamily="49" charset="0"/>
              </a:rPr>
              <a:t>pthread_mutex_unlock</a:t>
            </a:r>
            <a:r>
              <a:rPr lang="en-US" altLang="zh-CN" b="0" i="0" dirty="0">
                <a:solidFill>
                  <a:srgbClr val="5C5C5C"/>
                </a:solidFill>
                <a:effectLst/>
                <a:latin typeface="Consolas" panose="020B0609020204030204" pitchFamily="49" charset="0"/>
              </a:rPr>
              <a:t>(&amp;mutex);</a:t>
            </a:r>
          </a:p>
        </p:txBody>
      </p:sp>
      <p:sp>
        <p:nvSpPr>
          <p:cNvPr id="5" name="文本框 4">
            <a:extLst>
              <a:ext uri="{FF2B5EF4-FFF2-40B4-BE49-F238E27FC236}">
                <a16:creationId xmlns:a16="http://schemas.microsoft.com/office/drawing/2014/main" id="{0EB916F3-6B84-6C45-16EA-2F8474D1BCC4}"/>
              </a:ext>
            </a:extLst>
          </p:cNvPr>
          <p:cNvSpPr txBox="1"/>
          <p:nvPr/>
        </p:nvSpPr>
        <p:spPr>
          <a:xfrm>
            <a:off x="6789436" y="4896369"/>
            <a:ext cx="4436125" cy="646331"/>
          </a:xfrm>
          <a:prstGeom prst="rect">
            <a:avLst/>
          </a:prstGeom>
          <a:solidFill>
            <a:schemeClr val="accent2">
              <a:lumMod val="20000"/>
              <a:lumOff val="80000"/>
            </a:schemeClr>
          </a:solidFill>
          <a:ln w="12700" cap="flat">
            <a:noFill/>
            <a:miter lim="400000"/>
          </a:ln>
          <a:effectLst/>
          <a:sp3d/>
        </p:spPr>
        <p:style>
          <a:lnRef idx="0">
            <a:scrgbClr r="0" g="0" b="0"/>
          </a:lnRef>
          <a:fillRef idx="0">
            <a:scrgbClr r="0" g="0" b="0"/>
          </a:fillRef>
          <a:effectRef idx="0">
            <a:scrgbClr r="0" g="0" b="0"/>
          </a:effectRef>
          <a:fontRef idx="none"/>
        </p:style>
        <p:txBody>
          <a:bodyPr wrap="square">
            <a:spAutoFit/>
          </a:bodyPr>
          <a:lstStyle/>
          <a:p>
            <a:pPr>
              <a:defRPr/>
            </a:pPr>
            <a:r>
              <a:rPr lang="en-US" altLang="zh-CN" dirty="0">
                <a:solidFill>
                  <a:schemeClr val="tx1">
                    <a:lumMod val="50000"/>
                  </a:schemeClr>
                </a:solidFill>
                <a:cs typeface="Helvetica"/>
              </a:rPr>
              <a:t>u</a:t>
            </a:r>
            <a:r>
              <a:rPr lang="en-US" altLang="zh-CN" sz="1800" dirty="0">
                <a:solidFill>
                  <a:schemeClr val="tx1">
                    <a:lumMod val="50000"/>
                  </a:schemeClr>
                </a:solidFill>
                <a:cs typeface="Helvetica"/>
              </a:rPr>
              <a:t>se </a:t>
            </a:r>
            <a:r>
              <a:rPr lang="en-US" altLang="zh-CN" sz="1800" b="1" dirty="0">
                <a:solidFill>
                  <a:schemeClr val="tx1">
                    <a:lumMod val="50000"/>
                  </a:schemeClr>
                </a:solidFill>
                <a:cs typeface="Helvetica"/>
              </a:rPr>
              <a:t>while loops</a:t>
            </a:r>
            <a:r>
              <a:rPr lang="en-US" altLang="zh-CN" sz="1800" dirty="0">
                <a:solidFill>
                  <a:schemeClr val="tx1">
                    <a:lumMod val="50000"/>
                  </a:schemeClr>
                </a:solidFill>
                <a:cs typeface="Helvetica"/>
              </a:rPr>
              <a:t> for </a:t>
            </a:r>
            <a:r>
              <a:rPr lang="en-US" altLang="zh-CN" sz="1800" dirty="0" err="1">
                <a:solidFill>
                  <a:schemeClr val="tx1">
                    <a:lumMod val="50000"/>
                  </a:schemeClr>
                </a:solidFill>
                <a:cs typeface="Helvetica"/>
              </a:rPr>
              <a:t>pthread_cond_wait</a:t>
            </a:r>
            <a:r>
              <a:rPr lang="en-US" altLang="zh-CN" sz="1800" dirty="0">
                <a:solidFill>
                  <a:schemeClr val="tx1">
                    <a:lumMod val="50000"/>
                  </a:schemeClr>
                </a:solidFill>
                <a:cs typeface="Helvetica"/>
              </a:rPr>
              <a:t> to handle spurious wakeups.</a:t>
            </a:r>
          </a:p>
        </p:txBody>
      </p:sp>
      <p:cxnSp>
        <p:nvCxnSpPr>
          <p:cNvPr id="6" name="直接箭头连接符 5">
            <a:extLst>
              <a:ext uri="{FF2B5EF4-FFF2-40B4-BE49-F238E27FC236}">
                <a16:creationId xmlns:a16="http://schemas.microsoft.com/office/drawing/2014/main" id="{DBE8F675-07AE-EE68-00CD-84ED549AE9B5}"/>
              </a:ext>
            </a:extLst>
          </p:cNvPr>
          <p:cNvCxnSpPr>
            <a:cxnSpLocks/>
            <a:stCxn id="5" idx="1"/>
          </p:cNvCxnSpPr>
          <p:nvPr/>
        </p:nvCxnSpPr>
        <p:spPr>
          <a:xfrm flipH="1" flipV="1">
            <a:off x="5572028" y="5166732"/>
            <a:ext cx="1217408" cy="52803"/>
          </a:xfrm>
          <a:prstGeom prst="straightConnector1">
            <a:avLst/>
          </a:prstGeom>
          <a:noFill/>
          <a:ln w="25400" cap="flat">
            <a:solidFill>
              <a:schemeClr val="accent1">
                <a:lumMod val="40000"/>
                <a:lumOff val="60000"/>
              </a:schemeClr>
            </a:solidFill>
            <a:prstDash val="solid"/>
            <a:round/>
            <a:tailEnd type="triangle"/>
          </a:ln>
          <a:effectLst/>
          <a:sp3d/>
        </p:spPr>
        <p:style>
          <a:lnRef idx="0">
            <a:scrgbClr r="0" g="0" b="0"/>
          </a:lnRef>
          <a:fillRef idx="0">
            <a:scrgbClr r="0" g="0" b="0"/>
          </a:fillRef>
          <a:effectRef idx="0">
            <a:scrgbClr r="0" g="0" b="0"/>
          </a:effectRef>
          <a:fontRef idx="none"/>
        </p:style>
      </p:cxnSp>
    </p:spTree>
    <p:extLst>
      <p:ext uri="{BB962C8B-B14F-4D97-AF65-F5344CB8AC3E}">
        <p14:creationId xmlns:p14="http://schemas.microsoft.com/office/powerpoint/2010/main" val="1184544262"/>
      </p:ext>
    </p:extLst>
  </p:cSld>
  <p:clrMapOvr>
    <a:masterClrMapping/>
  </p:clrMapOvr>
  <p:transition spd="med"/>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2715A2E-656D-EC5D-FDE7-230488526EFC}"/>
              </a:ext>
            </a:extLst>
          </p:cNvPr>
          <p:cNvSpPr>
            <a:spLocks noGrp="1"/>
          </p:cNvSpPr>
          <p:nvPr>
            <p:ph type="title"/>
          </p:nvPr>
        </p:nvSpPr>
        <p:spPr/>
        <p:txBody>
          <a:bodyPr/>
          <a:lstStyle/>
          <a:p>
            <a:r>
              <a:rPr lang="en-US" dirty="0"/>
              <a:t>Recap: </a:t>
            </a:r>
            <a:r>
              <a:rPr lang="en-US" dirty="0" err="1"/>
              <a:t>pthread_cond_signal</a:t>
            </a:r>
            <a:r>
              <a:rPr lang="en-US" dirty="0"/>
              <a:t> </a:t>
            </a:r>
            <a:r>
              <a:rPr lang="en-US" altLang="zh-CN" dirty="0"/>
              <a:t>(from T05)</a:t>
            </a:r>
            <a:endParaRPr lang="en-US" dirty="0"/>
          </a:p>
        </p:txBody>
      </p:sp>
      <p:sp>
        <p:nvSpPr>
          <p:cNvPr id="4" name="Slide Number Placeholder 3">
            <a:extLst>
              <a:ext uri="{FF2B5EF4-FFF2-40B4-BE49-F238E27FC236}">
                <a16:creationId xmlns:a16="http://schemas.microsoft.com/office/drawing/2014/main" id="{C903FAE4-3A59-50C4-1BA6-A9AEC61D52CB}"/>
              </a:ext>
            </a:extLst>
          </p:cNvPr>
          <p:cNvSpPr>
            <a:spLocks noGrp="1"/>
          </p:cNvSpPr>
          <p:nvPr>
            <p:ph type="sldNum" sz="quarter" idx="2"/>
          </p:nvPr>
        </p:nvSpPr>
        <p:spPr>
          <a:xfrm>
            <a:off x="11686121" y="6400800"/>
            <a:ext cx="218008" cy="379591"/>
          </a:xfrm>
        </p:spPr>
        <p:txBody>
          <a:bodyPr/>
          <a:lstStyle/>
          <a:p>
            <a:pPr marL="0" marR="0" lvl="0" indent="0" algn="ctr" defTabSz="412750" rtl="0" eaLnBrk="1" fontAlgn="auto" latinLnBrk="0" hangingPunct="0">
              <a:lnSpc>
                <a:spcPct val="100000"/>
              </a:lnSpc>
              <a:spcBef>
                <a:spcPts val="0"/>
              </a:spcBef>
              <a:spcAft>
                <a:spcPts val="0"/>
              </a:spcAft>
              <a:buClrTx/>
              <a:buSzTx/>
              <a:buFontTx/>
              <a:buNone/>
              <a:tabLst/>
              <a:defRPr/>
            </a:pPr>
            <a:fld id="{86CB4B4D-7CA3-9044-876B-883B54F8677D}" type="slidenum">
              <a:rPr kumimoji="0" lang="en-US" sz="1800" b="0" i="0" u="none" strike="noStrike" kern="0" cap="none" spc="0" normalizeH="0" baseline="0" noProof="0">
                <a:ln>
                  <a:noFill/>
                </a:ln>
                <a:solidFill>
                  <a:srgbClr val="800080"/>
                </a:solidFill>
                <a:effectLst/>
                <a:uLnTx/>
                <a:uFillTx/>
                <a:latin typeface="Gill Sans MT" panose="020B0502020104020203" pitchFamily="34" charset="0"/>
                <a:cs typeface="Helvetica"/>
                <a:sym typeface="Helvetica"/>
              </a:rPr>
              <a:pPr marL="0" marR="0" lvl="0" indent="0" algn="ctr" defTabSz="412750" rtl="0" eaLnBrk="1" fontAlgn="auto" latinLnBrk="0" hangingPunct="0">
                <a:lnSpc>
                  <a:spcPct val="100000"/>
                </a:lnSpc>
                <a:spcBef>
                  <a:spcPts val="0"/>
                </a:spcBef>
                <a:spcAft>
                  <a:spcPts val="0"/>
                </a:spcAft>
                <a:buClrTx/>
                <a:buSzTx/>
                <a:buFontTx/>
                <a:buNone/>
                <a:tabLst/>
                <a:defRPr/>
              </a:pPr>
              <a:t>18</a:t>
            </a:fld>
            <a:endParaRPr kumimoji="0" lang="en-US" sz="1800" b="0" i="0" u="none" strike="noStrike" kern="0" cap="none" spc="0" normalizeH="0" baseline="0" noProof="0">
              <a:ln>
                <a:noFill/>
              </a:ln>
              <a:solidFill>
                <a:srgbClr val="800080"/>
              </a:solidFill>
              <a:effectLst/>
              <a:uLnTx/>
              <a:uFillTx/>
              <a:latin typeface="Gill Sans MT" panose="020B0502020104020203" pitchFamily="34" charset="0"/>
              <a:cs typeface="Helvetica"/>
              <a:sym typeface="Helvetica"/>
            </a:endParaRPr>
          </a:p>
        </p:txBody>
      </p:sp>
      <p:sp>
        <p:nvSpPr>
          <p:cNvPr id="8" name="文本占位符 7">
            <a:extLst>
              <a:ext uri="{FF2B5EF4-FFF2-40B4-BE49-F238E27FC236}">
                <a16:creationId xmlns:a16="http://schemas.microsoft.com/office/drawing/2014/main" id="{1D68554F-5AF8-7E1E-17A3-DE6F9E0E8871}"/>
              </a:ext>
            </a:extLst>
          </p:cNvPr>
          <p:cNvSpPr>
            <a:spLocks noGrp="1"/>
          </p:cNvSpPr>
          <p:nvPr>
            <p:ph type="body" idx="1"/>
          </p:nvPr>
        </p:nvSpPr>
        <p:spPr>
          <a:xfrm>
            <a:off x="844550" y="1229567"/>
            <a:ext cx="10502900" cy="693576"/>
          </a:xfrm>
        </p:spPr>
        <p:txBody>
          <a:bodyPr>
            <a:normAutofit/>
          </a:bodyPr>
          <a:lstStyle/>
          <a:p>
            <a:pPr>
              <a:buFont typeface="Wingdings" panose="05000000000000000000" pitchFamily="2" charset="2"/>
              <a:buChar char="Ø"/>
            </a:pPr>
            <a:r>
              <a:rPr lang="en-US" altLang="zh-CN" sz="2400" dirty="0"/>
              <a:t>Purpose: wake up one (or more) thread(s) waiting on a condition variable.</a:t>
            </a:r>
          </a:p>
        </p:txBody>
      </p:sp>
      <p:sp>
        <p:nvSpPr>
          <p:cNvPr id="13" name="文本框 12">
            <a:extLst>
              <a:ext uri="{FF2B5EF4-FFF2-40B4-BE49-F238E27FC236}">
                <a16:creationId xmlns:a16="http://schemas.microsoft.com/office/drawing/2014/main" id="{ED25030F-4FDC-B91B-5C28-8CD4A7CDFC47}"/>
              </a:ext>
            </a:extLst>
          </p:cNvPr>
          <p:cNvSpPr txBox="1"/>
          <p:nvPr/>
        </p:nvSpPr>
        <p:spPr>
          <a:xfrm>
            <a:off x="844550" y="1754653"/>
            <a:ext cx="6096000" cy="461665"/>
          </a:xfrm>
          <a:prstGeom prst="rect">
            <a:avLst/>
          </a:prstGeom>
          <a:noFill/>
          <a:ln w="12700" cap="flat">
            <a:noFill/>
            <a:miter lim="400000"/>
          </a:ln>
          <a:effectLst/>
          <a:sp3d/>
        </p:spPr>
        <p:style>
          <a:lnRef idx="0">
            <a:scrgbClr r="0" g="0" b="0"/>
          </a:lnRef>
          <a:fillRef idx="0">
            <a:scrgbClr r="0" g="0" b="0"/>
          </a:fillRef>
          <a:effectRef idx="0">
            <a:scrgbClr r="0" g="0" b="0"/>
          </a:effectRef>
          <a:fontRef idx="none"/>
        </p:style>
        <p:txBody>
          <a:bodyPr wrap="square">
            <a:spAutoFit/>
          </a:bodyPr>
          <a:lstStyle/>
          <a:p>
            <a:pPr marL="289152" marR="0" lvl="0" indent="-289152" algn="l" defTabSz="412750" rtl="0" eaLnBrk="1" fontAlgn="auto" latinLnBrk="0" hangingPunct="1">
              <a:lnSpc>
                <a:spcPct val="100000"/>
              </a:lnSpc>
              <a:spcBef>
                <a:spcPts val="2950"/>
              </a:spcBef>
              <a:spcAft>
                <a:spcPts val="0"/>
              </a:spcAft>
              <a:buClrTx/>
              <a:buSzPct val="100000"/>
              <a:buFont typeface="Wingdings" panose="05000000000000000000" pitchFamily="2" charset="2"/>
              <a:buChar char="Ø"/>
              <a:tabLst/>
              <a:defRPr/>
            </a:pPr>
            <a:r>
              <a:rPr kumimoji="0" lang="en-US" altLang="zh-CN" sz="2400" b="0" i="0" u="none" strike="noStrike" kern="0" cap="none" spc="0" normalizeH="0" baseline="0" noProof="0" dirty="0">
                <a:ln>
                  <a:noFill/>
                </a:ln>
                <a:solidFill>
                  <a:srgbClr val="202020"/>
                </a:solidFill>
                <a:effectLst/>
                <a:uLnTx/>
                <a:uFillTx/>
                <a:latin typeface="Gill Sans MT" panose="020B0502020104020203" pitchFamily="34" charset="0"/>
                <a:cs typeface="Helvetica"/>
                <a:sym typeface="Helvetica"/>
              </a:rPr>
              <a:t>Syntax:</a:t>
            </a:r>
            <a:endParaRPr kumimoji="0" lang="zh-CN" altLang="en-US" sz="2400" b="0" i="0" u="none" strike="noStrike" kern="0" cap="none" spc="0" normalizeH="0" baseline="0" noProof="0" dirty="0">
              <a:ln>
                <a:noFill/>
              </a:ln>
              <a:solidFill>
                <a:srgbClr val="202020"/>
              </a:solidFill>
              <a:effectLst/>
              <a:uLnTx/>
              <a:uFillTx/>
              <a:latin typeface="Gill Sans MT" panose="020B0502020104020203" pitchFamily="34" charset="0"/>
              <a:cs typeface="Helvetica"/>
              <a:sym typeface="Helvetica"/>
            </a:endParaRPr>
          </a:p>
        </p:txBody>
      </p:sp>
      <p:sp>
        <p:nvSpPr>
          <p:cNvPr id="17" name="文本框 16">
            <a:extLst>
              <a:ext uri="{FF2B5EF4-FFF2-40B4-BE49-F238E27FC236}">
                <a16:creationId xmlns:a16="http://schemas.microsoft.com/office/drawing/2014/main" id="{6581B964-F4DA-382E-A5CC-2C7FCE505809}"/>
              </a:ext>
            </a:extLst>
          </p:cNvPr>
          <p:cNvSpPr txBox="1"/>
          <p:nvPr/>
        </p:nvSpPr>
        <p:spPr>
          <a:xfrm>
            <a:off x="1262740" y="2282953"/>
            <a:ext cx="10084709" cy="369332"/>
          </a:xfrm>
          <a:prstGeom prst="rect">
            <a:avLst/>
          </a:prstGeom>
          <a:noFill/>
          <a:ln w="12700" cap="flat">
            <a:solidFill>
              <a:schemeClr val="tx1"/>
            </a:solidFill>
            <a:miter lim="400000"/>
          </a:ln>
          <a:effectLst/>
          <a:sp3d/>
        </p:spPr>
        <p:style>
          <a:lnRef idx="0">
            <a:scrgbClr r="0" g="0" b="0"/>
          </a:lnRef>
          <a:fillRef idx="0">
            <a:scrgbClr r="0" g="0" b="0"/>
          </a:fillRef>
          <a:effectRef idx="0">
            <a:scrgbClr r="0" g="0" b="0"/>
          </a:effectRef>
          <a:fontRef idx="none"/>
        </p:style>
        <p:txBody>
          <a:bodyPr wrap="square">
            <a:spAutoFit/>
          </a:bodyPr>
          <a:lstStyle/>
          <a:p>
            <a:pPr algn="l"/>
            <a:r>
              <a:rPr lang="en-US" altLang="zh-CN" b="0" i="0" dirty="0">
                <a:solidFill>
                  <a:srgbClr val="A626A4"/>
                </a:solidFill>
                <a:effectLst/>
                <a:latin typeface="Consolas" panose="020B0609020204030204" pitchFamily="49" charset="0"/>
              </a:rPr>
              <a:t>int</a:t>
            </a:r>
            <a:r>
              <a:rPr lang="en-US" altLang="zh-CN" b="0" i="0" dirty="0">
                <a:solidFill>
                  <a:srgbClr val="5C5C5C"/>
                </a:solidFill>
                <a:effectLst/>
                <a:latin typeface="Consolas" panose="020B0609020204030204" pitchFamily="49" charset="0"/>
              </a:rPr>
              <a:t> </a:t>
            </a:r>
            <a:r>
              <a:rPr lang="en-US" altLang="zh-CN" b="0" i="0" dirty="0" err="1">
                <a:solidFill>
                  <a:srgbClr val="4078F2"/>
                </a:solidFill>
                <a:effectLst/>
                <a:latin typeface="Consolas" panose="020B0609020204030204" pitchFamily="49" charset="0"/>
              </a:rPr>
              <a:t>pthread_cond_signal</a:t>
            </a:r>
            <a:r>
              <a:rPr lang="en-US" altLang="zh-CN" b="0" i="0" dirty="0">
                <a:solidFill>
                  <a:srgbClr val="5C5C5C"/>
                </a:solidFill>
                <a:effectLst/>
                <a:latin typeface="Consolas" panose="020B0609020204030204" pitchFamily="49" charset="0"/>
              </a:rPr>
              <a:t>(</a:t>
            </a:r>
            <a:r>
              <a:rPr lang="en-US" altLang="zh-CN" b="0" i="0" dirty="0" err="1">
                <a:solidFill>
                  <a:srgbClr val="A626A4"/>
                </a:solidFill>
                <a:effectLst/>
                <a:latin typeface="Consolas" panose="020B0609020204030204" pitchFamily="49" charset="0"/>
              </a:rPr>
              <a:t>pthread_cond_t</a:t>
            </a:r>
            <a:r>
              <a:rPr lang="en-US" altLang="zh-CN" b="0" i="0" dirty="0">
                <a:solidFill>
                  <a:srgbClr val="5C5C5C"/>
                </a:solidFill>
                <a:effectLst/>
                <a:latin typeface="Consolas" panose="020B0609020204030204" pitchFamily="49" charset="0"/>
              </a:rPr>
              <a:t> *</a:t>
            </a:r>
            <a:r>
              <a:rPr lang="en-US" altLang="zh-CN" b="0" i="0" dirty="0" err="1">
                <a:solidFill>
                  <a:srgbClr val="5C5C5C"/>
                </a:solidFill>
                <a:effectLst/>
                <a:latin typeface="Consolas" panose="020B0609020204030204" pitchFamily="49" charset="0"/>
              </a:rPr>
              <a:t>cond</a:t>
            </a:r>
            <a:r>
              <a:rPr lang="en-US" altLang="zh-CN" b="0" i="0" dirty="0">
                <a:solidFill>
                  <a:srgbClr val="5C5C5C"/>
                </a:solidFill>
                <a:effectLst/>
                <a:latin typeface="Consolas" panose="020B0609020204030204" pitchFamily="49" charset="0"/>
              </a:rPr>
              <a:t>);</a:t>
            </a:r>
          </a:p>
        </p:txBody>
      </p:sp>
      <p:sp>
        <p:nvSpPr>
          <p:cNvPr id="18" name="Rectangle 2">
            <a:extLst>
              <a:ext uri="{FF2B5EF4-FFF2-40B4-BE49-F238E27FC236}">
                <a16:creationId xmlns:a16="http://schemas.microsoft.com/office/drawing/2014/main" id="{A18B1B3D-31B5-29E2-CF84-EA37A5C3394F}"/>
              </a:ext>
            </a:extLst>
          </p:cNvPr>
          <p:cNvSpPr>
            <a:spLocks noChangeArrowheads="1"/>
          </p:cNvSpPr>
          <p:nvPr/>
        </p:nvSpPr>
        <p:spPr bwMode="auto">
          <a:xfrm>
            <a:off x="844550" y="2879903"/>
            <a:ext cx="10084709" cy="738664"/>
          </a:xfrm>
          <a:prstGeom prst="rect">
            <a:avLst/>
          </a:prstGeom>
          <a:noFill/>
          <a:ln>
            <a:noFill/>
          </a:ln>
          <a:effectLst/>
        </p:spPr>
        <p:txBody>
          <a:bodyPr vert="horz" wrap="square" lIns="91440" tIns="45720" rIns="91440" bIns="45720" numCol="1" anchor="ctr" anchorCtr="0" compatLnSpc="1">
            <a:prstTxWarp prst="textNoShape">
              <a:avLst/>
            </a:prstTxWarp>
            <a:spAutoFit/>
          </a:bodyPr>
          <a:lstStyle/>
          <a:p>
            <a:pPr marL="342900" marR="0" lvl="0" indent="-342900" algn="l" defTabSz="914400" rtl="0" eaLnBrk="0" fontAlgn="t" latinLnBrk="0" hangingPunct="0">
              <a:lnSpc>
                <a:spcPct val="100000"/>
              </a:lnSpc>
              <a:spcBef>
                <a:spcPct val="0"/>
              </a:spcBef>
              <a:spcAft>
                <a:spcPct val="0"/>
              </a:spcAft>
              <a:buClrTx/>
              <a:buSzTx/>
              <a:buFont typeface="Wingdings" panose="05000000000000000000" pitchFamily="2" charset="2"/>
              <a:buChar char="Ø"/>
              <a:tabLst/>
            </a:pPr>
            <a:r>
              <a:rPr lang="zh-CN" altLang="zh-CN" sz="2400" kern="0" dirty="0">
                <a:solidFill>
                  <a:srgbClr val="202020"/>
                </a:solidFill>
                <a:latin typeface="Gill Sans MT" panose="020B0502020104020203" pitchFamily="34" charset="0"/>
                <a:cs typeface="Helvetica"/>
              </a:rPr>
              <a:t>Parameters:</a:t>
            </a:r>
            <a:endParaRPr lang="zh-CN" altLang="zh-CN" kern="0" dirty="0">
              <a:solidFill>
                <a:srgbClr val="202020"/>
              </a:solidFill>
              <a:latin typeface="Gill Sans MT" panose="020B0502020104020203" pitchFamily="34" charset="0"/>
              <a:cs typeface="Helvetica"/>
            </a:endParaRPr>
          </a:p>
          <a:p>
            <a:pPr marL="457200" marR="0" lvl="1" indent="0" algn="l" defTabSz="914400" rtl="0" eaLnBrk="0" fontAlgn="base" latinLnBrk="0" hangingPunct="0">
              <a:lnSpc>
                <a:spcPct val="100000"/>
              </a:lnSpc>
              <a:spcBef>
                <a:spcPct val="0"/>
              </a:spcBef>
              <a:spcAft>
                <a:spcPct val="0"/>
              </a:spcAft>
              <a:buClrTx/>
              <a:buSzTx/>
              <a:buFontTx/>
              <a:buChar char="•"/>
              <a:tabLst/>
            </a:pPr>
            <a:r>
              <a:rPr lang="en-US" altLang="zh-CN" kern="0" dirty="0">
                <a:solidFill>
                  <a:srgbClr val="202020"/>
                </a:solidFill>
                <a:latin typeface="Gill Sans MT" panose="020B0502020104020203" pitchFamily="34" charset="0"/>
                <a:cs typeface="Helvetica"/>
              </a:rPr>
              <a:t> </a:t>
            </a:r>
            <a:r>
              <a:rPr lang="en-US" altLang="zh-CN" kern="0" dirty="0" err="1">
                <a:solidFill>
                  <a:srgbClr val="C00000"/>
                </a:solidFill>
                <a:latin typeface="Gill Sans MT" panose="020B0502020104020203" pitchFamily="34" charset="0"/>
                <a:cs typeface="Helvetica"/>
              </a:rPr>
              <a:t>cond</a:t>
            </a:r>
            <a:r>
              <a:rPr lang="en-US" altLang="zh-CN" kern="0" dirty="0">
                <a:solidFill>
                  <a:srgbClr val="C00000"/>
                </a:solidFill>
                <a:latin typeface="Gill Sans MT" panose="020B0502020104020203" pitchFamily="34" charset="0"/>
                <a:cs typeface="Helvetica"/>
              </a:rPr>
              <a:t>: </a:t>
            </a:r>
            <a:r>
              <a:rPr lang="en-US" altLang="zh-CN" kern="0" dirty="0">
                <a:solidFill>
                  <a:schemeClr val="tx1">
                    <a:lumMod val="50000"/>
                  </a:schemeClr>
                </a:solidFill>
                <a:latin typeface="Gill Sans MT" panose="020B0502020104020203" pitchFamily="34" charset="0"/>
                <a:cs typeface="Helvetica"/>
              </a:rPr>
              <a:t>pointer to the condition variable.</a:t>
            </a:r>
            <a:endParaRPr lang="zh-CN" altLang="en-US" kern="0" dirty="0">
              <a:solidFill>
                <a:schemeClr val="tx1">
                  <a:lumMod val="50000"/>
                </a:schemeClr>
              </a:solidFill>
              <a:latin typeface="Gill Sans MT" panose="020B0502020104020203" pitchFamily="34" charset="0"/>
              <a:cs typeface="Helvetica"/>
            </a:endParaRPr>
          </a:p>
        </p:txBody>
      </p:sp>
      <p:sp>
        <p:nvSpPr>
          <p:cNvPr id="19" name="文本框 18">
            <a:extLst>
              <a:ext uri="{FF2B5EF4-FFF2-40B4-BE49-F238E27FC236}">
                <a16:creationId xmlns:a16="http://schemas.microsoft.com/office/drawing/2014/main" id="{5CABB9FE-E2BB-4A06-2289-2E62E1541A6C}"/>
              </a:ext>
            </a:extLst>
          </p:cNvPr>
          <p:cNvSpPr txBox="1"/>
          <p:nvPr/>
        </p:nvSpPr>
        <p:spPr>
          <a:xfrm>
            <a:off x="844550" y="3757067"/>
            <a:ext cx="6096000" cy="461665"/>
          </a:xfrm>
          <a:prstGeom prst="rect">
            <a:avLst/>
          </a:prstGeom>
          <a:noFill/>
          <a:ln w="12700" cap="flat">
            <a:noFill/>
            <a:miter lim="400000"/>
          </a:ln>
          <a:effectLst/>
          <a:sp3d/>
        </p:spPr>
        <p:style>
          <a:lnRef idx="0">
            <a:scrgbClr r="0" g="0" b="0"/>
          </a:lnRef>
          <a:fillRef idx="0">
            <a:scrgbClr r="0" g="0" b="0"/>
          </a:fillRef>
          <a:effectRef idx="0">
            <a:scrgbClr r="0" g="0" b="0"/>
          </a:effectRef>
          <a:fontRef idx="none"/>
        </p:style>
        <p:txBody>
          <a:bodyPr wrap="square">
            <a:spAutoFit/>
          </a:bodyPr>
          <a:lstStyle/>
          <a:p>
            <a:pPr marL="289152" marR="0" lvl="0" indent="-289152" algn="l" defTabSz="412750" rtl="0" eaLnBrk="1" fontAlgn="auto" latinLnBrk="0" hangingPunct="1">
              <a:lnSpc>
                <a:spcPct val="100000"/>
              </a:lnSpc>
              <a:spcBef>
                <a:spcPts val="2950"/>
              </a:spcBef>
              <a:spcAft>
                <a:spcPts val="0"/>
              </a:spcAft>
              <a:buClrTx/>
              <a:buSzPct val="100000"/>
              <a:buFont typeface="Wingdings" panose="05000000000000000000" pitchFamily="2" charset="2"/>
              <a:buChar char="Ø"/>
              <a:tabLst/>
              <a:defRPr/>
            </a:pPr>
            <a:r>
              <a:rPr kumimoji="0" lang="en-US" altLang="zh-CN" sz="2400" b="0" i="0" u="none" strike="noStrike" kern="0" cap="none" spc="0" normalizeH="0" baseline="0" noProof="0" dirty="0">
                <a:ln>
                  <a:noFill/>
                </a:ln>
                <a:solidFill>
                  <a:srgbClr val="202020"/>
                </a:solidFill>
                <a:effectLst/>
                <a:uLnTx/>
                <a:uFillTx/>
                <a:latin typeface="Gill Sans MT" panose="020B0502020104020203" pitchFamily="34" charset="0"/>
                <a:cs typeface="Helvetica"/>
                <a:sym typeface="Helvetica"/>
              </a:rPr>
              <a:t>Example:</a:t>
            </a:r>
            <a:endParaRPr lang="en-US" altLang="zh-CN" sz="2400" kern="0" dirty="0">
              <a:solidFill>
                <a:srgbClr val="202020"/>
              </a:solidFill>
              <a:latin typeface="Gill Sans MT" panose="020B0502020104020203" pitchFamily="34" charset="0"/>
              <a:cs typeface="Helvetica"/>
              <a:sym typeface="Helvetica"/>
            </a:endParaRPr>
          </a:p>
        </p:txBody>
      </p:sp>
      <p:sp>
        <p:nvSpPr>
          <p:cNvPr id="20" name="文本框 19">
            <a:extLst>
              <a:ext uri="{FF2B5EF4-FFF2-40B4-BE49-F238E27FC236}">
                <a16:creationId xmlns:a16="http://schemas.microsoft.com/office/drawing/2014/main" id="{3169D8BD-A06F-D6F6-ABD3-B05ED15363F3}"/>
              </a:ext>
            </a:extLst>
          </p:cNvPr>
          <p:cNvSpPr txBox="1"/>
          <p:nvPr/>
        </p:nvSpPr>
        <p:spPr>
          <a:xfrm>
            <a:off x="1262740" y="4282153"/>
            <a:ext cx="10084709" cy="1200329"/>
          </a:xfrm>
          <a:prstGeom prst="rect">
            <a:avLst/>
          </a:prstGeom>
          <a:noFill/>
          <a:ln w="12700" cap="flat">
            <a:solidFill>
              <a:schemeClr val="tx1"/>
            </a:solidFill>
            <a:miter lim="400000"/>
          </a:ln>
          <a:effectLst/>
          <a:sp3d/>
        </p:spPr>
        <p:style>
          <a:lnRef idx="0">
            <a:scrgbClr r="0" g="0" b="0"/>
          </a:lnRef>
          <a:fillRef idx="0">
            <a:scrgbClr r="0" g="0" b="0"/>
          </a:fillRef>
          <a:effectRef idx="0">
            <a:scrgbClr r="0" g="0" b="0"/>
          </a:effectRef>
          <a:fontRef idx="none"/>
        </p:style>
        <p:txBody>
          <a:bodyPr wrap="square">
            <a:spAutoFit/>
          </a:bodyPr>
          <a:lstStyle/>
          <a:p>
            <a:pPr algn="l"/>
            <a:r>
              <a:rPr lang="en-US" altLang="zh-CN" b="0" i="0" dirty="0" err="1">
                <a:solidFill>
                  <a:srgbClr val="5C5C5C"/>
                </a:solidFill>
                <a:effectLst/>
                <a:latin typeface="Consolas" panose="020B0609020204030204" pitchFamily="49" charset="0"/>
              </a:rPr>
              <a:t>pthread_mutex_lock</a:t>
            </a:r>
            <a:r>
              <a:rPr lang="en-US" altLang="zh-CN" b="0" i="0" dirty="0">
                <a:solidFill>
                  <a:srgbClr val="5C5C5C"/>
                </a:solidFill>
                <a:effectLst/>
                <a:latin typeface="Consolas" panose="020B0609020204030204" pitchFamily="49" charset="0"/>
              </a:rPr>
              <a:t>(&amp;mutex);</a:t>
            </a:r>
          </a:p>
          <a:p>
            <a:pPr algn="l"/>
            <a:r>
              <a:rPr lang="en-US" altLang="zh-CN" b="0" i="1" dirty="0">
                <a:solidFill>
                  <a:srgbClr val="A0A1A7"/>
                </a:solidFill>
                <a:effectLst/>
                <a:latin typeface="Consolas" panose="020B0609020204030204" pitchFamily="49" charset="0"/>
              </a:rPr>
              <a:t>// Change the condition</a:t>
            </a:r>
            <a:endParaRPr lang="en-US" altLang="zh-CN" b="0" i="0" dirty="0">
              <a:solidFill>
                <a:srgbClr val="5C5C5C"/>
              </a:solidFill>
              <a:effectLst/>
              <a:latin typeface="Consolas" panose="020B0609020204030204" pitchFamily="49" charset="0"/>
            </a:endParaRPr>
          </a:p>
          <a:p>
            <a:pPr algn="l"/>
            <a:r>
              <a:rPr lang="en-US" altLang="zh-CN" b="0" i="0" dirty="0" err="1">
                <a:solidFill>
                  <a:srgbClr val="5C5C5C"/>
                </a:solidFill>
                <a:effectLst/>
                <a:latin typeface="Consolas" panose="020B0609020204030204" pitchFamily="49" charset="0"/>
              </a:rPr>
              <a:t>pthread_cond_signal</a:t>
            </a:r>
            <a:r>
              <a:rPr lang="en-US" altLang="zh-CN" b="0" i="0" dirty="0">
                <a:solidFill>
                  <a:srgbClr val="5C5C5C"/>
                </a:solidFill>
                <a:effectLst/>
                <a:latin typeface="Consolas" panose="020B0609020204030204" pitchFamily="49" charset="0"/>
              </a:rPr>
              <a:t>(&amp;</a:t>
            </a:r>
            <a:r>
              <a:rPr lang="en-US" altLang="zh-CN" b="0" i="0" dirty="0" err="1">
                <a:solidFill>
                  <a:srgbClr val="5C5C5C"/>
                </a:solidFill>
                <a:effectLst/>
                <a:latin typeface="Consolas" panose="020B0609020204030204" pitchFamily="49" charset="0"/>
              </a:rPr>
              <a:t>cond</a:t>
            </a:r>
            <a:r>
              <a:rPr lang="en-US" altLang="zh-CN" b="0" i="0" dirty="0">
                <a:solidFill>
                  <a:srgbClr val="5C5C5C"/>
                </a:solidFill>
                <a:effectLst/>
                <a:latin typeface="Consolas" panose="020B0609020204030204" pitchFamily="49" charset="0"/>
              </a:rPr>
              <a:t>);</a:t>
            </a:r>
          </a:p>
          <a:p>
            <a:pPr algn="l"/>
            <a:r>
              <a:rPr lang="en-US" altLang="zh-CN" b="0" i="0" dirty="0" err="1">
                <a:solidFill>
                  <a:srgbClr val="5C5C5C"/>
                </a:solidFill>
                <a:effectLst/>
                <a:latin typeface="Consolas" panose="020B0609020204030204" pitchFamily="49" charset="0"/>
              </a:rPr>
              <a:t>pthread_mutex_unlock</a:t>
            </a:r>
            <a:r>
              <a:rPr lang="en-US" altLang="zh-CN" b="0" i="0" dirty="0">
                <a:solidFill>
                  <a:srgbClr val="5C5C5C"/>
                </a:solidFill>
                <a:effectLst/>
                <a:latin typeface="Consolas" panose="020B0609020204030204" pitchFamily="49" charset="0"/>
              </a:rPr>
              <a:t>(&amp;mutex);</a:t>
            </a:r>
          </a:p>
        </p:txBody>
      </p:sp>
    </p:spTree>
    <p:extLst>
      <p:ext uri="{BB962C8B-B14F-4D97-AF65-F5344CB8AC3E}">
        <p14:creationId xmlns:p14="http://schemas.microsoft.com/office/powerpoint/2010/main" val="1359561166"/>
      </p:ext>
    </p:extLst>
  </p:cSld>
  <p:clrMapOvr>
    <a:masterClrMapping/>
  </p:clrMapOvr>
  <p:transition spd="med"/>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2715A2E-656D-EC5D-FDE7-230488526EFC}"/>
              </a:ext>
            </a:extLst>
          </p:cNvPr>
          <p:cNvSpPr>
            <a:spLocks noGrp="1"/>
          </p:cNvSpPr>
          <p:nvPr>
            <p:ph type="title"/>
          </p:nvPr>
        </p:nvSpPr>
        <p:spPr/>
        <p:txBody>
          <a:bodyPr/>
          <a:lstStyle/>
          <a:p>
            <a:r>
              <a:rPr lang="en-US" dirty="0"/>
              <a:t>Question 3 Solution</a:t>
            </a:r>
          </a:p>
        </p:txBody>
      </p:sp>
      <p:sp>
        <p:nvSpPr>
          <p:cNvPr id="4" name="Slide Number Placeholder 3">
            <a:extLst>
              <a:ext uri="{FF2B5EF4-FFF2-40B4-BE49-F238E27FC236}">
                <a16:creationId xmlns:a16="http://schemas.microsoft.com/office/drawing/2014/main" id="{C903FAE4-3A59-50C4-1BA6-A9AEC61D52CB}"/>
              </a:ext>
            </a:extLst>
          </p:cNvPr>
          <p:cNvSpPr>
            <a:spLocks noGrp="1"/>
          </p:cNvSpPr>
          <p:nvPr>
            <p:ph type="sldNum" sz="quarter" idx="2"/>
          </p:nvPr>
        </p:nvSpPr>
        <p:spPr>
          <a:xfrm>
            <a:off x="11686121" y="6400800"/>
            <a:ext cx="218008" cy="379591"/>
          </a:xfrm>
        </p:spPr>
        <p:txBody>
          <a:bodyPr/>
          <a:lstStyle/>
          <a:p>
            <a:pPr marL="0" marR="0" lvl="0" indent="0" algn="ctr" defTabSz="412750" rtl="0" eaLnBrk="1" fontAlgn="auto" latinLnBrk="0" hangingPunct="0">
              <a:lnSpc>
                <a:spcPct val="100000"/>
              </a:lnSpc>
              <a:spcBef>
                <a:spcPts val="0"/>
              </a:spcBef>
              <a:spcAft>
                <a:spcPts val="0"/>
              </a:spcAft>
              <a:buClrTx/>
              <a:buSzTx/>
              <a:buFontTx/>
              <a:buNone/>
              <a:tabLst/>
              <a:defRPr/>
            </a:pPr>
            <a:fld id="{86CB4B4D-7CA3-9044-876B-883B54F8677D}" type="slidenum">
              <a:rPr kumimoji="0" lang="en-US" sz="1800" b="0" i="0" u="none" strike="noStrike" kern="0" cap="none" spc="0" normalizeH="0" baseline="0" noProof="0">
                <a:ln>
                  <a:noFill/>
                </a:ln>
                <a:solidFill>
                  <a:srgbClr val="800080"/>
                </a:solidFill>
                <a:effectLst/>
                <a:uLnTx/>
                <a:uFillTx/>
                <a:latin typeface="Gill Sans MT" panose="020B0502020104020203" pitchFamily="34" charset="0"/>
                <a:cs typeface="Helvetica"/>
                <a:sym typeface="Helvetica"/>
              </a:rPr>
              <a:pPr marL="0" marR="0" lvl="0" indent="0" algn="ctr" defTabSz="412750" rtl="0" eaLnBrk="1" fontAlgn="auto" latinLnBrk="0" hangingPunct="0">
                <a:lnSpc>
                  <a:spcPct val="100000"/>
                </a:lnSpc>
                <a:spcBef>
                  <a:spcPts val="0"/>
                </a:spcBef>
                <a:spcAft>
                  <a:spcPts val="0"/>
                </a:spcAft>
                <a:buClrTx/>
                <a:buSzTx/>
                <a:buFontTx/>
                <a:buNone/>
                <a:tabLst/>
                <a:defRPr/>
              </a:pPr>
              <a:t>19</a:t>
            </a:fld>
            <a:endParaRPr kumimoji="0" lang="en-US" sz="1800" b="0" i="0" u="none" strike="noStrike" kern="0" cap="none" spc="0" normalizeH="0" baseline="0" noProof="0">
              <a:ln>
                <a:noFill/>
              </a:ln>
              <a:solidFill>
                <a:srgbClr val="800080"/>
              </a:solidFill>
              <a:effectLst/>
              <a:uLnTx/>
              <a:uFillTx/>
              <a:latin typeface="Gill Sans MT" panose="020B0502020104020203" pitchFamily="34" charset="0"/>
              <a:cs typeface="Helvetica"/>
              <a:sym typeface="Helvetica"/>
            </a:endParaRPr>
          </a:p>
        </p:txBody>
      </p:sp>
      <p:sp>
        <p:nvSpPr>
          <p:cNvPr id="5" name="文本框 8">
            <a:extLst>
              <a:ext uri="{FF2B5EF4-FFF2-40B4-BE49-F238E27FC236}">
                <a16:creationId xmlns:a16="http://schemas.microsoft.com/office/drawing/2014/main" id="{8F36E625-385C-74EA-5F44-3F24878C63BE}"/>
              </a:ext>
            </a:extLst>
          </p:cNvPr>
          <p:cNvSpPr txBox="1"/>
          <p:nvPr/>
        </p:nvSpPr>
        <p:spPr>
          <a:xfrm>
            <a:off x="90442" y="1189377"/>
            <a:ext cx="5024251" cy="5262979"/>
          </a:xfrm>
          <a:prstGeom prst="rect">
            <a:avLst/>
          </a:prstGeom>
          <a:noFill/>
          <a:ln>
            <a:solidFill>
              <a:schemeClr val="tx1"/>
            </a:solidFill>
          </a:ln>
        </p:spPr>
        <p:txBody>
          <a:bodyPr wrap="square" numCol="1">
            <a:spAutoFit/>
          </a:bodyPr>
          <a:lstStyle/>
          <a:p>
            <a:pPr algn="l"/>
            <a:r>
              <a:rPr lang="en-HK" altLang="zh-CN" sz="1200" b="0" i="0" dirty="0">
                <a:solidFill>
                  <a:srgbClr val="4078F2"/>
                </a:solidFill>
                <a:effectLst/>
                <a:latin typeface="Consolas" panose="020B0609020204030204" pitchFamily="49" charset="0"/>
              </a:rPr>
              <a:t>#include </a:t>
            </a:r>
            <a:r>
              <a:rPr lang="en-HK" altLang="zh-CN" sz="1200" b="0" i="0" dirty="0">
                <a:solidFill>
                  <a:srgbClr val="50A14F"/>
                </a:solidFill>
                <a:effectLst/>
                <a:latin typeface="Consolas" panose="020B0609020204030204" pitchFamily="49" charset="0"/>
              </a:rPr>
              <a:t>&lt;</a:t>
            </a:r>
            <a:r>
              <a:rPr lang="en-HK" altLang="zh-CN" sz="1200" b="0" i="0" dirty="0" err="1">
                <a:solidFill>
                  <a:srgbClr val="50A14F"/>
                </a:solidFill>
                <a:effectLst/>
                <a:latin typeface="Consolas" panose="020B0609020204030204" pitchFamily="49" charset="0"/>
              </a:rPr>
              <a:t>stdio.h</a:t>
            </a:r>
            <a:r>
              <a:rPr lang="en-HK" altLang="zh-CN" sz="1200" b="0" i="0" dirty="0">
                <a:solidFill>
                  <a:srgbClr val="50A14F"/>
                </a:solidFill>
                <a:effectLst/>
                <a:latin typeface="Consolas" panose="020B0609020204030204" pitchFamily="49" charset="0"/>
              </a:rPr>
              <a:t>&gt;</a:t>
            </a:r>
            <a:endParaRPr lang="en-HK" altLang="zh-CN" sz="1200" b="0" i="0" dirty="0">
              <a:solidFill>
                <a:srgbClr val="5C5C5C"/>
              </a:solidFill>
              <a:effectLst/>
              <a:latin typeface="Consolas" panose="020B0609020204030204" pitchFamily="49" charset="0"/>
            </a:endParaRPr>
          </a:p>
          <a:p>
            <a:pPr algn="l"/>
            <a:r>
              <a:rPr lang="en-HK" altLang="zh-CN" sz="1200" b="0" i="0" dirty="0">
                <a:solidFill>
                  <a:srgbClr val="4078F2"/>
                </a:solidFill>
                <a:effectLst/>
                <a:latin typeface="Consolas" panose="020B0609020204030204" pitchFamily="49" charset="0"/>
              </a:rPr>
              <a:t>#include </a:t>
            </a:r>
            <a:r>
              <a:rPr lang="en-HK" altLang="zh-CN" sz="1200" b="0" i="0" dirty="0">
                <a:solidFill>
                  <a:srgbClr val="50A14F"/>
                </a:solidFill>
                <a:effectLst/>
                <a:latin typeface="Consolas" panose="020B0609020204030204" pitchFamily="49" charset="0"/>
              </a:rPr>
              <a:t>&lt;</a:t>
            </a:r>
            <a:r>
              <a:rPr lang="en-HK" altLang="zh-CN" sz="1200" b="0" i="0" dirty="0" err="1">
                <a:solidFill>
                  <a:srgbClr val="50A14F"/>
                </a:solidFill>
                <a:effectLst/>
                <a:latin typeface="Consolas" panose="020B0609020204030204" pitchFamily="49" charset="0"/>
              </a:rPr>
              <a:t>pthread.h</a:t>
            </a:r>
            <a:r>
              <a:rPr lang="en-HK" altLang="zh-CN" sz="1200" b="0" i="0" dirty="0">
                <a:solidFill>
                  <a:srgbClr val="50A14F"/>
                </a:solidFill>
                <a:effectLst/>
                <a:latin typeface="Consolas" panose="020B0609020204030204" pitchFamily="49" charset="0"/>
              </a:rPr>
              <a:t>&gt;</a:t>
            </a:r>
            <a:endParaRPr lang="en-HK" altLang="zh-CN" sz="1200" b="0" i="0" dirty="0">
              <a:solidFill>
                <a:srgbClr val="5C5C5C"/>
              </a:solidFill>
              <a:effectLst/>
              <a:latin typeface="Consolas" panose="020B0609020204030204" pitchFamily="49" charset="0"/>
            </a:endParaRPr>
          </a:p>
          <a:p>
            <a:pPr algn="l"/>
            <a:r>
              <a:rPr lang="en-HK" altLang="zh-CN" sz="1200" b="0" i="0" dirty="0">
                <a:solidFill>
                  <a:srgbClr val="4078F2"/>
                </a:solidFill>
                <a:effectLst/>
                <a:latin typeface="Consolas" panose="020B0609020204030204" pitchFamily="49" charset="0"/>
              </a:rPr>
              <a:t>#include </a:t>
            </a:r>
            <a:r>
              <a:rPr lang="en-HK" altLang="zh-CN" sz="1200" b="0" i="0" dirty="0">
                <a:solidFill>
                  <a:srgbClr val="50A14F"/>
                </a:solidFill>
                <a:effectLst/>
                <a:latin typeface="Consolas" panose="020B0609020204030204" pitchFamily="49" charset="0"/>
              </a:rPr>
              <a:t>&lt;</a:t>
            </a:r>
            <a:r>
              <a:rPr lang="en-HK" altLang="zh-CN" sz="1200" b="0" i="0" dirty="0" err="1">
                <a:solidFill>
                  <a:srgbClr val="50A14F"/>
                </a:solidFill>
                <a:effectLst/>
                <a:latin typeface="Consolas" panose="020B0609020204030204" pitchFamily="49" charset="0"/>
              </a:rPr>
              <a:t>unistd.h</a:t>
            </a:r>
            <a:r>
              <a:rPr lang="en-HK" altLang="zh-CN" sz="1200" b="0" i="0" dirty="0">
                <a:solidFill>
                  <a:srgbClr val="50A14F"/>
                </a:solidFill>
                <a:effectLst/>
                <a:latin typeface="Consolas" panose="020B0609020204030204" pitchFamily="49" charset="0"/>
              </a:rPr>
              <a:t>&gt;</a:t>
            </a:r>
          </a:p>
          <a:p>
            <a:pPr algn="l"/>
            <a:endParaRPr lang="en-HK" altLang="zh-CN" sz="1200" b="0" i="0" dirty="0">
              <a:solidFill>
                <a:srgbClr val="5C5C5C"/>
              </a:solidFill>
              <a:effectLst/>
              <a:latin typeface="Consolas" panose="020B0609020204030204" pitchFamily="49" charset="0"/>
            </a:endParaRPr>
          </a:p>
          <a:p>
            <a:pPr algn="l"/>
            <a:r>
              <a:rPr lang="en-HK" altLang="zh-CN" sz="1200" b="0" i="0" dirty="0">
                <a:solidFill>
                  <a:srgbClr val="4078F2"/>
                </a:solidFill>
                <a:effectLst/>
                <a:latin typeface="Consolas" panose="020B0609020204030204" pitchFamily="49" charset="0"/>
              </a:rPr>
              <a:t>#define MAX_MEAT 5</a:t>
            </a:r>
            <a:endParaRPr lang="en-HK" altLang="zh-CN" sz="1200" b="0" i="0" dirty="0">
              <a:solidFill>
                <a:srgbClr val="5C5C5C"/>
              </a:solidFill>
              <a:effectLst/>
              <a:latin typeface="Consolas" panose="020B0609020204030204" pitchFamily="49" charset="0"/>
            </a:endParaRPr>
          </a:p>
          <a:p>
            <a:pPr algn="l"/>
            <a:r>
              <a:rPr lang="en-HK" altLang="zh-CN" sz="1200" b="0" i="0" dirty="0">
                <a:solidFill>
                  <a:srgbClr val="4078F2"/>
                </a:solidFill>
                <a:effectLst/>
                <a:latin typeface="Consolas" panose="020B0609020204030204" pitchFamily="49" charset="0"/>
              </a:rPr>
              <a:t>#define MAX_BREAD 10</a:t>
            </a:r>
          </a:p>
          <a:p>
            <a:pPr algn="l"/>
            <a:endParaRPr lang="en-HK" altLang="zh-CN" sz="1200" b="0" i="0" dirty="0">
              <a:solidFill>
                <a:srgbClr val="5C5C5C"/>
              </a:solidFill>
              <a:effectLst/>
              <a:latin typeface="Consolas" panose="020B0609020204030204" pitchFamily="49" charset="0"/>
            </a:endParaRPr>
          </a:p>
          <a:p>
            <a:pPr algn="l"/>
            <a:r>
              <a:rPr lang="en-HK" altLang="zh-CN" sz="1200" b="0" i="0" dirty="0" err="1">
                <a:solidFill>
                  <a:srgbClr val="A626A4"/>
                </a:solidFill>
                <a:effectLst/>
                <a:latin typeface="Consolas" panose="020B0609020204030204" pitchFamily="49" charset="0"/>
              </a:rPr>
              <a:t>pthread_mutex_t</a:t>
            </a:r>
            <a:r>
              <a:rPr lang="en-HK" altLang="zh-CN" sz="1200" b="0" i="0" dirty="0">
                <a:solidFill>
                  <a:srgbClr val="5C5C5C"/>
                </a:solidFill>
                <a:effectLst/>
                <a:latin typeface="Consolas" panose="020B0609020204030204" pitchFamily="49" charset="0"/>
              </a:rPr>
              <a:t> mutex = PTHREAD_MUTEX_INITIALIZER;</a:t>
            </a:r>
          </a:p>
          <a:p>
            <a:pPr algn="l"/>
            <a:r>
              <a:rPr lang="en-HK" altLang="zh-CN" sz="1200" b="0" i="0" dirty="0" err="1">
                <a:solidFill>
                  <a:srgbClr val="A626A4"/>
                </a:solidFill>
                <a:effectLst/>
                <a:latin typeface="Consolas" panose="020B0609020204030204" pitchFamily="49" charset="0"/>
              </a:rPr>
              <a:t>pthread_cond_t</a:t>
            </a:r>
            <a:r>
              <a:rPr lang="en-HK" altLang="zh-CN" sz="1200" b="0" i="0" dirty="0">
                <a:solidFill>
                  <a:srgbClr val="5C5C5C"/>
                </a:solidFill>
                <a:effectLst/>
                <a:latin typeface="Consolas" panose="020B0609020204030204" pitchFamily="49" charset="0"/>
              </a:rPr>
              <a:t> </a:t>
            </a:r>
            <a:r>
              <a:rPr lang="en-HK" altLang="zh-CN" sz="1200" b="0" i="0" dirty="0" err="1">
                <a:solidFill>
                  <a:srgbClr val="5C5C5C"/>
                </a:solidFill>
                <a:effectLst/>
                <a:latin typeface="Consolas" panose="020B0609020204030204" pitchFamily="49" charset="0"/>
              </a:rPr>
              <a:t>cond_meat</a:t>
            </a:r>
            <a:r>
              <a:rPr lang="en-HK" altLang="zh-CN" sz="1200" b="0" i="0" dirty="0">
                <a:solidFill>
                  <a:srgbClr val="5C5C5C"/>
                </a:solidFill>
                <a:effectLst/>
                <a:latin typeface="Consolas" panose="020B0609020204030204" pitchFamily="49" charset="0"/>
              </a:rPr>
              <a:t> = PTHREAD_COND_INITIALIZER;</a:t>
            </a:r>
          </a:p>
          <a:p>
            <a:pPr algn="l"/>
            <a:r>
              <a:rPr lang="en-HK" altLang="zh-CN" sz="1200" b="0" i="0" dirty="0" err="1">
                <a:solidFill>
                  <a:srgbClr val="A626A4"/>
                </a:solidFill>
                <a:effectLst/>
                <a:latin typeface="Consolas" panose="020B0609020204030204" pitchFamily="49" charset="0"/>
              </a:rPr>
              <a:t>pthread_cond_t</a:t>
            </a:r>
            <a:r>
              <a:rPr lang="en-HK" altLang="zh-CN" sz="1200" b="0" i="0" dirty="0">
                <a:solidFill>
                  <a:srgbClr val="5C5C5C"/>
                </a:solidFill>
                <a:effectLst/>
                <a:latin typeface="Consolas" panose="020B0609020204030204" pitchFamily="49" charset="0"/>
              </a:rPr>
              <a:t> </a:t>
            </a:r>
            <a:r>
              <a:rPr lang="en-HK" altLang="zh-CN" sz="1200" b="0" i="0" dirty="0" err="1">
                <a:solidFill>
                  <a:srgbClr val="5C5C5C"/>
                </a:solidFill>
                <a:effectLst/>
                <a:latin typeface="Consolas" panose="020B0609020204030204" pitchFamily="49" charset="0"/>
              </a:rPr>
              <a:t>cond_bread</a:t>
            </a:r>
            <a:r>
              <a:rPr lang="en-HK" altLang="zh-CN" sz="1200" b="0" i="0" dirty="0">
                <a:solidFill>
                  <a:srgbClr val="5C5C5C"/>
                </a:solidFill>
                <a:effectLst/>
                <a:latin typeface="Consolas" panose="020B0609020204030204" pitchFamily="49" charset="0"/>
              </a:rPr>
              <a:t> = PTHREAD_COND_INITIALIZER;</a:t>
            </a:r>
          </a:p>
          <a:p>
            <a:pPr algn="l"/>
            <a:endParaRPr lang="en-HK" altLang="zh-CN" sz="1200" b="0" i="0" dirty="0">
              <a:solidFill>
                <a:srgbClr val="5C5C5C"/>
              </a:solidFill>
              <a:effectLst/>
              <a:latin typeface="Consolas" panose="020B0609020204030204" pitchFamily="49" charset="0"/>
            </a:endParaRPr>
          </a:p>
          <a:p>
            <a:pPr algn="l"/>
            <a:r>
              <a:rPr lang="en-HK" altLang="zh-CN" sz="1200" b="0" i="0" dirty="0">
                <a:solidFill>
                  <a:srgbClr val="A626A4"/>
                </a:solidFill>
                <a:effectLst/>
                <a:latin typeface="Consolas" panose="020B0609020204030204" pitchFamily="49" charset="0"/>
              </a:rPr>
              <a:t>int</a:t>
            </a:r>
            <a:r>
              <a:rPr lang="en-HK" altLang="zh-CN" sz="1200" b="0" i="0" dirty="0">
                <a:solidFill>
                  <a:srgbClr val="5C5C5C"/>
                </a:solidFill>
                <a:effectLst/>
                <a:latin typeface="Consolas" panose="020B0609020204030204" pitchFamily="49" charset="0"/>
              </a:rPr>
              <a:t> meat = </a:t>
            </a:r>
            <a:r>
              <a:rPr lang="en-HK" altLang="zh-CN" sz="1200" b="0" i="0" dirty="0">
                <a:solidFill>
                  <a:srgbClr val="986801"/>
                </a:solidFill>
                <a:effectLst/>
                <a:latin typeface="Consolas" panose="020B0609020204030204" pitchFamily="49" charset="0"/>
              </a:rPr>
              <a:t>0</a:t>
            </a:r>
            <a:r>
              <a:rPr lang="en-HK" altLang="zh-CN" sz="1200" b="0" i="0" dirty="0">
                <a:solidFill>
                  <a:srgbClr val="5C5C5C"/>
                </a:solidFill>
                <a:effectLst/>
                <a:latin typeface="Consolas" panose="020B0609020204030204" pitchFamily="49" charset="0"/>
              </a:rPr>
              <a:t>;</a:t>
            </a:r>
          </a:p>
          <a:p>
            <a:pPr algn="l"/>
            <a:r>
              <a:rPr lang="en-HK" altLang="zh-CN" sz="1200" b="0" i="0" dirty="0">
                <a:solidFill>
                  <a:srgbClr val="A626A4"/>
                </a:solidFill>
                <a:effectLst/>
                <a:latin typeface="Consolas" panose="020B0609020204030204" pitchFamily="49" charset="0"/>
              </a:rPr>
              <a:t>int</a:t>
            </a:r>
            <a:r>
              <a:rPr lang="en-HK" altLang="zh-CN" sz="1200" b="0" i="0" dirty="0">
                <a:solidFill>
                  <a:srgbClr val="5C5C5C"/>
                </a:solidFill>
                <a:effectLst/>
                <a:latin typeface="Consolas" panose="020B0609020204030204" pitchFamily="49" charset="0"/>
              </a:rPr>
              <a:t> bread = </a:t>
            </a:r>
            <a:r>
              <a:rPr lang="en-HK" altLang="zh-CN" sz="1200" b="0" i="0" dirty="0">
                <a:solidFill>
                  <a:srgbClr val="986801"/>
                </a:solidFill>
                <a:effectLst/>
                <a:latin typeface="Consolas" panose="020B0609020204030204" pitchFamily="49" charset="0"/>
              </a:rPr>
              <a:t>0</a:t>
            </a:r>
            <a:r>
              <a:rPr lang="en-HK" altLang="zh-CN" sz="1200" b="0" i="0" dirty="0">
                <a:solidFill>
                  <a:srgbClr val="5C5C5C"/>
                </a:solidFill>
                <a:effectLst/>
                <a:latin typeface="Consolas" panose="020B0609020204030204" pitchFamily="49" charset="0"/>
              </a:rPr>
              <a:t>;</a:t>
            </a:r>
          </a:p>
          <a:p>
            <a:pPr algn="l"/>
            <a:r>
              <a:rPr lang="en-HK" altLang="zh-CN" sz="1200" b="0" i="0" dirty="0">
                <a:solidFill>
                  <a:srgbClr val="A626A4"/>
                </a:solidFill>
                <a:effectLst/>
                <a:latin typeface="Consolas" panose="020B0609020204030204" pitchFamily="49" charset="0"/>
              </a:rPr>
              <a:t>int</a:t>
            </a:r>
            <a:r>
              <a:rPr lang="en-HK" altLang="zh-CN" sz="1200" b="0" i="0" dirty="0">
                <a:solidFill>
                  <a:srgbClr val="5C5C5C"/>
                </a:solidFill>
                <a:effectLst/>
                <a:latin typeface="Consolas" panose="020B0609020204030204" pitchFamily="49" charset="0"/>
              </a:rPr>
              <a:t> shawarma = </a:t>
            </a:r>
            <a:r>
              <a:rPr lang="en-HK" altLang="zh-CN" sz="1200" b="0" i="0" dirty="0">
                <a:solidFill>
                  <a:srgbClr val="986801"/>
                </a:solidFill>
                <a:effectLst/>
                <a:latin typeface="Consolas" panose="020B0609020204030204" pitchFamily="49" charset="0"/>
              </a:rPr>
              <a:t>0</a:t>
            </a:r>
            <a:r>
              <a:rPr lang="en-HK" altLang="zh-CN" sz="1200" b="0" i="0" dirty="0">
                <a:solidFill>
                  <a:srgbClr val="5C5C5C"/>
                </a:solidFill>
                <a:effectLst/>
                <a:latin typeface="Consolas" panose="020B0609020204030204" pitchFamily="49" charset="0"/>
              </a:rPr>
              <a:t>;</a:t>
            </a:r>
          </a:p>
          <a:p>
            <a:pPr algn="l"/>
            <a:endParaRPr lang="en-HK" altLang="zh-CN" sz="1200" b="0" i="0" dirty="0">
              <a:solidFill>
                <a:srgbClr val="5C5C5C"/>
              </a:solidFill>
              <a:effectLst/>
              <a:latin typeface="Consolas" panose="020B0609020204030204" pitchFamily="49" charset="0"/>
            </a:endParaRPr>
          </a:p>
          <a:p>
            <a:pPr algn="l"/>
            <a:r>
              <a:rPr lang="en-HK" altLang="zh-CN" sz="1200" b="0" i="0" dirty="0">
                <a:solidFill>
                  <a:srgbClr val="A626A4"/>
                </a:solidFill>
                <a:effectLst/>
                <a:latin typeface="Consolas" panose="020B0609020204030204" pitchFamily="49" charset="0"/>
              </a:rPr>
              <a:t>void</a:t>
            </a:r>
            <a:r>
              <a:rPr lang="en-HK" altLang="zh-CN" sz="1200" b="0" i="0" dirty="0">
                <a:solidFill>
                  <a:srgbClr val="5C5C5C"/>
                </a:solidFill>
                <a:effectLst/>
                <a:latin typeface="Consolas" panose="020B0609020204030204" pitchFamily="49" charset="0"/>
              </a:rPr>
              <a:t>* </a:t>
            </a:r>
            <a:r>
              <a:rPr lang="en-HK" altLang="zh-CN" sz="1200" b="0" i="0" dirty="0" err="1">
                <a:solidFill>
                  <a:srgbClr val="4078F2"/>
                </a:solidFill>
                <a:effectLst/>
                <a:latin typeface="Consolas" panose="020B0609020204030204" pitchFamily="49" charset="0"/>
              </a:rPr>
              <a:t>meat_supplier</a:t>
            </a:r>
            <a:r>
              <a:rPr lang="en-HK" altLang="zh-CN" sz="1200" b="0" i="0" dirty="0">
                <a:solidFill>
                  <a:srgbClr val="5C5C5C"/>
                </a:solidFill>
                <a:effectLst/>
                <a:latin typeface="Consolas" panose="020B0609020204030204" pitchFamily="49" charset="0"/>
              </a:rPr>
              <a:t>(</a:t>
            </a:r>
            <a:r>
              <a:rPr lang="en-HK" altLang="zh-CN" sz="1200" b="0" i="0" dirty="0">
                <a:solidFill>
                  <a:srgbClr val="A626A4"/>
                </a:solidFill>
                <a:effectLst/>
                <a:latin typeface="Consolas" panose="020B0609020204030204" pitchFamily="49" charset="0"/>
              </a:rPr>
              <a:t>void</a:t>
            </a:r>
            <a:r>
              <a:rPr lang="en-HK" altLang="zh-CN" sz="1200" b="0" i="0" dirty="0">
                <a:solidFill>
                  <a:srgbClr val="5C5C5C"/>
                </a:solidFill>
                <a:effectLst/>
                <a:latin typeface="Consolas" panose="020B0609020204030204" pitchFamily="49" charset="0"/>
              </a:rPr>
              <a:t>* </a:t>
            </a:r>
            <a:r>
              <a:rPr lang="en-HK" altLang="zh-CN" sz="1200" b="0" i="0" dirty="0" err="1">
                <a:solidFill>
                  <a:srgbClr val="5C5C5C"/>
                </a:solidFill>
                <a:effectLst/>
                <a:latin typeface="Consolas" panose="020B0609020204030204" pitchFamily="49" charset="0"/>
              </a:rPr>
              <a:t>arg</a:t>
            </a:r>
            <a:r>
              <a:rPr lang="en-HK" altLang="zh-CN" sz="1200" b="0" i="0" dirty="0">
                <a:solidFill>
                  <a:srgbClr val="5C5C5C"/>
                </a:solidFill>
                <a:effectLst/>
                <a:latin typeface="Consolas" panose="020B0609020204030204" pitchFamily="49" charset="0"/>
              </a:rPr>
              <a:t>) {</a:t>
            </a:r>
          </a:p>
          <a:p>
            <a:pPr algn="l"/>
            <a:r>
              <a:rPr lang="en-HK" altLang="zh-CN" sz="1200" b="0" i="0" dirty="0">
                <a:solidFill>
                  <a:srgbClr val="5C5C5C"/>
                </a:solidFill>
                <a:effectLst/>
                <a:latin typeface="Consolas" panose="020B0609020204030204" pitchFamily="49" charset="0"/>
              </a:rPr>
              <a:t>    </a:t>
            </a:r>
            <a:r>
              <a:rPr lang="en-HK" altLang="zh-CN" sz="1200" b="0" i="0" dirty="0">
                <a:solidFill>
                  <a:srgbClr val="A626A4"/>
                </a:solidFill>
                <a:effectLst/>
                <a:latin typeface="Consolas" panose="020B0609020204030204" pitchFamily="49" charset="0"/>
              </a:rPr>
              <a:t>while</a:t>
            </a:r>
            <a:r>
              <a:rPr lang="en-HK" altLang="zh-CN" sz="1200" b="0" i="0" dirty="0">
                <a:solidFill>
                  <a:srgbClr val="5C5C5C"/>
                </a:solidFill>
                <a:effectLst/>
                <a:latin typeface="Consolas" panose="020B0609020204030204" pitchFamily="49" charset="0"/>
              </a:rPr>
              <a:t> (</a:t>
            </a:r>
            <a:r>
              <a:rPr lang="en-HK" altLang="zh-CN" sz="1200" b="0" i="0" dirty="0">
                <a:solidFill>
                  <a:srgbClr val="986801"/>
                </a:solidFill>
                <a:effectLst/>
                <a:latin typeface="Consolas" panose="020B0609020204030204" pitchFamily="49" charset="0"/>
              </a:rPr>
              <a:t>1</a:t>
            </a:r>
            <a:r>
              <a:rPr lang="en-HK" altLang="zh-CN" sz="1200" b="0" i="0" dirty="0">
                <a:solidFill>
                  <a:srgbClr val="5C5C5C"/>
                </a:solidFill>
                <a:effectLst/>
                <a:latin typeface="Consolas" panose="020B0609020204030204" pitchFamily="49" charset="0"/>
              </a:rPr>
              <a:t>) {</a:t>
            </a:r>
          </a:p>
          <a:p>
            <a:pPr algn="l"/>
            <a:r>
              <a:rPr lang="en-HK" altLang="zh-CN" sz="1200" b="0" i="0" dirty="0">
                <a:solidFill>
                  <a:srgbClr val="5C5C5C"/>
                </a:solidFill>
                <a:effectLst/>
                <a:latin typeface="Consolas" panose="020B0609020204030204" pitchFamily="49" charset="0"/>
              </a:rPr>
              <a:t>        </a:t>
            </a:r>
            <a:r>
              <a:rPr lang="en-HK" altLang="zh-CN" sz="1200" b="0" i="0" dirty="0" err="1">
                <a:solidFill>
                  <a:srgbClr val="5C5C5C"/>
                </a:solidFill>
                <a:effectLst/>
                <a:latin typeface="Consolas" panose="020B0609020204030204" pitchFamily="49" charset="0"/>
              </a:rPr>
              <a:t>pthread_mutex_lock</a:t>
            </a:r>
            <a:r>
              <a:rPr lang="en-HK" altLang="zh-CN" sz="1200" b="0" i="0" dirty="0">
                <a:solidFill>
                  <a:srgbClr val="5C5C5C"/>
                </a:solidFill>
                <a:effectLst/>
                <a:latin typeface="Consolas" panose="020B0609020204030204" pitchFamily="49" charset="0"/>
              </a:rPr>
              <a:t>(&amp;mutex);</a:t>
            </a:r>
          </a:p>
          <a:p>
            <a:pPr algn="l"/>
            <a:r>
              <a:rPr lang="en-HK" altLang="zh-CN" sz="1200" b="0" i="0" dirty="0">
                <a:solidFill>
                  <a:srgbClr val="5C5C5C"/>
                </a:solidFill>
                <a:effectLst/>
                <a:latin typeface="Consolas" panose="020B0609020204030204" pitchFamily="49" charset="0"/>
              </a:rPr>
              <a:t>        </a:t>
            </a:r>
            <a:r>
              <a:rPr lang="en-HK" altLang="zh-CN" sz="1200" b="0" i="0" dirty="0">
                <a:solidFill>
                  <a:srgbClr val="A626A4"/>
                </a:solidFill>
                <a:effectLst/>
                <a:latin typeface="Consolas" panose="020B0609020204030204" pitchFamily="49" charset="0"/>
              </a:rPr>
              <a:t>if</a:t>
            </a:r>
            <a:r>
              <a:rPr lang="en-HK" altLang="zh-CN" sz="1200" b="0" i="0" dirty="0">
                <a:solidFill>
                  <a:srgbClr val="5C5C5C"/>
                </a:solidFill>
                <a:effectLst/>
                <a:latin typeface="Consolas" panose="020B0609020204030204" pitchFamily="49" charset="0"/>
              </a:rPr>
              <a:t> (</a:t>
            </a:r>
            <a:r>
              <a:rPr lang="en-HK" altLang="zh-CN" sz="1200" b="0" i="0" dirty="0">
                <a:solidFill>
                  <a:srgbClr val="5C5C5C"/>
                </a:solidFill>
                <a:effectLst/>
                <a:highlight>
                  <a:srgbClr val="FFFF00"/>
                </a:highlight>
                <a:latin typeface="Consolas" panose="020B0609020204030204" pitchFamily="49" charset="0"/>
              </a:rPr>
              <a:t>meat == </a:t>
            </a:r>
            <a:r>
              <a:rPr lang="en-HK" altLang="zh-CN" sz="1200" b="0" i="0" dirty="0">
                <a:solidFill>
                  <a:srgbClr val="986801"/>
                </a:solidFill>
                <a:effectLst/>
                <a:highlight>
                  <a:srgbClr val="FFFF00"/>
                </a:highlight>
                <a:latin typeface="Consolas" panose="020B0609020204030204" pitchFamily="49" charset="0"/>
              </a:rPr>
              <a:t>0</a:t>
            </a:r>
            <a:r>
              <a:rPr lang="en-HK" altLang="zh-CN" sz="1200" b="0" i="0" dirty="0">
                <a:solidFill>
                  <a:srgbClr val="5C5C5C"/>
                </a:solidFill>
                <a:effectLst/>
                <a:latin typeface="Consolas" panose="020B0609020204030204" pitchFamily="49" charset="0"/>
              </a:rPr>
              <a:t>) {</a:t>
            </a:r>
          </a:p>
          <a:p>
            <a:pPr algn="l"/>
            <a:r>
              <a:rPr lang="en-HK" altLang="zh-CN" sz="1200" b="0" i="0" dirty="0">
                <a:solidFill>
                  <a:srgbClr val="5C5C5C"/>
                </a:solidFill>
                <a:effectLst/>
                <a:latin typeface="Consolas" panose="020B0609020204030204" pitchFamily="49" charset="0"/>
              </a:rPr>
              <a:t>            meat = MAX_MEAT;  </a:t>
            </a:r>
          </a:p>
          <a:p>
            <a:pPr algn="l"/>
            <a:r>
              <a:rPr lang="en-HK" altLang="zh-CN" sz="1200" b="0" i="0" dirty="0">
                <a:solidFill>
                  <a:srgbClr val="5C5C5C"/>
                </a:solidFill>
                <a:effectLst/>
                <a:latin typeface="Consolas" panose="020B0609020204030204" pitchFamily="49" charset="0"/>
              </a:rPr>
              <a:t>            </a:t>
            </a:r>
            <a:r>
              <a:rPr lang="en-HK" altLang="zh-CN" sz="1200" b="0" i="0" dirty="0" err="1">
                <a:solidFill>
                  <a:srgbClr val="C18401"/>
                </a:solidFill>
                <a:effectLst/>
                <a:latin typeface="Consolas" panose="020B0609020204030204" pitchFamily="49" charset="0"/>
              </a:rPr>
              <a:t>printf</a:t>
            </a:r>
            <a:r>
              <a:rPr lang="en-HK" altLang="zh-CN" sz="1200" b="0" i="0" dirty="0">
                <a:solidFill>
                  <a:srgbClr val="5C5C5C"/>
                </a:solidFill>
                <a:effectLst/>
                <a:latin typeface="Consolas" panose="020B0609020204030204" pitchFamily="49" charset="0"/>
              </a:rPr>
              <a:t>(</a:t>
            </a:r>
            <a:r>
              <a:rPr lang="en-HK" altLang="zh-CN" sz="1200" b="0" i="0" dirty="0">
                <a:solidFill>
                  <a:srgbClr val="50A14F"/>
                </a:solidFill>
                <a:effectLst/>
                <a:latin typeface="Consolas" panose="020B0609020204030204" pitchFamily="49" charset="0"/>
              </a:rPr>
              <a:t>"Meat supplier refilled the meat.\n"</a:t>
            </a:r>
            <a:r>
              <a:rPr lang="en-HK" altLang="zh-CN" sz="1200" b="0" i="0" dirty="0">
                <a:solidFill>
                  <a:srgbClr val="5C5C5C"/>
                </a:solidFill>
                <a:effectLst/>
                <a:latin typeface="Consolas" panose="020B0609020204030204" pitchFamily="49" charset="0"/>
              </a:rPr>
              <a:t>);</a:t>
            </a:r>
          </a:p>
          <a:p>
            <a:pPr algn="l"/>
            <a:r>
              <a:rPr lang="en-HK" altLang="zh-CN" sz="1200" b="0" i="0" dirty="0">
                <a:solidFill>
                  <a:srgbClr val="5C5C5C"/>
                </a:solidFill>
                <a:effectLst/>
                <a:latin typeface="Consolas" panose="020B0609020204030204" pitchFamily="49" charset="0"/>
              </a:rPr>
              <a:t>            </a:t>
            </a:r>
            <a:r>
              <a:rPr lang="en-HK" altLang="zh-CN" sz="1200" b="0" i="0" dirty="0" err="1">
                <a:solidFill>
                  <a:srgbClr val="5C5C5C"/>
                </a:solidFill>
                <a:effectLst/>
                <a:highlight>
                  <a:srgbClr val="FFFF00"/>
                </a:highlight>
                <a:latin typeface="Consolas" panose="020B0609020204030204" pitchFamily="49" charset="0"/>
              </a:rPr>
              <a:t>pthread_cond_signal</a:t>
            </a:r>
            <a:r>
              <a:rPr lang="en-HK" altLang="zh-CN" sz="1200" b="0" i="0" dirty="0">
                <a:solidFill>
                  <a:srgbClr val="5C5C5C"/>
                </a:solidFill>
                <a:effectLst/>
                <a:highlight>
                  <a:srgbClr val="FFFF00"/>
                </a:highlight>
                <a:latin typeface="Consolas" panose="020B0609020204030204" pitchFamily="49" charset="0"/>
              </a:rPr>
              <a:t>(&amp;</a:t>
            </a:r>
            <a:r>
              <a:rPr lang="en-HK" altLang="zh-CN" sz="1200" b="0" i="0" dirty="0" err="1">
                <a:solidFill>
                  <a:srgbClr val="5C5C5C"/>
                </a:solidFill>
                <a:effectLst/>
                <a:highlight>
                  <a:srgbClr val="FFFF00"/>
                </a:highlight>
                <a:latin typeface="Consolas" panose="020B0609020204030204" pitchFamily="49" charset="0"/>
              </a:rPr>
              <a:t>cond_meat</a:t>
            </a:r>
            <a:r>
              <a:rPr lang="en-HK" altLang="zh-CN" sz="1200" b="0" i="0" dirty="0">
                <a:solidFill>
                  <a:srgbClr val="5C5C5C"/>
                </a:solidFill>
                <a:effectLst/>
                <a:highlight>
                  <a:srgbClr val="FFFF00"/>
                </a:highlight>
                <a:latin typeface="Consolas" panose="020B0609020204030204" pitchFamily="49" charset="0"/>
              </a:rPr>
              <a:t>); </a:t>
            </a:r>
          </a:p>
          <a:p>
            <a:pPr algn="l"/>
            <a:r>
              <a:rPr lang="en-HK" altLang="zh-CN" sz="1200" b="0" i="0" dirty="0">
                <a:solidFill>
                  <a:srgbClr val="5C5C5C"/>
                </a:solidFill>
                <a:effectLst/>
                <a:latin typeface="Consolas" panose="020B0609020204030204" pitchFamily="49" charset="0"/>
              </a:rPr>
              <a:t>        }</a:t>
            </a:r>
          </a:p>
          <a:p>
            <a:pPr algn="l"/>
            <a:r>
              <a:rPr lang="en-HK" altLang="zh-CN" sz="1200" b="0" i="0" dirty="0">
                <a:solidFill>
                  <a:srgbClr val="5C5C5C"/>
                </a:solidFill>
                <a:effectLst/>
                <a:latin typeface="Consolas" panose="020B0609020204030204" pitchFamily="49" charset="0"/>
              </a:rPr>
              <a:t>        </a:t>
            </a:r>
            <a:r>
              <a:rPr lang="en-HK" altLang="zh-CN" sz="1200" b="0" i="0" dirty="0" err="1">
                <a:solidFill>
                  <a:srgbClr val="5C5C5C"/>
                </a:solidFill>
                <a:effectLst/>
                <a:latin typeface="Consolas" panose="020B0609020204030204" pitchFamily="49" charset="0"/>
              </a:rPr>
              <a:t>pthread_mutex_unlock</a:t>
            </a:r>
            <a:r>
              <a:rPr lang="en-HK" altLang="zh-CN" sz="1200" b="0" i="0" dirty="0">
                <a:solidFill>
                  <a:srgbClr val="5C5C5C"/>
                </a:solidFill>
                <a:effectLst/>
                <a:latin typeface="Consolas" panose="020B0609020204030204" pitchFamily="49" charset="0"/>
              </a:rPr>
              <a:t>(&amp;mutex);</a:t>
            </a:r>
          </a:p>
          <a:p>
            <a:pPr algn="l"/>
            <a:r>
              <a:rPr lang="en-HK" altLang="zh-CN" sz="1200" b="0" i="0" dirty="0">
                <a:solidFill>
                  <a:srgbClr val="5C5C5C"/>
                </a:solidFill>
                <a:effectLst/>
                <a:latin typeface="Consolas" panose="020B0609020204030204" pitchFamily="49" charset="0"/>
              </a:rPr>
              <a:t>    }</a:t>
            </a:r>
          </a:p>
          <a:p>
            <a:pPr algn="l"/>
            <a:r>
              <a:rPr lang="en-HK" altLang="zh-CN" sz="1200" b="0" i="0" dirty="0">
                <a:solidFill>
                  <a:srgbClr val="5C5C5C"/>
                </a:solidFill>
                <a:effectLst/>
                <a:latin typeface="Consolas" panose="020B0609020204030204" pitchFamily="49" charset="0"/>
              </a:rPr>
              <a:t>    </a:t>
            </a:r>
            <a:r>
              <a:rPr lang="en-HK" altLang="zh-CN" sz="1200" b="0" i="0" dirty="0">
                <a:solidFill>
                  <a:srgbClr val="A626A4"/>
                </a:solidFill>
                <a:effectLst/>
                <a:latin typeface="Consolas" panose="020B0609020204030204" pitchFamily="49" charset="0"/>
              </a:rPr>
              <a:t>return</a:t>
            </a:r>
            <a:r>
              <a:rPr lang="en-HK" altLang="zh-CN" sz="1200" b="0" i="0" dirty="0">
                <a:solidFill>
                  <a:srgbClr val="5C5C5C"/>
                </a:solidFill>
                <a:effectLst/>
                <a:latin typeface="Consolas" panose="020B0609020204030204" pitchFamily="49" charset="0"/>
              </a:rPr>
              <a:t> </a:t>
            </a:r>
            <a:r>
              <a:rPr lang="en-HK" altLang="zh-CN" sz="1200" b="0" i="0" dirty="0">
                <a:solidFill>
                  <a:srgbClr val="0184BB"/>
                </a:solidFill>
                <a:effectLst/>
                <a:latin typeface="Consolas" panose="020B0609020204030204" pitchFamily="49" charset="0"/>
              </a:rPr>
              <a:t>NULL</a:t>
            </a:r>
            <a:r>
              <a:rPr lang="en-HK" altLang="zh-CN" sz="1200" b="0" i="0" dirty="0">
                <a:solidFill>
                  <a:srgbClr val="5C5C5C"/>
                </a:solidFill>
                <a:effectLst/>
                <a:latin typeface="Consolas" panose="020B0609020204030204" pitchFamily="49" charset="0"/>
              </a:rPr>
              <a:t>;</a:t>
            </a:r>
          </a:p>
          <a:p>
            <a:pPr algn="l"/>
            <a:r>
              <a:rPr lang="en-HK" altLang="zh-CN" sz="1200" b="0" i="0" dirty="0">
                <a:solidFill>
                  <a:srgbClr val="5C5C5C"/>
                </a:solidFill>
                <a:effectLst/>
                <a:latin typeface="Consolas" panose="020B0609020204030204" pitchFamily="49" charset="0"/>
              </a:rPr>
              <a:t>}</a:t>
            </a:r>
          </a:p>
        </p:txBody>
      </p:sp>
      <p:sp>
        <p:nvSpPr>
          <p:cNvPr id="7" name="TextBox 8">
            <a:extLst>
              <a:ext uri="{FF2B5EF4-FFF2-40B4-BE49-F238E27FC236}">
                <a16:creationId xmlns:a16="http://schemas.microsoft.com/office/drawing/2014/main" id="{0E3DD26D-BBB8-B2A2-69C6-6646F31F2824}"/>
              </a:ext>
            </a:extLst>
          </p:cNvPr>
          <p:cNvSpPr txBox="1"/>
          <p:nvPr/>
        </p:nvSpPr>
        <p:spPr>
          <a:xfrm>
            <a:off x="3879591" y="1196811"/>
            <a:ext cx="1235102" cy="369332"/>
          </a:xfrm>
          <a:prstGeom prst="rect">
            <a:avLst/>
          </a:prstGeom>
          <a:solidFill>
            <a:schemeClr val="accent4"/>
          </a:solidFill>
          <a:ln w="12700" cap="flat">
            <a:noFill/>
            <a:miter lim="400000"/>
          </a:ln>
          <a:effectLst/>
          <a:sp3d/>
        </p:spPr>
        <p:style>
          <a:lnRef idx="0">
            <a:scrgbClr r="0" g="0" b="0"/>
          </a:lnRef>
          <a:fillRef idx="0">
            <a:scrgbClr r="0" g="0" b="0"/>
          </a:fillRef>
          <a:effectRef idx="0">
            <a:scrgbClr r="0" g="0" b="0"/>
          </a:effectRef>
          <a:fontRef idx="none"/>
        </p:style>
        <p:txBody>
          <a:bodyPr wrap="square">
            <a:spAutoFit/>
          </a:bodyPr>
          <a:lstStyle/>
          <a:p>
            <a:pPr algn="ctr"/>
            <a:r>
              <a:rPr kumimoji="0" lang="en-US" sz="1800" b="0" i="0" u="none" strike="noStrike" kern="0" cap="none" spc="0" normalizeH="0" baseline="0" noProof="0" dirty="0">
                <a:ln>
                  <a:noFill/>
                </a:ln>
                <a:solidFill>
                  <a:srgbClr val="202020"/>
                </a:solidFill>
                <a:effectLst/>
                <a:uLnTx/>
                <a:uFillTx/>
                <a:latin typeface="Gill Sans MT" panose="020B0502020104020203" pitchFamily="34" charset="0"/>
                <a:cs typeface="Helvetica"/>
                <a:sym typeface="Helvetica"/>
              </a:rPr>
              <a:t>q3.c</a:t>
            </a:r>
            <a:endParaRPr lang="en-US" dirty="0"/>
          </a:p>
        </p:txBody>
      </p:sp>
      <p:sp>
        <p:nvSpPr>
          <p:cNvPr id="11" name="文本框 8">
            <a:extLst>
              <a:ext uri="{FF2B5EF4-FFF2-40B4-BE49-F238E27FC236}">
                <a16:creationId xmlns:a16="http://schemas.microsoft.com/office/drawing/2014/main" id="{3EEA725B-360D-DDD8-AA35-9EB51F024E08}"/>
              </a:ext>
            </a:extLst>
          </p:cNvPr>
          <p:cNvSpPr txBox="1"/>
          <p:nvPr/>
        </p:nvSpPr>
        <p:spPr>
          <a:xfrm>
            <a:off x="5252277" y="1001034"/>
            <a:ext cx="6853179" cy="5816977"/>
          </a:xfrm>
          <a:prstGeom prst="rect">
            <a:avLst/>
          </a:prstGeom>
          <a:noFill/>
          <a:ln>
            <a:solidFill>
              <a:schemeClr val="tx1"/>
            </a:solidFill>
          </a:ln>
        </p:spPr>
        <p:txBody>
          <a:bodyPr wrap="square" numCol="1">
            <a:spAutoFit/>
          </a:bodyPr>
          <a:lstStyle/>
          <a:p>
            <a:pPr algn="l"/>
            <a:r>
              <a:rPr lang="en-US" altLang="zh-CN" sz="1200" b="0" i="0" dirty="0">
                <a:solidFill>
                  <a:srgbClr val="A626A4"/>
                </a:solidFill>
                <a:effectLst/>
                <a:latin typeface="Consolas" panose="020B0609020204030204" pitchFamily="49" charset="0"/>
              </a:rPr>
              <a:t>void</a:t>
            </a:r>
            <a:r>
              <a:rPr lang="en-US" altLang="zh-CN" sz="1200" b="0" i="0" dirty="0">
                <a:solidFill>
                  <a:srgbClr val="5C5C5C"/>
                </a:solidFill>
                <a:effectLst/>
                <a:latin typeface="Consolas" panose="020B0609020204030204" pitchFamily="49" charset="0"/>
              </a:rPr>
              <a:t>* </a:t>
            </a:r>
            <a:r>
              <a:rPr lang="en-US" altLang="zh-CN" sz="1200" b="0" i="0" dirty="0" err="1">
                <a:solidFill>
                  <a:srgbClr val="4078F2"/>
                </a:solidFill>
                <a:effectLst/>
                <a:latin typeface="Consolas" panose="020B0609020204030204" pitchFamily="49" charset="0"/>
              </a:rPr>
              <a:t>bread_supplier</a:t>
            </a:r>
            <a:r>
              <a:rPr lang="en-US" altLang="zh-CN" sz="1200" b="0" i="0" dirty="0">
                <a:solidFill>
                  <a:srgbClr val="5C5C5C"/>
                </a:solidFill>
                <a:effectLst/>
                <a:latin typeface="Consolas" panose="020B0609020204030204" pitchFamily="49" charset="0"/>
              </a:rPr>
              <a:t>(</a:t>
            </a:r>
            <a:r>
              <a:rPr lang="en-US" altLang="zh-CN" sz="1200" b="0" i="0" dirty="0">
                <a:solidFill>
                  <a:srgbClr val="A626A4"/>
                </a:solidFill>
                <a:effectLst/>
                <a:latin typeface="Consolas" panose="020B0609020204030204" pitchFamily="49" charset="0"/>
              </a:rPr>
              <a:t>void</a:t>
            </a:r>
            <a:r>
              <a:rPr lang="en-US" altLang="zh-CN" sz="1200" b="0" i="0" dirty="0">
                <a:solidFill>
                  <a:srgbClr val="5C5C5C"/>
                </a:solidFill>
                <a:effectLst/>
                <a:latin typeface="Consolas" panose="020B0609020204030204" pitchFamily="49" charset="0"/>
              </a:rPr>
              <a:t>* </a:t>
            </a:r>
            <a:r>
              <a:rPr lang="en-US" altLang="zh-CN" sz="1200" b="0" i="0" dirty="0" err="1">
                <a:solidFill>
                  <a:srgbClr val="5C5C5C"/>
                </a:solidFill>
                <a:effectLst/>
                <a:latin typeface="Consolas" panose="020B0609020204030204" pitchFamily="49" charset="0"/>
              </a:rPr>
              <a:t>arg</a:t>
            </a:r>
            <a:r>
              <a:rPr lang="en-US" altLang="zh-CN" sz="1200" b="0" i="0" dirty="0">
                <a:solidFill>
                  <a:srgbClr val="5C5C5C"/>
                </a:solidFill>
                <a:effectLst/>
                <a:latin typeface="Consolas" panose="020B0609020204030204" pitchFamily="49" charset="0"/>
              </a:rPr>
              <a:t>) {</a:t>
            </a:r>
          </a:p>
          <a:p>
            <a:pPr algn="l"/>
            <a:r>
              <a:rPr lang="en-US" altLang="zh-CN" sz="1200" b="0" i="0" dirty="0">
                <a:solidFill>
                  <a:srgbClr val="5C5C5C"/>
                </a:solidFill>
                <a:effectLst/>
                <a:latin typeface="Consolas" panose="020B0609020204030204" pitchFamily="49" charset="0"/>
              </a:rPr>
              <a:t>    </a:t>
            </a:r>
            <a:r>
              <a:rPr lang="en-US" altLang="zh-CN" sz="1200" b="0" i="0" dirty="0">
                <a:solidFill>
                  <a:srgbClr val="A626A4"/>
                </a:solidFill>
                <a:effectLst/>
                <a:latin typeface="Consolas" panose="020B0609020204030204" pitchFamily="49" charset="0"/>
              </a:rPr>
              <a:t>while</a:t>
            </a:r>
            <a:r>
              <a:rPr lang="en-US" altLang="zh-CN" sz="1200" b="0" i="0" dirty="0">
                <a:solidFill>
                  <a:srgbClr val="5C5C5C"/>
                </a:solidFill>
                <a:effectLst/>
                <a:latin typeface="Consolas" panose="020B0609020204030204" pitchFamily="49" charset="0"/>
              </a:rPr>
              <a:t> (</a:t>
            </a:r>
            <a:r>
              <a:rPr lang="en-US" altLang="zh-CN" sz="1200" b="0" i="0" dirty="0">
                <a:solidFill>
                  <a:srgbClr val="986801"/>
                </a:solidFill>
                <a:effectLst/>
                <a:latin typeface="Consolas" panose="020B0609020204030204" pitchFamily="49" charset="0"/>
              </a:rPr>
              <a:t>1</a:t>
            </a:r>
            <a:r>
              <a:rPr lang="en-US" altLang="zh-CN" sz="1200" b="0" i="0" dirty="0">
                <a:solidFill>
                  <a:srgbClr val="5C5C5C"/>
                </a:solidFill>
                <a:effectLst/>
                <a:latin typeface="Consolas" panose="020B0609020204030204" pitchFamily="49" charset="0"/>
              </a:rPr>
              <a:t>) {</a:t>
            </a:r>
          </a:p>
          <a:p>
            <a:pPr algn="l"/>
            <a:r>
              <a:rPr lang="en-US" altLang="zh-CN" sz="1200" b="0" i="0" dirty="0">
                <a:solidFill>
                  <a:srgbClr val="5C5C5C"/>
                </a:solidFill>
                <a:effectLst/>
                <a:latin typeface="Consolas" panose="020B0609020204030204" pitchFamily="49" charset="0"/>
              </a:rPr>
              <a:t>        </a:t>
            </a:r>
            <a:r>
              <a:rPr lang="en-US" altLang="zh-CN" sz="1200" b="0" i="0" dirty="0" err="1">
                <a:solidFill>
                  <a:srgbClr val="5C5C5C"/>
                </a:solidFill>
                <a:effectLst/>
                <a:latin typeface="Consolas" panose="020B0609020204030204" pitchFamily="49" charset="0"/>
              </a:rPr>
              <a:t>pthread_mutex_lock</a:t>
            </a:r>
            <a:r>
              <a:rPr lang="en-US" altLang="zh-CN" sz="1200" b="0" i="0" dirty="0">
                <a:solidFill>
                  <a:srgbClr val="5C5C5C"/>
                </a:solidFill>
                <a:effectLst/>
                <a:latin typeface="Consolas" panose="020B0609020204030204" pitchFamily="49" charset="0"/>
              </a:rPr>
              <a:t>(&amp;mutex);</a:t>
            </a:r>
          </a:p>
          <a:p>
            <a:pPr algn="l"/>
            <a:r>
              <a:rPr lang="en-US" altLang="zh-CN" sz="1200" b="0" i="0" dirty="0">
                <a:solidFill>
                  <a:srgbClr val="5C5C5C"/>
                </a:solidFill>
                <a:effectLst/>
                <a:latin typeface="Consolas" panose="020B0609020204030204" pitchFamily="49" charset="0"/>
              </a:rPr>
              <a:t>        </a:t>
            </a:r>
            <a:r>
              <a:rPr lang="en-US" altLang="zh-CN" sz="1200" b="0" i="0" dirty="0">
                <a:solidFill>
                  <a:srgbClr val="A626A4"/>
                </a:solidFill>
                <a:effectLst/>
                <a:latin typeface="Consolas" panose="020B0609020204030204" pitchFamily="49" charset="0"/>
              </a:rPr>
              <a:t>if</a:t>
            </a:r>
            <a:r>
              <a:rPr lang="en-US" altLang="zh-CN" sz="1200" b="0" i="0" dirty="0">
                <a:solidFill>
                  <a:srgbClr val="5C5C5C"/>
                </a:solidFill>
                <a:effectLst/>
                <a:latin typeface="Consolas" panose="020B0609020204030204" pitchFamily="49" charset="0"/>
              </a:rPr>
              <a:t> (</a:t>
            </a:r>
            <a:r>
              <a:rPr lang="en-US" altLang="zh-CN" sz="1200" b="0" i="0" dirty="0">
                <a:solidFill>
                  <a:srgbClr val="5C5C5C"/>
                </a:solidFill>
                <a:effectLst/>
                <a:highlight>
                  <a:srgbClr val="FFFF00"/>
                </a:highlight>
                <a:latin typeface="Consolas" panose="020B0609020204030204" pitchFamily="49" charset="0"/>
              </a:rPr>
              <a:t>bread &lt; MAX_BREAD</a:t>
            </a:r>
            <a:r>
              <a:rPr lang="en-US" altLang="zh-CN" sz="1200" b="0" i="0" dirty="0">
                <a:solidFill>
                  <a:srgbClr val="5C5C5C"/>
                </a:solidFill>
                <a:effectLst/>
                <a:latin typeface="Consolas" panose="020B0609020204030204" pitchFamily="49" charset="0"/>
              </a:rPr>
              <a:t>) {</a:t>
            </a:r>
          </a:p>
          <a:p>
            <a:pPr algn="l"/>
            <a:r>
              <a:rPr lang="en-US" altLang="zh-CN" sz="1200" b="0" i="0" dirty="0">
                <a:solidFill>
                  <a:srgbClr val="5C5C5C"/>
                </a:solidFill>
                <a:effectLst/>
                <a:latin typeface="Consolas" panose="020B0609020204030204" pitchFamily="49" charset="0"/>
              </a:rPr>
              <a:t>            bread++;</a:t>
            </a:r>
          </a:p>
          <a:p>
            <a:pPr algn="l"/>
            <a:r>
              <a:rPr lang="en-US" altLang="zh-CN" sz="1200" b="0" i="0" dirty="0">
                <a:solidFill>
                  <a:srgbClr val="5C5C5C"/>
                </a:solidFill>
                <a:effectLst/>
                <a:latin typeface="Consolas" panose="020B0609020204030204" pitchFamily="49" charset="0"/>
              </a:rPr>
              <a:t>            </a:t>
            </a:r>
            <a:r>
              <a:rPr lang="en-US" altLang="zh-CN" sz="1200" b="0" i="0" dirty="0" err="1">
                <a:solidFill>
                  <a:srgbClr val="C18401"/>
                </a:solidFill>
                <a:effectLst/>
                <a:latin typeface="Consolas" panose="020B0609020204030204" pitchFamily="49" charset="0"/>
              </a:rPr>
              <a:t>printf</a:t>
            </a:r>
            <a:r>
              <a:rPr lang="en-US" altLang="zh-CN" sz="1200" b="0" i="0" dirty="0">
                <a:solidFill>
                  <a:srgbClr val="5C5C5C"/>
                </a:solidFill>
                <a:effectLst/>
                <a:latin typeface="Consolas" panose="020B0609020204030204" pitchFamily="49" charset="0"/>
              </a:rPr>
              <a:t>(</a:t>
            </a:r>
            <a:r>
              <a:rPr lang="en-US" altLang="zh-CN" sz="1200" b="0" i="0" dirty="0">
                <a:solidFill>
                  <a:srgbClr val="50A14F"/>
                </a:solidFill>
                <a:effectLst/>
                <a:latin typeface="Consolas" panose="020B0609020204030204" pitchFamily="49" charset="0"/>
              </a:rPr>
              <a:t>"Bread supplier added a bread. Total bread: %d\n"</a:t>
            </a:r>
            <a:r>
              <a:rPr lang="en-US" altLang="zh-CN" sz="1200" b="0" i="0" dirty="0">
                <a:solidFill>
                  <a:srgbClr val="5C5C5C"/>
                </a:solidFill>
                <a:effectLst/>
                <a:latin typeface="Consolas" panose="020B0609020204030204" pitchFamily="49" charset="0"/>
              </a:rPr>
              <a:t>, bread);</a:t>
            </a:r>
          </a:p>
          <a:p>
            <a:pPr algn="l"/>
            <a:r>
              <a:rPr lang="en-US" altLang="zh-CN" sz="1200" b="0" i="0" dirty="0">
                <a:solidFill>
                  <a:srgbClr val="5C5C5C"/>
                </a:solidFill>
                <a:effectLst/>
                <a:latin typeface="Consolas" panose="020B0609020204030204" pitchFamily="49" charset="0"/>
              </a:rPr>
              <a:t>            </a:t>
            </a:r>
            <a:r>
              <a:rPr lang="en-US" altLang="zh-CN" sz="1200" b="0" i="0" dirty="0" err="1">
                <a:solidFill>
                  <a:srgbClr val="5C5C5C"/>
                </a:solidFill>
                <a:effectLst/>
                <a:highlight>
                  <a:srgbClr val="FFFF00"/>
                </a:highlight>
                <a:latin typeface="Consolas" panose="020B0609020204030204" pitchFamily="49" charset="0"/>
              </a:rPr>
              <a:t>pthread_cond_signal</a:t>
            </a:r>
            <a:r>
              <a:rPr lang="en-US" altLang="zh-CN" sz="1200" b="0" i="0" dirty="0">
                <a:solidFill>
                  <a:srgbClr val="5C5C5C"/>
                </a:solidFill>
                <a:effectLst/>
                <a:highlight>
                  <a:srgbClr val="FFFF00"/>
                </a:highlight>
                <a:latin typeface="Consolas" panose="020B0609020204030204" pitchFamily="49" charset="0"/>
              </a:rPr>
              <a:t>(&amp;</a:t>
            </a:r>
            <a:r>
              <a:rPr lang="en-US" altLang="zh-CN" sz="1200" b="0" i="0" dirty="0" err="1">
                <a:solidFill>
                  <a:srgbClr val="5C5C5C"/>
                </a:solidFill>
                <a:effectLst/>
                <a:highlight>
                  <a:srgbClr val="FFFF00"/>
                </a:highlight>
                <a:latin typeface="Consolas" panose="020B0609020204030204" pitchFamily="49" charset="0"/>
              </a:rPr>
              <a:t>cond_bread</a:t>
            </a:r>
            <a:r>
              <a:rPr lang="en-US" altLang="zh-CN" sz="1200" b="0" i="0" dirty="0">
                <a:solidFill>
                  <a:srgbClr val="5C5C5C"/>
                </a:solidFill>
                <a:effectLst/>
                <a:highlight>
                  <a:srgbClr val="FFFF00"/>
                </a:highlight>
                <a:latin typeface="Consolas" panose="020B0609020204030204" pitchFamily="49" charset="0"/>
              </a:rPr>
              <a:t>); </a:t>
            </a:r>
            <a:r>
              <a:rPr lang="en-US" altLang="zh-CN" sz="1200" b="0" i="1" dirty="0">
                <a:solidFill>
                  <a:srgbClr val="A0A1A7"/>
                </a:solidFill>
                <a:effectLst/>
                <a:latin typeface="Consolas" panose="020B0609020204030204" pitchFamily="49" charset="0"/>
              </a:rPr>
              <a:t>// Notify producers</a:t>
            </a:r>
            <a:endParaRPr lang="en-US" altLang="zh-CN" sz="1200" b="0" i="0" dirty="0">
              <a:solidFill>
                <a:srgbClr val="5C5C5C"/>
              </a:solidFill>
              <a:effectLst/>
              <a:latin typeface="Consolas" panose="020B0609020204030204" pitchFamily="49" charset="0"/>
            </a:endParaRPr>
          </a:p>
          <a:p>
            <a:pPr algn="l"/>
            <a:r>
              <a:rPr lang="en-US" altLang="zh-CN" sz="1200" b="0" i="0" dirty="0">
                <a:solidFill>
                  <a:srgbClr val="5C5C5C"/>
                </a:solidFill>
                <a:effectLst/>
                <a:latin typeface="Consolas" panose="020B0609020204030204" pitchFamily="49" charset="0"/>
              </a:rPr>
              <a:t>        }</a:t>
            </a:r>
          </a:p>
          <a:p>
            <a:pPr algn="l"/>
            <a:r>
              <a:rPr lang="en-US" altLang="zh-CN" sz="1200" b="0" i="0" dirty="0">
                <a:solidFill>
                  <a:srgbClr val="5C5C5C"/>
                </a:solidFill>
                <a:effectLst/>
                <a:latin typeface="Consolas" panose="020B0609020204030204" pitchFamily="49" charset="0"/>
              </a:rPr>
              <a:t>        </a:t>
            </a:r>
            <a:r>
              <a:rPr lang="en-US" altLang="zh-CN" sz="1200" b="0" i="0" dirty="0" err="1">
                <a:solidFill>
                  <a:srgbClr val="5C5C5C"/>
                </a:solidFill>
                <a:effectLst/>
                <a:latin typeface="Consolas" panose="020B0609020204030204" pitchFamily="49" charset="0"/>
              </a:rPr>
              <a:t>pthread_mutex_unlock</a:t>
            </a:r>
            <a:r>
              <a:rPr lang="en-US" altLang="zh-CN" sz="1200" b="0" i="0" dirty="0">
                <a:solidFill>
                  <a:srgbClr val="5C5C5C"/>
                </a:solidFill>
                <a:effectLst/>
                <a:latin typeface="Consolas" panose="020B0609020204030204" pitchFamily="49" charset="0"/>
              </a:rPr>
              <a:t>(&amp;mutex);</a:t>
            </a:r>
          </a:p>
          <a:p>
            <a:pPr algn="l"/>
            <a:r>
              <a:rPr lang="en-US" altLang="zh-CN" sz="1200" b="0" i="0" dirty="0">
                <a:solidFill>
                  <a:srgbClr val="5C5C5C"/>
                </a:solidFill>
                <a:effectLst/>
                <a:latin typeface="Consolas" panose="020B0609020204030204" pitchFamily="49" charset="0"/>
              </a:rPr>
              <a:t>    }</a:t>
            </a:r>
          </a:p>
          <a:p>
            <a:pPr algn="l"/>
            <a:r>
              <a:rPr lang="en-US" altLang="zh-CN" sz="1200" b="0" i="0" dirty="0">
                <a:solidFill>
                  <a:srgbClr val="5C5C5C"/>
                </a:solidFill>
                <a:effectLst/>
                <a:latin typeface="Consolas" panose="020B0609020204030204" pitchFamily="49" charset="0"/>
              </a:rPr>
              <a:t>    </a:t>
            </a:r>
            <a:r>
              <a:rPr lang="en-US" altLang="zh-CN" sz="1200" b="0" i="0" dirty="0">
                <a:solidFill>
                  <a:srgbClr val="A626A4"/>
                </a:solidFill>
                <a:effectLst/>
                <a:latin typeface="Consolas" panose="020B0609020204030204" pitchFamily="49" charset="0"/>
              </a:rPr>
              <a:t>return</a:t>
            </a:r>
            <a:r>
              <a:rPr lang="en-US" altLang="zh-CN" sz="1200" b="0" i="0" dirty="0">
                <a:solidFill>
                  <a:srgbClr val="5C5C5C"/>
                </a:solidFill>
                <a:effectLst/>
                <a:latin typeface="Consolas" panose="020B0609020204030204" pitchFamily="49" charset="0"/>
              </a:rPr>
              <a:t> </a:t>
            </a:r>
            <a:r>
              <a:rPr lang="en-US" altLang="zh-CN" sz="1200" b="0" i="0" dirty="0">
                <a:solidFill>
                  <a:srgbClr val="0184BB"/>
                </a:solidFill>
                <a:effectLst/>
                <a:latin typeface="Consolas" panose="020B0609020204030204" pitchFamily="49" charset="0"/>
              </a:rPr>
              <a:t>NULL</a:t>
            </a:r>
            <a:r>
              <a:rPr lang="en-US" altLang="zh-CN" sz="1200" b="0" i="0" dirty="0">
                <a:solidFill>
                  <a:srgbClr val="5C5C5C"/>
                </a:solidFill>
                <a:effectLst/>
                <a:latin typeface="Consolas" panose="020B0609020204030204" pitchFamily="49" charset="0"/>
              </a:rPr>
              <a:t>;</a:t>
            </a:r>
          </a:p>
          <a:p>
            <a:pPr algn="l"/>
            <a:r>
              <a:rPr lang="en-US" altLang="zh-CN" sz="1200" b="0" i="0" dirty="0">
                <a:solidFill>
                  <a:srgbClr val="5C5C5C"/>
                </a:solidFill>
                <a:effectLst/>
                <a:latin typeface="Consolas" panose="020B0609020204030204" pitchFamily="49" charset="0"/>
              </a:rPr>
              <a:t>}</a:t>
            </a:r>
          </a:p>
          <a:p>
            <a:pPr algn="l"/>
            <a:endParaRPr lang="en-US" altLang="zh-CN" sz="1200" b="0" i="0" dirty="0">
              <a:solidFill>
                <a:srgbClr val="A626A4"/>
              </a:solidFill>
              <a:effectLst/>
              <a:latin typeface="Consolas" panose="020B0609020204030204" pitchFamily="49" charset="0"/>
            </a:endParaRPr>
          </a:p>
          <a:p>
            <a:pPr algn="l"/>
            <a:r>
              <a:rPr lang="en-US" altLang="zh-CN" sz="1200" b="0" i="0" dirty="0">
                <a:solidFill>
                  <a:srgbClr val="A626A4"/>
                </a:solidFill>
                <a:effectLst/>
                <a:latin typeface="Consolas" panose="020B0609020204030204" pitchFamily="49" charset="0"/>
              </a:rPr>
              <a:t>void</a:t>
            </a:r>
            <a:r>
              <a:rPr lang="en-US" altLang="zh-CN" sz="1200" b="0" i="0" dirty="0">
                <a:solidFill>
                  <a:srgbClr val="5C5C5C"/>
                </a:solidFill>
                <a:effectLst/>
                <a:latin typeface="Consolas" panose="020B0609020204030204" pitchFamily="49" charset="0"/>
              </a:rPr>
              <a:t>* </a:t>
            </a:r>
            <a:r>
              <a:rPr lang="en-US" altLang="zh-CN" sz="1200" b="0" i="0" dirty="0">
                <a:solidFill>
                  <a:srgbClr val="4078F2"/>
                </a:solidFill>
                <a:effectLst/>
                <a:latin typeface="Consolas" panose="020B0609020204030204" pitchFamily="49" charset="0"/>
              </a:rPr>
              <a:t>producer</a:t>
            </a:r>
            <a:r>
              <a:rPr lang="en-US" altLang="zh-CN" sz="1200" b="0" i="0" dirty="0">
                <a:solidFill>
                  <a:srgbClr val="5C5C5C"/>
                </a:solidFill>
                <a:effectLst/>
                <a:latin typeface="Consolas" panose="020B0609020204030204" pitchFamily="49" charset="0"/>
              </a:rPr>
              <a:t>(</a:t>
            </a:r>
            <a:r>
              <a:rPr lang="en-US" altLang="zh-CN" sz="1200" b="0" i="0" dirty="0">
                <a:solidFill>
                  <a:srgbClr val="A626A4"/>
                </a:solidFill>
                <a:effectLst/>
                <a:latin typeface="Consolas" panose="020B0609020204030204" pitchFamily="49" charset="0"/>
              </a:rPr>
              <a:t>void</a:t>
            </a:r>
            <a:r>
              <a:rPr lang="en-US" altLang="zh-CN" sz="1200" b="0" i="0" dirty="0">
                <a:solidFill>
                  <a:srgbClr val="5C5C5C"/>
                </a:solidFill>
                <a:effectLst/>
                <a:latin typeface="Consolas" panose="020B0609020204030204" pitchFamily="49" charset="0"/>
              </a:rPr>
              <a:t>* </a:t>
            </a:r>
            <a:r>
              <a:rPr lang="en-US" altLang="zh-CN" sz="1200" b="0" i="0" dirty="0" err="1">
                <a:solidFill>
                  <a:srgbClr val="5C5C5C"/>
                </a:solidFill>
                <a:effectLst/>
                <a:latin typeface="Consolas" panose="020B0609020204030204" pitchFamily="49" charset="0"/>
              </a:rPr>
              <a:t>arg</a:t>
            </a:r>
            <a:r>
              <a:rPr lang="en-US" altLang="zh-CN" sz="1200" b="0" i="0" dirty="0">
                <a:solidFill>
                  <a:srgbClr val="5C5C5C"/>
                </a:solidFill>
                <a:effectLst/>
                <a:latin typeface="Consolas" panose="020B0609020204030204" pitchFamily="49" charset="0"/>
              </a:rPr>
              <a:t>) {</a:t>
            </a:r>
          </a:p>
          <a:p>
            <a:pPr algn="l"/>
            <a:r>
              <a:rPr lang="en-US" altLang="zh-CN" sz="1200" b="0" i="0" dirty="0">
                <a:solidFill>
                  <a:srgbClr val="5C5C5C"/>
                </a:solidFill>
                <a:effectLst/>
                <a:latin typeface="Consolas" panose="020B0609020204030204" pitchFamily="49" charset="0"/>
              </a:rPr>
              <a:t>    </a:t>
            </a:r>
            <a:r>
              <a:rPr lang="en-US" altLang="zh-CN" sz="1200" b="0" i="0" dirty="0">
                <a:solidFill>
                  <a:srgbClr val="A626A4"/>
                </a:solidFill>
                <a:effectLst/>
                <a:latin typeface="Consolas" panose="020B0609020204030204" pitchFamily="49" charset="0"/>
              </a:rPr>
              <a:t>while</a:t>
            </a:r>
            <a:r>
              <a:rPr lang="en-US" altLang="zh-CN" sz="1200" b="0" i="0" dirty="0">
                <a:solidFill>
                  <a:srgbClr val="5C5C5C"/>
                </a:solidFill>
                <a:effectLst/>
                <a:latin typeface="Consolas" panose="020B0609020204030204" pitchFamily="49" charset="0"/>
              </a:rPr>
              <a:t> (</a:t>
            </a:r>
            <a:r>
              <a:rPr lang="en-US" altLang="zh-CN" sz="1200" b="0" i="0" dirty="0">
                <a:solidFill>
                  <a:srgbClr val="986801"/>
                </a:solidFill>
                <a:effectLst/>
                <a:latin typeface="Consolas" panose="020B0609020204030204" pitchFamily="49" charset="0"/>
              </a:rPr>
              <a:t>1</a:t>
            </a:r>
            <a:r>
              <a:rPr lang="en-US" altLang="zh-CN" sz="1200" b="0" i="0" dirty="0">
                <a:solidFill>
                  <a:srgbClr val="5C5C5C"/>
                </a:solidFill>
                <a:effectLst/>
                <a:latin typeface="Consolas" panose="020B0609020204030204" pitchFamily="49" charset="0"/>
              </a:rPr>
              <a:t>) {</a:t>
            </a:r>
          </a:p>
          <a:p>
            <a:pPr algn="l"/>
            <a:r>
              <a:rPr lang="en-US" altLang="zh-CN" sz="1200" b="0" i="0" dirty="0">
                <a:solidFill>
                  <a:srgbClr val="5C5C5C"/>
                </a:solidFill>
                <a:effectLst/>
                <a:latin typeface="Consolas" panose="020B0609020204030204" pitchFamily="49" charset="0"/>
              </a:rPr>
              <a:t>        </a:t>
            </a:r>
            <a:r>
              <a:rPr lang="en-US" altLang="zh-CN" sz="1200" b="0" i="0" dirty="0" err="1">
                <a:solidFill>
                  <a:srgbClr val="5C5C5C"/>
                </a:solidFill>
                <a:effectLst/>
                <a:latin typeface="Consolas" panose="020B0609020204030204" pitchFamily="49" charset="0"/>
              </a:rPr>
              <a:t>pthread_mutex_lock</a:t>
            </a:r>
            <a:r>
              <a:rPr lang="en-US" altLang="zh-CN" sz="1200" b="0" i="0" dirty="0">
                <a:solidFill>
                  <a:srgbClr val="5C5C5C"/>
                </a:solidFill>
                <a:effectLst/>
                <a:latin typeface="Consolas" panose="020B0609020204030204" pitchFamily="49" charset="0"/>
              </a:rPr>
              <a:t>(&amp;mutex);</a:t>
            </a:r>
          </a:p>
          <a:p>
            <a:pPr algn="l"/>
            <a:r>
              <a:rPr lang="en-US" altLang="zh-CN" sz="1200" b="0" i="0" dirty="0">
                <a:solidFill>
                  <a:srgbClr val="5C5C5C"/>
                </a:solidFill>
                <a:effectLst/>
                <a:latin typeface="Consolas" panose="020B0609020204030204" pitchFamily="49" charset="0"/>
              </a:rPr>
              <a:t>        </a:t>
            </a:r>
            <a:r>
              <a:rPr lang="en-US" altLang="zh-CN" sz="1200" b="0" i="0" dirty="0">
                <a:solidFill>
                  <a:srgbClr val="A626A4"/>
                </a:solidFill>
                <a:effectLst/>
                <a:latin typeface="Consolas" panose="020B0609020204030204" pitchFamily="49" charset="0"/>
              </a:rPr>
              <a:t>while</a:t>
            </a:r>
            <a:r>
              <a:rPr lang="en-US" altLang="zh-CN" sz="1200" b="0" i="0" dirty="0">
                <a:solidFill>
                  <a:srgbClr val="5C5C5C"/>
                </a:solidFill>
                <a:effectLst/>
                <a:latin typeface="Consolas" panose="020B0609020204030204" pitchFamily="49" charset="0"/>
              </a:rPr>
              <a:t> (meat &lt; </a:t>
            </a:r>
            <a:r>
              <a:rPr lang="en-US" altLang="zh-CN" sz="1200" b="0" i="0" dirty="0">
                <a:solidFill>
                  <a:srgbClr val="986801"/>
                </a:solidFill>
                <a:effectLst/>
                <a:latin typeface="Consolas" panose="020B0609020204030204" pitchFamily="49" charset="0"/>
              </a:rPr>
              <a:t>1</a:t>
            </a:r>
            <a:r>
              <a:rPr lang="en-US" altLang="zh-CN" sz="1200" b="0" i="0" dirty="0">
                <a:solidFill>
                  <a:srgbClr val="5C5C5C"/>
                </a:solidFill>
                <a:effectLst/>
                <a:latin typeface="Consolas" panose="020B0609020204030204" pitchFamily="49" charset="0"/>
              </a:rPr>
              <a:t>) {</a:t>
            </a:r>
          </a:p>
          <a:p>
            <a:pPr algn="l"/>
            <a:r>
              <a:rPr lang="en-US" altLang="zh-CN" sz="1200" b="0" i="0" dirty="0">
                <a:solidFill>
                  <a:srgbClr val="5C5C5C"/>
                </a:solidFill>
                <a:effectLst/>
                <a:latin typeface="Consolas" panose="020B0609020204030204" pitchFamily="49" charset="0"/>
              </a:rPr>
              <a:t>            </a:t>
            </a:r>
            <a:r>
              <a:rPr lang="en-US" altLang="zh-CN" sz="1200" b="0" i="0" dirty="0" err="1">
                <a:solidFill>
                  <a:srgbClr val="5C5C5C"/>
                </a:solidFill>
                <a:effectLst/>
                <a:highlight>
                  <a:srgbClr val="FFFF00"/>
                </a:highlight>
                <a:latin typeface="Consolas" panose="020B0609020204030204" pitchFamily="49" charset="0"/>
              </a:rPr>
              <a:t>pthread_cond_wait</a:t>
            </a:r>
            <a:r>
              <a:rPr lang="en-US" altLang="zh-CN" sz="1200" b="0" i="0" dirty="0">
                <a:solidFill>
                  <a:srgbClr val="5C5C5C"/>
                </a:solidFill>
                <a:effectLst/>
                <a:highlight>
                  <a:srgbClr val="FFFF00"/>
                </a:highlight>
                <a:latin typeface="Consolas" panose="020B0609020204030204" pitchFamily="49" charset="0"/>
              </a:rPr>
              <a:t>(&amp;</a:t>
            </a:r>
            <a:r>
              <a:rPr lang="en-US" altLang="zh-CN" sz="1200" b="0" i="0" dirty="0" err="1">
                <a:solidFill>
                  <a:srgbClr val="5C5C5C"/>
                </a:solidFill>
                <a:effectLst/>
                <a:highlight>
                  <a:srgbClr val="FFFF00"/>
                </a:highlight>
                <a:latin typeface="Consolas" panose="020B0609020204030204" pitchFamily="49" charset="0"/>
              </a:rPr>
              <a:t>cond_meat</a:t>
            </a:r>
            <a:r>
              <a:rPr lang="en-US" altLang="zh-CN" sz="1200" b="0" i="0" dirty="0">
                <a:solidFill>
                  <a:srgbClr val="5C5C5C"/>
                </a:solidFill>
                <a:effectLst/>
                <a:highlight>
                  <a:srgbClr val="FFFF00"/>
                </a:highlight>
                <a:latin typeface="Consolas" panose="020B0609020204030204" pitchFamily="49" charset="0"/>
              </a:rPr>
              <a:t>, &amp;mutex); </a:t>
            </a:r>
            <a:r>
              <a:rPr lang="en-US" altLang="zh-CN" sz="1200" b="0" i="1" dirty="0">
                <a:solidFill>
                  <a:srgbClr val="A0A1A7"/>
                </a:solidFill>
                <a:effectLst/>
                <a:latin typeface="Consolas" panose="020B0609020204030204" pitchFamily="49" charset="0"/>
              </a:rPr>
              <a:t>// Wait for meat</a:t>
            </a:r>
            <a:endParaRPr lang="en-US" altLang="zh-CN" sz="1200" b="0" i="0" dirty="0">
              <a:solidFill>
                <a:srgbClr val="5C5C5C"/>
              </a:solidFill>
              <a:effectLst/>
              <a:latin typeface="Consolas" panose="020B0609020204030204" pitchFamily="49" charset="0"/>
            </a:endParaRPr>
          </a:p>
          <a:p>
            <a:pPr algn="l"/>
            <a:r>
              <a:rPr lang="en-US" altLang="zh-CN" sz="1200" b="0" i="0" dirty="0">
                <a:solidFill>
                  <a:srgbClr val="5C5C5C"/>
                </a:solidFill>
                <a:effectLst/>
                <a:latin typeface="Consolas" panose="020B0609020204030204" pitchFamily="49" charset="0"/>
              </a:rPr>
              <a:t>        }</a:t>
            </a:r>
          </a:p>
          <a:p>
            <a:pPr algn="l"/>
            <a:r>
              <a:rPr lang="en-US" altLang="zh-CN" sz="1200" b="0" i="0" dirty="0">
                <a:solidFill>
                  <a:srgbClr val="5C5C5C"/>
                </a:solidFill>
                <a:effectLst/>
                <a:latin typeface="Consolas" panose="020B0609020204030204" pitchFamily="49" charset="0"/>
              </a:rPr>
              <a:t>        </a:t>
            </a:r>
            <a:r>
              <a:rPr lang="en-US" altLang="zh-CN" sz="1200" b="0" i="0" dirty="0">
                <a:solidFill>
                  <a:srgbClr val="A626A4"/>
                </a:solidFill>
                <a:effectLst/>
                <a:latin typeface="Consolas" panose="020B0609020204030204" pitchFamily="49" charset="0"/>
              </a:rPr>
              <a:t>while</a:t>
            </a:r>
            <a:r>
              <a:rPr lang="en-US" altLang="zh-CN" sz="1200" b="0" i="0" dirty="0">
                <a:solidFill>
                  <a:srgbClr val="5C5C5C"/>
                </a:solidFill>
                <a:effectLst/>
                <a:latin typeface="Consolas" panose="020B0609020204030204" pitchFamily="49" charset="0"/>
              </a:rPr>
              <a:t> (bread &lt; </a:t>
            </a:r>
            <a:r>
              <a:rPr lang="en-US" altLang="zh-CN" sz="1200" b="0" i="0" dirty="0">
                <a:solidFill>
                  <a:srgbClr val="986801"/>
                </a:solidFill>
                <a:effectLst/>
                <a:latin typeface="Consolas" panose="020B0609020204030204" pitchFamily="49" charset="0"/>
              </a:rPr>
              <a:t>2</a:t>
            </a:r>
            <a:r>
              <a:rPr lang="en-US" altLang="zh-CN" sz="1200" b="0" i="0" dirty="0">
                <a:solidFill>
                  <a:srgbClr val="5C5C5C"/>
                </a:solidFill>
                <a:effectLst/>
                <a:latin typeface="Consolas" panose="020B0609020204030204" pitchFamily="49" charset="0"/>
              </a:rPr>
              <a:t>) {</a:t>
            </a:r>
          </a:p>
          <a:p>
            <a:pPr algn="l"/>
            <a:r>
              <a:rPr lang="en-US" altLang="zh-CN" sz="1200" b="0" i="0" dirty="0">
                <a:solidFill>
                  <a:srgbClr val="5C5C5C"/>
                </a:solidFill>
                <a:effectLst/>
                <a:latin typeface="Consolas" panose="020B0609020204030204" pitchFamily="49" charset="0"/>
              </a:rPr>
              <a:t>            </a:t>
            </a:r>
            <a:r>
              <a:rPr lang="en-US" altLang="zh-CN" sz="1200" b="0" i="0" dirty="0" err="1">
                <a:solidFill>
                  <a:srgbClr val="5C5C5C"/>
                </a:solidFill>
                <a:effectLst/>
                <a:highlight>
                  <a:srgbClr val="FFFF00"/>
                </a:highlight>
                <a:latin typeface="Consolas" panose="020B0609020204030204" pitchFamily="49" charset="0"/>
              </a:rPr>
              <a:t>pthread_cond_wait</a:t>
            </a:r>
            <a:r>
              <a:rPr lang="en-US" altLang="zh-CN" sz="1200" b="0" i="0" dirty="0">
                <a:solidFill>
                  <a:srgbClr val="5C5C5C"/>
                </a:solidFill>
                <a:effectLst/>
                <a:highlight>
                  <a:srgbClr val="FFFF00"/>
                </a:highlight>
                <a:latin typeface="Consolas" panose="020B0609020204030204" pitchFamily="49" charset="0"/>
              </a:rPr>
              <a:t>(&amp;</a:t>
            </a:r>
            <a:r>
              <a:rPr lang="en-US" altLang="zh-CN" sz="1200" b="0" i="0" dirty="0" err="1">
                <a:solidFill>
                  <a:srgbClr val="5C5C5C"/>
                </a:solidFill>
                <a:effectLst/>
                <a:highlight>
                  <a:srgbClr val="FFFF00"/>
                </a:highlight>
                <a:latin typeface="Consolas" panose="020B0609020204030204" pitchFamily="49" charset="0"/>
              </a:rPr>
              <a:t>cond_bread</a:t>
            </a:r>
            <a:r>
              <a:rPr lang="en-US" altLang="zh-CN" sz="1200" b="0" i="0" dirty="0">
                <a:solidFill>
                  <a:srgbClr val="5C5C5C"/>
                </a:solidFill>
                <a:effectLst/>
                <a:highlight>
                  <a:srgbClr val="FFFF00"/>
                </a:highlight>
                <a:latin typeface="Consolas" panose="020B0609020204030204" pitchFamily="49" charset="0"/>
              </a:rPr>
              <a:t>, &amp;mutex); </a:t>
            </a:r>
            <a:r>
              <a:rPr lang="en-US" altLang="zh-CN" sz="1200" b="0" i="1" dirty="0">
                <a:solidFill>
                  <a:srgbClr val="A0A1A7"/>
                </a:solidFill>
                <a:effectLst/>
                <a:latin typeface="Consolas" panose="020B0609020204030204" pitchFamily="49" charset="0"/>
              </a:rPr>
              <a:t>// Wait for bread</a:t>
            </a:r>
            <a:endParaRPr lang="en-US" altLang="zh-CN" sz="1200" b="0" i="0" dirty="0">
              <a:solidFill>
                <a:srgbClr val="5C5C5C"/>
              </a:solidFill>
              <a:effectLst/>
              <a:latin typeface="Consolas" panose="020B0609020204030204" pitchFamily="49" charset="0"/>
            </a:endParaRPr>
          </a:p>
          <a:p>
            <a:pPr algn="l"/>
            <a:r>
              <a:rPr lang="en-US" altLang="zh-CN" sz="1200" b="0" i="0" dirty="0">
                <a:solidFill>
                  <a:srgbClr val="5C5C5C"/>
                </a:solidFill>
                <a:effectLst/>
                <a:latin typeface="Consolas" panose="020B0609020204030204" pitchFamily="49" charset="0"/>
              </a:rPr>
              <a:t>        }</a:t>
            </a:r>
          </a:p>
          <a:p>
            <a:pPr algn="l"/>
            <a:r>
              <a:rPr lang="en-US" altLang="zh-CN" sz="1200" b="0" i="0" dirty="0">
                <a:solidFill>
                  <a:srgbClr val="5C5C5C"/>
                </a:solidFill>
                <a:effectLst/>
                <a:latin typeface="Consolas" panose="020B0609020204030204" pitchFamily="49" charset="0"/>
              </a:rPr>
              <a:t>        </a:t>
            </a:r>
            <a:r>
              <a:rPr lang="en-US" altLang="zh-CN" sz="1200" b="0" i="1" dirty="0">
                <a:solidFill>
                  <a:srgbClr val="A0A1A7"/>
                </a:solidFill>
                <a:effectLst/>
                <a:latin typeface="Consolas" panose="020B0609020204030204" pitchFamily="49" charset="0"/>
              </a:rPr>
              <a:t>// Produce one shawarma</a:t>
            </a:r>
            <a:endParaRPr lang="en-US" altLang="zh-CN" sz="1200" b="0" i="0" dirty="0">
              <a:solidFill>
                <a:srgbClr val="5C5C5C"/>
              </a:solidFill>
              <a:effectLst/>
              <a:latin typeface="Consolas" panose="020B0609020204030204" pitchFamily="49" charset="0"/>
            </a:endParaRPr>
          </a:p>
          <a:p>
            <a:pPr algn="l"/>
            <a:r>
              <a:rPr lang="en-US" altLang="zh-CN" sz="1200" b="0" i="0" dirty="0">
                <a:solidFill>
                  <a:srgbClr val="5C5C5C"/>
                </a:solidFill>
                <a:effectLst/>
                <a:latin typeface="Consolas" panose="020B0609020204030204" pitchFamily="49" charset="0"/>
              </a:rPr>
              <a:t>        meat--;</a:t>
            </a:r>
          </a:p>
          <a:p>
            <a:pPr algn="l"/>
            <a:r>
              <a:rPr lang="en-US" altLang="zh-CN" sz="1200" b="0" i="0" dirty="0">
                <a:solidFill>
                  <a:srgbClr val="5C5C5C"/>
                </a:solidFill>
                <a:effectLst/>
                <a:latin typeface="Consolas" panose="020B0609020204030204" pitchFamily="49" charset="0"/>
              </a:rPr>
              <a:t>        bread -= </a:t>
            </a:r>
            <a:r>
              <a:rPr lang="en-US" altLang="zh-CN" sz="1200" b="0" i="0" dirty="0">
                <a:solidFill>
                  <a:srgbClr val="986801"/>
                </a:solidFill>
                <a:effectLst/>
                <a:latin typeface="Consolas" panose="020B0609020204030204" pitchFamily="49" charset="0"/>
              </a:rPr>
              <a:t>2</a:t>
            </a:r>
            <a:r>
              <a:rPr lang="en-US" altLang="zh-CN" sz="1200" b="0" i="0" dirty="0">
                <a:solidFill>
                  <a:srgbClr val="5C5C5C"/>
                </a:solidFill>
                <a:effectLst/>
                <a:latin typeface="Consolas" panose="020B0609020204030204" pitchFamily="49" charset="0"/>
              </a:rPr>
              <a:t>;</a:t>
            </a:r>
          </a:p>
          <a:p>
            <a:pPr algn="l"/>
            <a:r>
              <a:rPr lang="en-US" altLang="zh-CN" sz="1200" b="0" i="0" dirty="0">
                <a:solidFill>
                  <a:srgbClr val="5C5C5C"/>
                </a:solidFill>
                <a:effectLst/>
                <a:latin typeface="Consolas" panose="020B0609020204030204" pitchFamily="49" charset="0"/>
              </a:rPr>
              <a:t>        </a:t>
            </a:r>
            <a:r>
              <a:rPr lang="en-US" altLang="zh-CN" sz="1200" b="0" i="0" dirty="0" err="1">
                <a:solidFill>
                  <a:srgbClr val="C18401"/>
                </a:solidFill>
                <a:effectLst/>
                <a:latin typeface="Consolas" panose="020B0609020204030204" pitchFamily="49" charset="0"/>
              </a:rPr>
              <a:t>printf</a:t>
            </a:r>
            <a:r>
              <a:rPr lang="en-US" altLang="zh-CN" sz="1200" b="0" i="0" dirty="0">
                <a:solidFill>
                  <a:srgbClr val="5C5C5C"/>
                </a:solidFill>
                <a:effectLst/>
                <a:latin typeface="Consolas" panose="020B0609020204030204" pitchFamily="49" charset="0"/>
              </a:rPr>
              <a:t>(</a:t>
            </a:r>
            <a:r>
              <a:rPr lang="en-US" altLang="zh-CN" sz="1200" b="0" i="0" dirty="0">
                <a:solidFill>
                  <a:srgbClr val="50A14F"/>
                </a:solidFill>
                <a:effectLst/>
                <a:latin typeface="Consolas" panose="020B0609020204030204" pitchFamily="49" charset="0"/>
              </a:rPr>
              <a:t>"Producer made a shawarma.\n"</a:t>
            </a:r>
            <a:r>
              <a:rPr lang="en-US" altLang="zh-CN" sz="1200" b="0" i="0" dirty="0">
                <a:solidFill>
                  <a:srgbClr val="5C5C5C"/>
                </a:solidFill>
                <a:effectLst/>
                <a:latin typeface="Consolas" panose="020B0609020204030204" pitchFamily="49" charset="0"/>
              </a:rPr>
              <a:t>);</a:t>
            </a:r>
          </a:p>
          <a:p>
            <a:pPr algn="l"/>
            <a:r>
              <a:rPr lang="en-US" altLang="zh-CN" sz="1200" b="0" i="0" dirty="0">
                <a:solidFill>
                  <a:srgbClr val="5C5C5C"/>
                </a:solidFill>
                <a:effectLst/>
                <a:latin typeface="Consolas" panose="020B0609020204030204" pitchFamily="49" charset="0"/>
              </a:rPr>
              <a:t>        shawarma++;</a:t>
            </a:r>
          </a:p>
          <a:p>
            <a:pPr algn="l"/>
            <a:r>
              <a:rPr lang="en-US" altLang="zh-CN" sz="1200" b="0" i="0" dirty="0">
                <a:solidFill>
                  <a:srgbClr val="5C5C5C"/>
                </a:solidFill>
                <a:effectLst/>
                <a:latin typeface="Consolas" panose="020B0609020204030204" pitchFamily="49" charset="0"/>
              </a:rPr>
              <a:t>        </a:t>
            </a:r>
            <a:r>
              <a:rPr lang="en-US" altLang="zh-CN" sz="1200" b="0" i="0" dirty="0" err="1">
                <a:solidFill>
                  <a:srgbClr val="5C5C5C"/>
                </a:solidFill>
                <a:effectLst/>
                <a:latin typeface="Consolas" panose="020B0609020204030204" pitchFamily="49" charset="0"/>
              </a:rPr>
              <a:t>pthread_mutex_unlock</a:t>
            </a:r>
            <a:r>
              <a:rPr lang="en-US" altLang="zh-CN" sz="1200" b="0" i="0" dirty="0">
                <a:solidFill>
                  <a:srgbClr val="5C5C5C"/>
                </a:solidFill>
                <a:effectLst/>
                <a:latin typeface="Consolas" panose="020B0609020204030204" pitchFamily="49" charset="0"/>
              </a:rPr>
              <a:t>(&amp;mutex);</a:t>
            </a:r>
          </a:p>
          <a:p>
            <a:pPr algn="l"/>
            <a:r>
              <a:rPr lang="en-US" altLang="zh-CN" sz="1200" b="0" i="0" dirty="0">
                <a:solidFill>
                  <a:srgbClr val="5C5C5C"/>
                </a:solidFill>
                <a:effectLst/>
                <a:latin typeface="Consolas" panose="020B0609020204030204" pitchFamily="49" charset="0"/>
              </a:rPr>
              <a:t>    }</a:t>
            </a:r>
          </a:p>
          <a:p>
            <a:pPr algn="l"/>
            <a:r>
              <a:rPr lang="en-US" altLang="zh-CN" sz="1200" b="0" i="0" dirty="0">
                <a:solidFill>
                  <a:srgbClr val="5C5C5C"/>
                </a:solidFill>
                <a:effectLst/>
                <a:latin typeface="Consolas" panose="020B0609020204030204" pitchFamily="49" charset="0"/>
              </a:rPr>
              <a:t>    </a:t>
            </a:r>
            <a:r>
              <a:rPr lang="en-US" altLang="zh-CN" sz="1200" b="0" i="0" dirty="0">
                <a:solidFill>
                  <a:srgbClr val="A626A4"/>
                </a:solidFill>
                <a:effectLst/>
                <a:latin typeface="Consolas" panose="020B0609020204030204" pitchFamily="49" charset="0"/>
              </a:rPr>
              <a:t>return</a:t>
            </a:r>
            <a:r>
              <a:rPr lang="en-US" altLang="zh-CN" sz="1200" b="0" i="0" dirty="0">
                <a:solidFill>
                  <a:srgbClr val="5C5C5C"/>
                </a:solidFill>
                <a:effectLst/>
                <a:latin typeface="Consolas" panose="020B0609020204030204" pitchFamily="49" charset="0"/>
              </a:rPr>
              <a:t> </a:t>
            </a:r>
            <a:r>
              <a:rPr lang="en-US" altLang="zh-CN" sz="1200" b="0" i="0" dirty="0">
                <a:solidFill>
                  <a:srgbClr val="0184BB"/>
                </a:solidFill>
                <a:effectLst/>
                <a:latin typeface="Consolas" panose="020B0609020204030204" pitchFamily="49" charset="0"/>
              </a:rPr>
              <a:t>NULL</a:t>
            </a:r>
            <a:r>
              <a:rPr lang="en-US" altLang="zh-CN" sz="1200" b="0" i="0" dirty="0">
                <a:solidFill>
                  <a:srgbClr val="5C5C5C"/>
                </a:solidFill>
                <a:effectLst/>
                <a:latin typeface="Consolas" panose="020B0609020204030204" pitchFamily="49" charset="0"/>
              </a:rPr>
              <a:t>;</a:t>
            </a:r>
          </a:p>
          <a:p>
            <a:pPr algn="l"/>
            <a:r>
              <a:rPr lang="en-US" altLang="zh-CN" sz="1200" b="0" i="0" dirty="0">
                <a:solidFill>
                  <a:srgbClr val="5C5C5C"/>
                </a:solidFill>
                <a:effectLst/>
                <a:latin typeface="Consolas" panose="020B0609020204030204" pitchFamily="49" charset="0"/>
              </a:rPr>
              <a:t>}</a:t>
            </a:r>
          </a:p>
        </p:txBody>
      </p:sp>
      <p:sp>
        <p:nvSpPr>
          <p:cNvPr id="23" name="Slide Number Placeholder 3">
            <a:extLst>
              <a:ext uri="{FF2B5EF4-FFF2-40B4-BE49-F238E27FC236}">
                <a16:creationId xmlns:a16="http://schemas.microsoft.com/office/drawing/2014/main" id="{68B40315-921F-F5C0-BEF1-A218B56ECC14}"/>
              </a:ext>
            </a:extLst>
          </p:cNvPr>
          <p:cNvSpPr txBox="1">
            <a:spLocks/>
          </p:cNvSpPr>
          <p:nvPr/>
        </p:nvSpPr>
        <p:spPr>
          <a:xfrm>
            <a:off x="11896196" y="6553200"/>
            <a:ext cx="102657" cy="379591"/>
          </a:xfrm>
          <a:prstGeom prst="rect">
            <a:avLst/>
          </a:prstGeom>
          <a:ln w="12700">
            <a:miter lim="400000"/>
          </a:ln>
        </p:spPr>
        <p:txBody>
          <a:bodyPr wrap="none" lIns="50800" tIns="50800" rIns="50800" bIns="50800">
            <a:spAutoFit/>
          </a:bodyPr>
          <a:lstStyle>
            <a:defPPr>
              <a:defRPr lang="en-US"/>
            </a:defPPr>
            <a:lvl1pPr marL="0" algn="l" defTabSz="412750" rtl="0" eaLnBrk="1" latinLnBrk="0" hangingPunct="1">
              <a:defRPr sz="1800" kern="1200">
                <a:solidFill>
                  <a:srgbClr val="800080"/>
                </a:solidFill>
                <a:latin typeface="Gill Sans MT" panose="020B0502020104020203" pitchFamily="34" charset="0"/>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lgn="ctr" hangingPunct="0">
              <a:defRPr/>
            </a:pPr>
            <a:endParaRPr lang="en-US" kern="0" dirty="0">
              <a:cs typeface="Helvetica"/>
              <a:sym typeface="Helvetica"/>
            </a:endParaRPr>
          </a:p>
        </p:txBody>
      </p:sp>
      <p:sp>
        <p:nvSpPr>
          <p:cNvPr id="24" name="文本框 23">
            <a:extLst>
              <a:ext uri="{FF2B5EF4-FFF2-40B4-BE49-F238E27FC236}">
                <a16:creationId xmlns:a16="http://schemas.microsoft.com/office/drawing/2014/main" id="{26E14B30-A686-579C-B292-2EAD29D3A4B3}"/>
              </a:ext>
            </a:extLst>
          </p:cNvPr>
          <p:cNvSpPr txBox="1"/>
          <p:nvPr/>
        </p:nvSpPr>
        <p:spPr>
          <a:xfrm>
            <a:off x="3464981" y="4200943"/>
            <a:ext cx="1553068" cy="595035"/>
          </a:xfrm>
          <a:prstGeom prst="rect">
            <a:avLst/>
          </a:prstGeom>
          <a:solidFill>
            <a:schemeClr val="accent3">
              <a:lumMod val="20000"/>
              <a:lumOff val="80000"/>
            </a:schemeClr>
          </a:solidFill>
          <a:ln w="12700" cap="flat">
            <a:noFill/>
            <a:miter lim="400000"/>
          </a:ln>
          <a:effectLst/>
          <a:sp3d/>
        </p:spPr>
        <p:style>
          <a:lnRef idx="0">
            <a:scrgbClr r="0" g="0" b="0"/>
          </a:lnRef>
          <a:fillRef idx="0">
            <a:scrgbClr r="0" g="0" b="0"/>
          </a:fillRef>
          <a:effectRef idx="0">
            <a:scrgbClr r="0" g="0" b="0"/>
          </a:effectRef>
          <a:fontRef idx="none"/>
        </p:style>
        <p:txBody>
          <a:bodyPr rot="0" spcFirstLastPara="1" vertOverflow="overflow" horzOverflow="overflow" vert="horz" wrap="square" lIns="50800" tIns="50800" rIns="50800" bIns="50800" numCol="1" spcCol="38100" rtlCol="0" anchor="ctr">
            <a:spAutoFit/>
          </a:bodyPr>
          <a:lstStyle/>
          <a:p>
            <a:pPr marL="0" marR="0" indent="0" defTabSz="584200" rtl="0" fontAlgn="auto" latinLnBrk="0" hangingPunct="0">
              <a:lnSpc>
                <a:spcPct val="100000"/>
              </a:lnSpc>
              <a:spcBef>
                <a:spcPts val="0"/>
              </a:spcBef>
              <a:spcAft>
                <a:spcPts val="0"/>
              </a:spcAft>
              <a:buClrTx/>
              <a:buSzTx/>
              <a:buFontTx/>
              <a:buNone/>
              <a:tabLst/>
            </a:pPr>
            <a:r>
              <a:rPr lang="en-US" altLang="zh-CN" sz="2400" baseline="2495" dirty="0">
                <a:solidFill>
                  <a:schemeClr val="tx1">
                    <a:lumMod val="50000"/>
                  </a:schemeClr>
                </a:solidFill>
                <a:latin typeface="Gill Sans MT" panose="020B0502020104020203" pitchFamily="34" charset="0"/>
                <a:sym typeface="Helvetica"/>
              </a:rPr>
              <a:t>refill if empty; </a:t>
            </a:r>
          </a:p>
          <a:p>
            <a:pPr marL="0" marR="0" indent="0" defTabSz="584200" rtl="0" fontAlgn="auto" latinLnBrk="0" hangingPunct="0">
              <a:lnSpc>
                <a:spcPct val="100000"/>
              </a:lnSpc>
              <a:spcBef>
                <a:spcPts val="0"/>
              </a:spcBef>
              <a:spcAft>
                <a:spcPts val="0"/>
              </a:spcAft>
              <a:buClrTx/>
              <a:buSzTx/>
              <a:buFontTx/>
              <a:buNone/>
              <a:tabLst/>
            </a:pPr>
            <a:r>
              <a:rPr lang="en-US" altLang="zh-CN" sz="2400" baseline="2495" dirty="0">
                <a:solidFill>
                  <a:schemeClr val="tx1">
                    <a:lumMod val="50000"/>
                  </a:schemeClr>
                </a:solidFill>
                <a:latin typeface="Gill Sans MT" panose="020B0502020104020203" pitchFamily="34" charset="0"/>
                <a:sym typeface="Helvetica"/>
              </a:rPr>
              <a:t>else do nothing </a:t>
            </a:r>
          </a:p>
        </p:txBody>
      </p:sp>
      <p:cxnSp>
        <p:nvCxnSpPr>
          <p:cNvPr id="26" name="直接箭头连接符 25">
            <a:extLst>
              <a:ext uri="{FF2B5EF4-FFF2-40B4-BE49-F238E27FC236}">
                <a16:creationId xmlns:a16="http://schemas.microsoft.com/office/drawing/2014/main" id="{CEE40D53-3C27-5678-52A8-5D21137AE1BA}"/>
              </a:ext>
            </a:extLst>
          </p:cNvPr>
          <p:cNvCxnSpPr>
            <a:cxnSpLocks/>
            <a:stCxn id="24" idx="1"/>
          </p:cNvCxnSpPr>
          <p:nvPr/>
        </p:nvCxnSpPr>
        <p:spPr>
          <a:xfrm flipH="1">
            <a:off x="2308549" y="4498461"/>
            <a:ext cx="1156432" cy="125578"/>
          </a:xfrm>
          <a:prstGeom prst="straightConnector1">
            <a:avLst/>
          </a:prstGeom>
          <a:noFill/>
          <a:ln w="25400" cap="flat">
            <a:solidFill>
              <a:schemeClr val="accent3">
                <a:lumMod val="60000"/>
                <a:lumOff val="40000"/>
              </a:schemeClr>
            </a:solidFill>
            <a:prstDash val="solid"/>
            <a:round/>
            <a:tailEnd type="triangle"/>
          </a:ln>
          <a:effectLst/>
          <a:sp3d/>
        </p:spPr>
        <p:style>
          <a:lnRef idx="0">
            <a:scrgbClr r="0" g="0" b="0"/>
          </a:lnRef>
          <a:fillRef idx="0">
            <a:scrgbClr r="0" g="0" b="0"/>
          </a:fillRef>
          <a:effectRef idx="0">
            <a:scrgbClr r="0" g="0" b="0"/>
          </a:effectRef>
          <a:fontRef idx="none"/>
        </p:style>
      </p:cxnSp>
      <p:cxnSp>
        <p:nvCxnSpPr>
          <p:cNvPr id="30" name="直接箭头连接符 29">
            <a:extLst>
              <a:ext uri="{FF2B5EF4-FFF2-40B4-BE49-F238E27FC236}">
                <a16:creationId xmlns:a16="http://schemas.microsoft.com/office/drawing/2014/main" id="{1277CDAE-8BDE-B39E-2A22-D3F7233CB451}"/>
              </a:ext>
            </a:extLst>
          </p:cNvPr>
          <p:cNvCxnSpPr>
            <a:cxnSpLocks/>
            <a:stCxn id="14" idx="1"/>
          </p:cNvCxnSpPr>
          <p:nvPr/>
        </p:nvCxnSpPr>
        <p:spPr>
          <a:xfrm flipH="1">
            <a:off x="8051180" y="1486895"/>
            <a:ext cx="1133094" cy="232751"/>
          </a:xfrm>
          <a:prstGeom prst="straightConnector1">
            <a:avLst/>
          </a:prstGeom>
          <a:noFill/>
          <a:ln w="25400" cap="flat">
            <a:solidFill>
              <a:schemeClr val="accent3">
                <a:lumMod val="60000"/>
                <a:lumOff val="40000"/>
              </a:schemeClr>
            </a:solidFill>
            <a:prstDash val="solid"/>
            <a:round/>
            <a:tailEnd type="triangle"/>
          </a:ln>
          <a:effectLst/>
          <a:sp3d/>
        </p:spPr>
        <p:style>
          <a:lnRef idx="0">
            <a:scrgbClr r="0" g="0" b="0"/>
          </a:lnRef>
          <a:fillRef idx="0">
            <a:scrgbClr r="0" g="0" b="0"/>
          </a:fillRef>
          <a:effectRef idx="0">
            <a:scrgbClr r="0" g="0" b="0"/>
          </a:effectRef>
          <a:fontRef idx="none"/>
        </p:style>
      </p:cxnSp>
      <p:sp>
        <p:nvSpPr>
          <p:cNvPr id="33" name="文本框 32">
            <a:extLst>
              <a:ext uri="{FF2B5EF4-FFF2-40B4-BE49-F238E27FC236}">
                <a16:creationId xmlns:a16="http://schemas.microsoft.com/office/drawing/2014/main" id="{E46DB851-3870-AEF9-799F-B7F141DEE93B}"/>
              </a:ext>
            </a:extLst>
          </p:cNvPr>
          <p:cNvSpPr txBox="1"/>
          <p:nvPr/>
        </p:nvSpPr>
        <p:spPr>
          <a:xfrm>
            <a:off x="2170965" y="5734257"/>
            <a:ext cx="2943728" cy="348813"/>
          </a:xfrm>
          <a:prstGeom prst="rect">
            <a:avLst/>
          </a:prstGeom>
          <a:solidFill>
            <a:schemeClr val="accent2">
              <a:lumMod val="20000"/>
              <a:lumOff val="80000"/>
            </a:schemeClr>
          </a:solidFill>
          <a:ln w="12700" cap="flat">
            <a:noFill/>
            <a:miter lim="400000"/>
          </a:ln>
          <a:effectLst/>
          <a:sp3d/>
        </p:spPr>
        <p:style>
          <a:lnRef idx="0">
            <a:scrgbClr r="0" g="0" b="0"/>
          </a:lnRef>
          <a:fillRef idx="0">
            <a:scrgbClr r="0" g="0" b="0"/>
          </a:fillRef>
          <a:effectRef idx="0">
            <a:scrgbClr r="0" g="0" b="0"/>
          </a:effectRef>
          <a:fontRef idx="none"/>
        </p:style>
        <p:txBody>
          <a:bodyPr rot="0" spcFirstLastPara="1" vertOverflow="overflow" horzOverflow="overflow" vert="horz" wrap="square" lIns="50800" tIns="50800" rIns="50800" bIns="50800" numCol="1" spcCol="38100" rtlCol="0" anchor="ctr">
            <a:spAutoFit/>
          </a:bodyPr>
          <a:lstStyle/>
          <a:p>
            <a:pPr marL="0" marR="0" indent="0" defTabSz="584200" rtl="0" fontAlgn="auto" latinLnBrk="0" hangingPunct="0">
              <a:lnSpc>
                <a:spcPct val="100000"/>
              </a:lnSpc>
              <a:spcBef>
                <a:spcPts val="0"/>
              </a:spcBef>
              <a:spcAft>
                <a:spcPts val="0"/>
              </a:spcAft>
              <a:buClrTx/>
              <a:buSzTx/>
              <a:buFontTx/>
              <a:buNone/>
              <a:tabLst/>
            </a:pPr>
            <a:r>
              <a:rPr lang="en-US" altLang="zh-CN" sz="2400" b="1" baseline="2495" dirty="0">
                <a:solidFill>
                  <a:schemeClr val="tx1">
                    <a:lumMod val="50000"/>
                  </a:schemeClr>
                </a:solidFill>
                <a:latin typeface="Gill Sans MT" panose="020B0502020104020203" pitchFamily="34" charset="0"/>
                <a:sym typeface="Helvetica"/>
              </a:rPr>
              <a:t>signal</a:t>
            </a:r>
            <a:r>
              <a:rPr lang="en-US" altLang="zh-CN" sz="2400" baseline="2495" dirty="0">
                <a:solidFill>
                  <a:schemeClr val="tx1">
                    <a:lumMod val="50000"/>
                  </a:schemeClr>
                </a:solidFill>
                <a:latin typeface="Gill Sans MT" panose="020B0502020104020203" pitchFamily="34" charset="0"/>
                <a:sym typeface="Helvetica"/>
              </a:rPr>
              <a:t> producer when not empty</a:t>
            </a:r>
          </a:p>
        </p:txBody>
      </p:sp>
      <p:cxnSp>
        <p:nvCxnSpPr>
          <p:cNvPr id="34" name="直接箭头连接符 33">
            <a:extLst>
              <a:ext uri="{FF2B5EF4-FFF2-40B4-BE49-F238E27FC236}">
                <a16:creationId xmlns:a16="http://schemas.microsoft.com/office/drawing/2014/main" id="{621CE9CA-0D3A-4F75-6C25-FDAA81F8ED32}"/>
              </a:ext>
            </a:extLst>
          </p:cNvPr>
          <p:cNvCxnSpPr>
            <a:cxnSpLocks/>
            <a:stCxn id="33" idx="0"/>
          </p:cNvCxnSpPr>
          <p:nvPr/>
        </p:nvCxnSpPr>
        <p:spPr>
          <a:xfrm flipH="1" flipV="1">
            <a:off x="3497714" y="5300205"/>
            <a:ext cx="145115" cy="434052"/>
          </a:xfrm>
          <a:prstGeom prst="straightConnector1">
            <a:avLst/>
          </a:prstGeom>
          <a:noFill/>
          <a:ln w="25400" cap="flat">
            <a:solidFill>
              <a:schemeClr val="accent1">
                <a:lumMod val="40000"/>
                <a:lumOff val="60000"/>
              </a:schemeClr>
            </a:solidFill>
            <a:prstDash val="solid"/>
            <a:round/>
            <a:tailEnd type="triangle"/>
          </a:ln>
          <a:effectLst/>
          <a:sp3d/>
        </p:spPr>
        <p:style>
          <a:lnRef idx="0">
            <a:scrgbClr r="0" g="0" b="0"/>
          </a:lnRef>
          <a:fillRef idx="0">
            <a:scrgbClr r="0" g="0" b="0"/>
          </a:fillRef>
          <a:effectRef idx="0">
            <a:scrgbClr r="0" g="0" b="0"/>
          </a:effectRef>
          <a:fontRef idx="none"/>
        </p:style>
      </p:cxnSp>
      <p:sp>
        <p:nvSpPr>
          <p:cNvPr id="41" name="文本框 40">
            <a:extLst>
              <a:ext uri="{FF2B5EF4-FFF2-40B4-BE49-F238E27FC236}">
                <a16:creationId xmlns:a16="http://schemas.microsoft.com/office/drawing/2014/main" id="{8D0A9712-09AA-A64E-22CA-4B3EB5939B76}"/>
              </a:ext>
            </a:extLst>
          </p:cNvPr>
          <p:cNvSpPr txBox="1"/>
          <p:nvPr/>
        </p:nvSpPr>
        <p:spPr>
          <a:xfrm>
            <a:off x="8823485" y="2671703"/>
            <a:ext cx="2959637" cy="348813"/>
          </a:xfrm>
          <a:prstGeom prst="rect">
            <a:avLst/>
          </a:prstGeom>
          <a:solidFill>
            <a:schemeClr val="accent2">
              <a:lumMod val="20000"/>
              <a:lumOff val="80000"/>
            </a:schemeClr>
          </a:solidFill>
          <a:ln w="12700" cap="flat">
            <a:noFill/>
            <a:miter lim="400000"/>
          </a:ln>
          <a:effectLst/>
          <a:sp3d/>
        </p:spPr>
        <p:style>
          <a:lnRef idx="0">
            <a:scrgbClr r="0" g="0" b="0"/>
          </a:lnRef>
          <a:fillRef idx="0">
            <a:scrgbClr r="0" g="0" b="0"/>
          </a:fillRef>
          <a:effectRef idx="0">
            <a:scrgbClr r="0" g="0" b="0"/>
          </a:effectRef>
          <a:fontRef idx="none"/>
        </p:style>
        <p:txBody>
          <a:bodyPr rot="0" spcFirstLastPara="1" vertOverflow="overflow" horzOverflow="overflow" vert="horz" wrap="square" lIns="50800" tIns="50800" rIns="50800" bIns="50800" numCol="1" spcCol="38100" rtlCol="0" anchor="ctr">
            <a:spAutoFit/>
          </a:bodyPr>
          <a:lstStyle/>
          <a:p>
            <a:pPr marL="0" marR="0" indent="0" defTabSz="584200" rtl="0" fontAlgn="auto" latinLnBrk="0" hangingPunct="0">
              <a:lnSpc>
                <a:spcPct val="100000"/>
              </a:lnSpc>
              <a:spcBef>
                <a:spcPts val="0"/>
              </a:spcBef>
              <a:spcAft>
                <a:spcPts val="0"/>
              </a:spcAft>
              <a:buClrTx/>
              <a:buSzTx/>
              <a:buFontTx/>
              <a:buNone/>
              <a:tabLst/>
            </a:pPr>
            <a:r>
              <a:rPr lang="en-US" altLang="zh-CN" sz="2400" b="1" baseline="2495" dirty="0">
                <a:solidFill>
                  <a:schemeClr val="tx1">
                    <a:lumMod val="50000"/>
                  </a:schemeClr>
                </a:solidFill>
                <a:latin typeface="Gill Sans MT" panose="020B0502020104020203" pitchFamily="34" charset="0"/>
                <a:sym typeface="Helvetica"/>
              </a:rPr>
              <a:t>signal</a:t>
            </a:r>
            <a:r>
              <a:rPr lang="en-US" altLang="zh-CN" sz="2400" baseline="2495" dirty="0">
                <a:solidFill>
                  <a:schemeClr val="tx1">
                    <a:lumMod val="50000"/>
                  </a:schemeClr>
                </a:solidFill>
                <a:latin typeface="Gill Sans MT" panose="020B0502020104020203" pitchFamily="34" charset="0"/>
                <a:sym typeface="Helvetica"/>
              </a:rPr>
              <a:t> producer when not empty</a:t>
            </a:r>
          </a:p>
        </p:txBody>
      </p:sp>
      <p:cxnSp>
        <p:nvCxnSpPr>
          <p:cNvPr id="43" name="直接箭头连接符 42">
            <a:extLst>
              <a:ext uri="{FF2B5EF4-FFF2-40B4-BE49-F238E27FC236}">
                <a16:creationId xmlns:a16="http://schemas.microsoft.com/office/drawing/2014/main" id="{0EF87AF6-CCC8-DA2F-C4A9-A6038D97CC4F}"/>
              </a:ext>
            </a:extLst>
          </p:cNvPr>
          <p:cNvCxnSpPr>
            <a:cxnSpLocks/>
            <a:stCxn id="41" idx="0"/>
          </p:cNvCxnSpPr>
          <p:nvPr/>
        </p:nvCxnSpPr>
        <p:spPr>
          <a:xfrm flipH="1" flipV="1">
            <a:off x="9184273" y="2371493"/>
            <a:ext cx="1119031" cy="300210"/>
          </a:xfrm>
          <a:prstGeom prst="straightConnector1">
            <a:avLst/>
          </a:prstGeom>
          <a:noFill/>
          <a:ln w="25400" cap="flat">
            <a:solidFill>
              <a:schemeClr val="accent1">
                <a:lumMod val="40000"/>
                <a:lumOff val="60000"/>
              </a:schemeClr>
            </a:solidFill>
            <a:prstDash val="solid"/>
            <a:round/>
            <a:tailEnd type="triangle"/>
          </a:ln>
          <a:effectLst/>
          <a:sp3d/>
        </p:spPr>
        <p:style>
          <a:lnRef idx="0">
            <a:scrgbClr r="0" g="0" b="0"/>
          </a:lnRef>
          <a:fillRef idx="0">
            <a:scrgbClr r="0" g="0" b="0"/>
          </a:fillRef>
          <a:effectRef idx="0">
            <a:scrgbClr r="0" g="0" b="0"/>
          </a:effectRef>
          <a:fontRef idx="none"/>
        </p:style>
      </p:cxnSp>
      <p:sp>
        <p:nvSpPr>
          <p:cNvPr id="14" name="文本框 13">
            <a:extLst>
              <a:ext uri="{FF2B5EF4-FFF2-40B4-BE49-F238E27FC236}">
                <a16:creationId xmlns:a16="http://schemas.microsoft.com/office/drawing/2014/main" id="{5AFBF4C4-B802-2129-E174-719769567879}"/>
              </a:ext>
            </a:extLst>
          </p:cNvPr>
          <p:cNvSpPr txBox="1"/>
          <p:nvPr/>
        </p:nvSpPr>
        <p:spPr>
          <a:xfrm>
            <a:off x="9184274" y="1189377"/>
            <a:ext cx="1792765" cy="595035"/>
          </a:xfrm>
          <a:prstGeom prst="rect">
            <a:avLst/>
          </a:prstGeom>
          <a:solidFill>
            <a:schemeClr val="accent3">
              <a:lumMod val="20000"/>
              <a:lumOff val="80000"/>
            </a:schemeClr>
          </a:solidFill>
          <a:ln w="12700" cap="flat">
            <a:noFill/>
            <a:miter lim="400000"/>
          </a:ln>
          <a:effectLst/>
          <a:sp3d/>
        </p:spPr>
        <p:style>
          <a:lnRef idx="0">
            <a:scrgbClr r="0" g="0" b="0"/>
          </a:lnRef>
          <a:fillRef idx="0">
            <a:scrgbClr r="0" g="0" b="0"/>
          </a:fillRef>
          <a:effectRef idx="0">
            <a:scrgbClr r="0" g="0" b="0"/>
          </a:effectRef>
          <a:fontRef idx="none"/>
        </p:style>
        <p:txBody>
          <a:bodyPr rot="0" spcFirstLastPara="1" vertOverflow="overflow" horzOverflow="overflow" vert="horz" wrap="square" lIns="50800" tIns="50800" rIns="50800" bIns="50800" numCol="1" spcCol="38100" rtlCol="0" anchor="ctr">
            <a:spAutoFit/>
          </a:bodyPr>
          <a:lstStyle/>
          <a:p>
            <a:pPr marL="0" marR="0" indent="0" defTabSz="584200" rtl="0" fontAlgn="auto" latinLnBrk="0" hangingPunct="0">
              <a:lnSpc>
                <a:spcPct val="100000"/>
              </a:lnSpc>
              <a:spcBef>
                <a:spcPts val="0"/>
              </a:spcBef>
              <a:spcAft>
                <a:spcPts val="0"/>
              </a:spcAft>
              <a:buClrTx/>
              <a:buSzTx/>
              <a:buFontTx/>
              <a:buNone/>
              <a:tabLst/>
            </a:pPr>
            <a:r>
              <a:rPr lang="en-US" altLang="zh-CN" sz="2400" baseline="2495" dirty="0">
                <a:solidFill>
                  <a:schemeClr val="tx1">
                    <a:lumMod val="50000"/>
                  </a:schemeClr>
                </a:solidFill>
                <a:latin typeface="Gill Sans MT" panose="020B0502020104020203" pitchFamily="34" charset="0"/>
                <a:sym typeface="Helvetica"/>
              </a:rPr>
              <a:t>add bread if not full; </a:t>
            </a:r>
          </a:p>
          <a:p>
            <a:pPr marL="0" marR="0" indent="0" defTabSz="584200" rtl="0" fontAlgn="auto" latinLnBrk="0" hangingPunct="0">
              <a:lnSpc>
                <a:spcPct val="100000"/>
              </a:lnSpc>
              <a:spcBef>
                <a:spcPts val="0"/>
              </a:spcBef>
              <a:spcAft>
                <a:spcPts val="0"/>
              </a:spcAft>
              <a:buClrTx/>
              <a:buSzTx/>
              <a:buFontTx/>
              <a:buNone/>
              <a:tabLst/>
            </a:pPr>
            <a:r>
              <a:rPr lang="en-US" altLang="zh-CN" sz="2400" baseline="2495" dirty="0">
                <a:solidFill>
                  <a:schemeClr val="tx1">
                    <a:lumMod val="50000"/>
                  </a:schemeClr>
                </a:solidFill>
                <a:latin typeface="Gill Sans MT" panose="020B0502020104020203" pitchFamily="34" charset="0"/>
                <a:sym typeface="Helvetica"/>
              </a:rPr>
              <a:t>else do nothing </a:t>
            </a:r>
          </a:p>
        </p:txBody>
      </p:sp>
      <p:sp>
        <p:nvSpPr>
          <p:cNvPr id="22" name="文本框 21">
            <a:extLst>
              <a:ext uri="{FF2B5EF4-FFF2-40B4-BE49-F238E27FC236}">
                <a16:creationId xmlns:a16="http://schemas.microsoft.com/office/drawing/2014/main" id="{2B427983-13BA-A117-0742-F8D5D4FB8FE8}"/>
              </a:ext>
            </a:extLst>
          </p:cNvPr>
          <p:cNvSpPr txBox="1"/>
          <p:nvPr/>
        </p:nvSpPr>
        <p:spPr>
          <a:xfrm>
            <a:off x="8617727" y="3558994"/>
            <a:ext cx="2959637" cy="348813"/>
          </a:xfrm>
          <a:prstGeom prst="rect">
            <a:avLst/>
          </a:prstGeom>
          <a:solidFill>
            <a:schemeClr val="accent2">
              <a:lumMod val="20000"/>
              <a:lumOff val="80000"/>
            </a:schemeClr>
          </a:solidFill>
          <a:ln w="12700" cap="flat">
            <a:noFill/>
            <a:miter lim="400000"/>
          </a:ln>
          <a:effectLst/>
          <a:sp3d/>
        </p:spPr>
        <p:style>
          <a:lnRef idx="0">
            <a:scrgbClr r="0" g="0" b="0"/>
          </a:lnRef>
          <a:fillRef idx="0">
            <a:scrgbClr r="0" g="0" b="0"/>
          </a:fillRef>
          <a:effectRef idx="0">
            <a:scrgbClr r="0" g="0" b="0"/>
          </a:effectRef>
          <a:fontRef idx="none"/>
        </p:style>
        <p:txBody>
          <a:bodyPr rot="0" spcFirstLastPara="1" vertOverflow="overflow" horzOverflow="overflow" vert="horz" wrap="square" lIns="50800" tIns="50800" rIns="50800" bIns="50800" numCol="1" spcCol="38100" rtlCol="0" anchor="ctr">
            <a:spAutoFit/>
          </a:bodyPr>
          <a:lstStyle/>
          <a:p>
            <a:pPr marL="0" marR="0" indent="0" defTabSz="584200" rtl="0" fontAlgn="auto" latinLnBrk="0" hangingPunct="0">
              <a:lnSpc>
                <a:spcPct val="100000"/>
              </a:lnSpc>
              <a:spcBef>
                <a:spcPts val="0"/>
              </a:spcBef>
              <a:spcAft>
                <a:spcPts val="0"/>
              </a:spcAft>
              <a:buClrTx/>
              <a:buSzTx/>
              <a:buFontTx/>
              <a:buNone/>
              <a:tabLst/>
            </a:pPr>
            <a:r>
              <a:rPr lang="en-US" altLang="zh-CN" sz="2400" b="1" baseline="2495" dirty="0">
                <a:solidFill>
                  <a:schemeClr val="tx1">
                    <a:lumMod val="50000"/>
                  </a:schemeClr>
                </a:solidFill>
                <a:latin typeface="Gill Sans MT" panose="020B0502020104020203" pitchFamily="34" charset="0"/>
                <a:sym typeface="Helvetica"/>
              </a:rPr>
              <a:t>wait</a:t>
            </a:r>
            <a:r>
              <a:rPr lang="en-US" altLang="zh-CN" sz="2400" baseline="2495" dirty="0">
                <a:solidFill>
                  <a:schemeClr val="tx1">
                    <a:lumMod val="50000"/>
                  </a:schemeClr>
                </a:solidFill>
                <a:latin typeface="Gill Sans MT" panose="020B0502020104020203" pitchFamily="34" charset="0"/>
                <a:sym typeface="Helvetica"/>
              </a:rPr>
              <a:t> meat supplier when no meat</a:t>
            </a:r>
          </a:p>
        </p:txBody>
      </p:sp>
      <p:cxnSp>
        <p:nvCxnSpPr>
          <p:cNvPr id="25" name="直接箭头连接符 24">
            <a:extLst>
              <a:ext uri="{FF2B5EF4-FFF2-40B4-BE49-F238E27FC236}">
                <a16:creationId xmlns:a16="http://schemas.microsoft.com/office/drawing/2014/main" id="{26B54D05-BFEC-3E6D-D9B7-F6B728A2643B}"/>
              </a:ext>
            </a:extLst>
          </p:cNvPr>
          <p:cNvCxnSpPr>
            <a:cxnSpLocks/>
            <a:stCxn id="22" idx="1"/>
          </p:cNvCxnSpPr>
          <p:nvPr/>
        </p:nvCxnSpPr>
        <p:spPr>
          <a:xfrm flipH="1">
            <a:off x="8281639" y="3733401"/>
            <a:ext cx="336088" cy="347769"/>
          </a:xfrm>
          <a:prstGeom prst="straightConnector1">
            <a:avLst/>
          </a:prstGeom>
          <a:noFill/>
          <a:ln w="25400" cap="flat">
            <a:solidFill>
              <a:schemeClr val="accent1">
                <a:lumMod val="40000"/>
                <a:lumOff val="60000"/>
              </a:schemeClr>
            </a:solidFill>
            <a:prstDash val="solid"/>
            <a:round/>
            <a:tailEnd type="triangle"/>
          </a:ln>
          <a:effectLst/>
          <a:sp3d/>
        </p:spPr>
        <p:style>
          <a:lnRef idx="0">
            <a:scrgbClr r="0" g="0" b="0"/>
          </a:lnRef>
          <a:fillRef idx="0">
            <a:scrgbClr r="0" g="0" b="0"/>
          </a:fillRef>
          <a:effectRef idx="0">
            <a:scrgbClr r="0" g="0" b="0"/>
          </a:effectRef>
          <a:fontRef idx="none"/>
        </p:style>
      </p:cxnSp>
      <p:sp>
        <p:nvSpPr>
          <p:cNvPr id="31" name="文本框 30">
            <a:extLst>
              <a:ext uri="{FF2B5EF4-FFF2-40B4-BE49-F238E27FC236}">
                <a16:creationId xmlns:a16="http://schemas.microsoft.com/office/drawing/2014/main" id="{482E425E-9142-C0C3-6625-DDA3C96544C1}"/>
              </a:ext>
            </a:extLst>
          </p:cNvPr>
          <p:cNvSpPr txBox="1"/>
          <p:nvPr/>
        </p:nvSpPr>
        <p:spPr>
          <a:xfrm>
            <a:off x="9177685" y="5065391"/>
            <a:ext cx="2481453" cy="595035"/>
          </a:xfrm>
          <a:prstGeom prst="rect">
            <a:avLst/>
          </a:prstGeom>
          <a:solidFill>
            <a:schemeClr val="accent2">
              <a:lumMod val="20000"/>
              <a:lumOff val="80000"/>
            </a:schemeClr>
          </a:solidFill>
          <a:ln w="12700" cap="flat">
            <a:noFill/>
            <a:miter lim="400000"/>
          </a:ln>
          <a:effectLst/>
          <a:sp3d/>
        </p:spPr>
        <p:style>
          <a:lnRef idx="0">
            <a:scrgbClr r="0" g="0" b="0"/>
          </a:lnRef>
          <a:fillRef idx="0">
            <a:scrgbClr r="0" g="0" b="0"/>
          </a:fillRef>
          <a:effectRef idx="0">
            <a:scrgbClr r="0" g="0" b="0"/>
          </a:effectRef>
          <a:fontRef idx="none"/>
        </p:style>
        <p:txBody>
          <a:bodyPr rot="0" spcFirstLastPara="1" vertOverflow="overflow" horzOverflow="overflow" vert="horz" wrap="square" lIns="50800" tIns="50800" rIns="50800" bIns="50800" numCol="1" spcCol="38100" rtlCol="0" anchor="ctr">
            <a:spAutoFit/>
          </a:bodyPr>
          <a:lstStyle/>
          <a:p>
            <a:pPr marL="0" marR="0" indent="0" defTabSz="584200" rtl="0" fontAlgn="auto" latinLnBrk="0" hangingPunct="0">
              <a:lnSpc>
                <a:spcPct val="100000"/>
              </a:lnSpc>
              <a:spcBef>
                <a:spcPts val="0"/>
              </a:spcBef>
              <a:spcAft>
                <a:spcPts val="0"/>
              </a:spcAft>
              <a:buClrTx/>
              <a:buSzTx/>
              <a:buFontTx/>
              <a:buNone/>
              <a:tabLst/>
            </a:pPr>
            <a:r>
              <a:rPr lang="en-US" altLang="zh-CN" sz="2400" b="1" baseline="2495" dirty="0">
                <a:solidFill>
                  <a:schemeClr val="tx1">
                    <a:lumMod val="50000"/>
                  </a:schemeClr>
                </a:solidFill>
                <a:latin typeface="Gill Sans MT" panose="020B0502020104020203" pitchFamily="34" charset="0"/>
                <a:sym typeface="Helvetica"/>
              </a:rPr>
              <a:t>wait</a:t>
            </a:r>
            <a:r>
              <a:rPr lang="en-US" altLang="zh-CN" sz="2400" baseline="2495" dirty="0">
                <a:solidFill>
                  <a:schemeClr val="tx1">
                    <a:lumMod val="50000"/>
                  </a:schemeClr>
                </a:solidFill>
                <a:latin typeface="Gill Sans MT" panose="020B0502020104020203" pitchFamily="34" charset="0"/>
                <a:sym typeface="Helvetica"/>
              </a:rPr>
              <a:t> bread supplier when no enough breads</a:t>
            </a:r>
          </a:p>
        </p:txBody>
      </p:sp>
      <p:cxnSp>
        <p:nvCxnSpPr>
          <p:cNvPr id="32" name="直接箭头连接符 31">
            <a:extLst>
              <a:ext uri="{FF2B5EF4-FFF2-40B4-BE49-F238E27FC236}">
                <a16:creationId xmlns:a16="http://schemas.microsoft.com/office/drawing/2014/main" id="{E7437B0A-02DF-8F9A-C9FF-8C9425046AE2}"/>
              </a:ext>
            </a:extLst>
          </p:cNvPr>
          <p:cNvCxnSpPr>
            <a:cxnSpLocks/>
            <a:stCxn id="31" idx="1"/>
          </p:cNvCxnSpPr>
          <p:nvPr/>
        </p:nvCxnSpPr>
        <p:spPr>
          <a:xfrm flipH="1" flipV="1">
            <a:off x="8608740" y="4950611"/>
            <a:ext cx="568945" cy="412298"/>
          </a:xfrm>
          <a:prstGeom prst="straightConnector1">
            <a:avLst/>
          </a:prstGeom>
          <a:noFill/>
          <a:ln w="25400" cap="flat">
            <a:solidFill>
              <a:schemeClr val="accent1">
                <a:lumMod val="40000"/>
                <a:lumOff val="60000"/>
              </a:schemeClr>
            </a:solidFill>
            <a:prstDash val="solid"/>
            <a:round/>
            <a:tailEnd type="triangle"/>
          </a:ln>
          <a:effectLst/>
          <a:sp3d/>
        </p:spPr>
        <p:style>
          <a:lnRef idx="0">
            <a:scrgbClr r="0" g="0" b="0"/>
          </a:lnRef>
          <a:fillRef idx="0">
            <a:scrgbClr r="0" g="0" b="0"/>
          </a:fillRef>
          <a:effectRef idx="0">
            <a:scrgbClr r="0" g="0" b="0"/>
          </a:effectRef>
          <a:fontRef idx="none"/>
        </p:style>
      </p:cxnSp>
    </p:spTree>
    <p:extLst>
      <p:ext uri="{BB962C8B-B14F-4D97-AF65-F5344CB8AC3E}">
        <p14:creationId xmlns:p14="http://schemas.microsoft.com/office/powerpoint/2010/main" val="1283472336"/>
      </p:ext>
    </p:extLst>
  </p:cSld>
  <p:clrMapOvr>
    <a:masterClrMapping/>
  </p:clrMapOvr>
  <p:transition spd="med"/>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2715A2E-656D-EC5D-FDE7-230488526EFC}"/>
              </a:ext>
            </a:extLst>
          </p:cNvPr>
          <p:cNvSpPr>
            <a:spLocks noGrp="1"/>
          </p:cNvSpPr>
          <p:nvPr>
            <p:ph type="title"/>
          </p:nvPr>
        </p:nvSpPr>
        <p:spPr/>
        <p:txBody>
          <a:bodyPr/>
          <a:lstStyle/>
          <a:p>
            <a:r>
              <a:rPr lang="en-US" dirty="0"/>
              <a:t>Question 4</a:t>
            </a:r>
          </a:p>
        </p:txBody>
      </p:sp>
      <p:sp>
        <p:nvSpPr>
          <p:cNvPr id="4" name="Slide Number Placeholder 3">
            <a:extLst>
              <a:ext uri="{FF2B5EF4-FFF2-40B4-BE49-F238E27FC236}">
                <a16:creationId xmlns:a16="http://schemas.microsoft.com/office/drawing/2014/main" id="{C903FAE4-3A59-50C4-1BA6-A9AEC61D52CB}"/>
              </a:ext>
            </a:extLst>
          </p:cNvPr>
          <p:cNvSpPr>
            <a:spLocks noGrp="1"/>
          </p:cNvSpPr>
          <p:nvPr>
            <p:ph type="sldNum" sz="quarter" idx="2"/>
          </p:nvPr>
        </p:nvSpPr>
        <p:spPr>
          <a:xfrm>
            <a:off x="11686121" y="6400800"/>
            <a:ext cx="218008" cy="379591"/>
          </a:xfrm>
        </p:spPr>
        <p:txBody>
          <a:bodyPr/>
          <a:lstStyle/>
          <a:p>
            <a:pPr marL="0" marR="0" lvl="0" indent="0" algn="ctr" defTabSz="412750" rtl="0" eaLnBrk="1" fontAlgn="auto" latinLnBrk="0" hangingPunct="0">
              <a:lnSpc>
                <a:spcPct val="100000"/>
              </a:lnSpc>
              <a:spcBef>
                <a:spcPts val="0"/>
              </a:spcBef>
              <a:spcAft>
                <a:spcPts val="0"/>
              </a:spcAft>
              <a:buClrTx/>
              <a:buSzTx/>
              <a:buFontTx/>
              <a:buNone/>
              <a:tabLst/>
              <a:defRPr/>
            </a:pPr>
            <a:fld id="{86CB4B4D-7CA3-9044-876B-883B54F8677D}" type="slidenum">
              <a:rPr kumimoji="0" lang="en-US" sz="1800" b="0" i="0" u="none" strike="noStrike" kern="0" cap="none" spc="0" normalizeH="0" baseline="0" noProof="0">
                <a:ln>
                  <a:noFill/>
                </a:ln>
                <a:solidFill>
                  <a:srgbClr val="800080"/>
                </a:solidFill>
                <a:effectLst/>
                <a:uLnTx/>
                <a:uFillTx/>
                <a:latin typeface="Gill Sans MT" panose="020B0502020104020203" pitchFamily="34" charset="0"/>
                <a:cs typeface="Helvetica"/>
                <a:sym typeface="Helvetica"/>
              </a:rPr>
              <a:pPr marL="0" marR="0" lvl="0" indent="0" algn="ctr" defTabSz="412750" rtl="0" eaLnBrk="1" fontAlgn="auto" latinLnBrk="0" hangingPunct="0">
                <a:lnSpc>
                  <a:spcPct val="100000"/>
                </a:lnSpc>
                <a:spcBef>
                  <a:spcPts val="0"/>
                </a:spcBef>
                <a:spcAft>
                  <a:spcPts val="0"/>
                </a:spcAft>
                <a:buClrTx/>
                <a:buSzTx/>
                <a:buFontTx/>
                <a:buNone/>
                <a:tabLst/>
                <a:defRPr/>
              </a:pPr>
              <a:t>20</a:t>
            </a:fld>
            <a:endParaRPr kumimoji="0" lang="en-US" sz="1800" b="0" i="0" u="none" strike="noStrike" kern="0" cap="none" spc="0" normalizeH="0" baseline="0" noProof="0">
              <a:ln>
                <a:noFill/>
              </a:ln>
              <a:solidFill>
                <a:srgbClr val="800080"/>
              </a:solidFill>
              <a:effectLst/>
              <a:uLnTx/>
              <a:uFillTx/>
              <a:latin typeface="Gill Sans MT" panose="020B0502020104020203" pitchFamily="34" charset="0"/>
              <a:cs typeface="Helvetica"/>
              <a:sym typeface="Helvetica"/>
            </a:endParaRPr>
          </a:p>
        </p:txBody>
      </p:sp>
      <p:sp>
        <p:nvSpPr>
          <p:cNvPr id="5" name="文本框 4">
            <a:extLst>
              <a:ext uri="{FF2B5EF4-FFF2-40B4-BE49-F238E27FC236}">
                <a16:creationId xmlns:a16="http://schemas.microsoft.com/office/drawing/2014/main" id="{2CB4BC30-C9E5-5613-18C5-BB889EC193CB}"/>
              </a:ext>
            </a:extLst>
          </p:cNvPr>
          <p:cNvSpPr txBox="1"/>
          <p:nvPr/>
        </p:nvSpPr>
        <p:spPr>
          <a:xfrm>
            <a:off x="628185" y="1420283"/>
            <a:ext cx="10831552" cy="2872581"/>
          </a:xfrm>
          <a:prstGeom prst="rect">
            <a:avLst/>
          </a:prstGeom>
          <a:noFill/>
          <a:ln w="12700" cap="flat">
            <a:noFill/>
            <a:miter lim="400000"/>
          </a:ln>
          <a:effectLst/>
          <a:sp3d/>
        </p:spPr>
        <p:style>
          <a:lnRef idx="0">
            <a:scrgbClr r="0" g="0" b="0"/>
          </a:lnRef>
          <a:fillRef idx="0">
            <a:scrgbClr r="0" g="0" b="0"/>
          </a:fillRef>
          <a:effectRef idx="0">
            <a:scrgbClr r="0" g="0" b="0"/>
          </a:effectRef>
          <a:fontRef idx="none"/>
        </p:style>
        <p:txBody>
          <a:bodyPr rot="0" spcFirstLastPara="1" vertOverflow="overflow" horzOverflow="overflow" vert="horz" wrap="square" lIns="50800" tIns="50800" rIns="50800" bIns="50800" numCol="1" spcCol="38100" rtlCol="0" anchor="ctr">
            <a:spAutoFit/>
          </a:bodyPr>
          <a:lstStyle/>
          <a:p>
            <a:pPr>
              <a:defRPr/>
            </a:pPr>
            <a:r>
              <a:rPr lang="en-US" altLang="zh-CN" dirty="0">
                <a:cs typeface="Helvetica"/>
              </a:rPr>
              <a:t>In your shawarma restaurant, customers must have a seat and then receive service from a waiter before they can begin ordering. When the order is taken, the waiter leaves. When the meal is finished, the customer leaves the seat. This process can be simulated in C syntax (All the necessary header files have already been included).</a:t>
            </a:r>
          </a:p>
          <a:p>
            <a:pPr>
              <a:defRPr/>
            </a:pPr>
            <a:endParaRPr lang="en-US" altLang="zh-CN" dirty="0">
              <a:cs typeface="Helvetica"/>
            </a:endParaRPr>
          </a:p>
          <a:p>
            <a:pPr>
              <a:defRPr/>
            </a:pPr>
            <a:r>
              <a:rPr lang="en-US" altLang="zh-CN" dirty="0">
                <a:cs typeface="Helvetica"/>
              </a:rPr>
              <a:t>You are required to fill in the TODOs in the code. Each TODO only need one line of code.</a:t>
            </a:r>
          </a:p>
          <a:p>
            <a:pPr>
              <a:defRPr/>
            </a:pPr>
            <a:endParaRPr lang="en-US" altLang="zh-CN" dirty="0">
              <a:cs typeface="Helvetica"/>
            </a:endParaRPr>
          </a:p>
          <a:p>
            <a:pPr>
              <a:defRPr/>
            </a:pPr>
            <a:r>
              <a:rPr lang="en-US" altLang="zh-CN" b="1" dirty="0">
                <a:cs typeface="Helvetica"/>
              </a:rPr>
              <a:t>Hint</a:t>
            </a:r>
            <a:r>
              <a:rPr lang="en-US" altLang="zh-CN" dirty="0">
                <a:cs typeface="Helvetica"/>
              </a:rPr>
              <a:t> -- semaphore related POSIX APIs that may be used:</a:t>
            </a:r>
          </a:p>
          <a:p>
            <a:pPr>
              <a:defRPr/>
            </a:pPr>
            <a:r>
              <a:rPr lang="en-US" altLang="zh-CN" b="1" dirty="0">
                <a:cs typeface="Helvetica"/>
              </a:rPr>
              <a:t>int</a:t>
            </a:r>
            <a:r>
              <a:rPr lang="en-US" altLang="zh-CN" dirty="0">
                <a:cs typeface="Helvetica"/>
              </a:rPr>
              <a:t> </a:t>
            </a:r>
            <a:r>
              <a:rPr lang="en-US" altLang="zh-CN" b="1" dirty="0" err="1">
                <a:cs typeface="Helvetica"/>
              </a:rPr>
              <a:t>sem_wait</a:t>
            </a:r>
            <a:r>
              <a:rPr lang="en-US" altLang="zh-CN" dirty="0">
                <a:cs typeface="Helvetica"/>
              </a:rPr>
              <a:t>(</a:t>
            </a:r>
            <a:r>
              <a:rPr lang="en-US" altLang="zh-CN" dirty="0" err="1">
                <a:cs typeface="Helvetica"/>
              </a:rPr>
              <a:t>sem_t</a:t>
            </a:r>
            <a:r>
              <a:rPr lang="en-US" altLang="zh-CN" dirty="0">
                <a:cs typeface="Helvetica"/>
              </a:rPr>
              <a:t> *);</a:t>
            </a:r>
          </a:p>
          <a:p>
            <a:pPr>
              <a:defRPr/>
            </a:pPr>
            <a:r>
              <a:rPr lang="en-US" altLang="zh-CN" b="1" dirty="0">
                <a:cs typeface="Helvetica"/>
              </a:rPr>
              <a:t>int</a:t>
            </a:r>
            <a:r>
              <a:rPr lang="en-US" altLang="zh-CN" dirty="0">
                <a:cs typeface="Helvetica"/>
              </a:rPr>
              <a:t> </a:t>
            </a:r>
            <a:r>
              <a:rPr lang="en-US" altLang="zh-CN" b="1" dirty="0" err="1">
                <a:cs typeface="Helvetica"/>
              </a:rPr>
              <a:t>sem_post</a:t>
            </a:r>
            <a:r>
              <a:rPr lang="en-US" altLang="zh-CN" dirty="0">
                <a:cs typeface="Helvetica"/>
              </a:rPr>
              <a:t>(</a:t>
            </a:r>
            <a:r>
              <a:rPr lang="en-US" altLang="zh-CN" dirty="0" err="1">
                <a:cs typeface="Helvetica"/>
              </a:rPr>
              <a:t>sem_t</a:t>
            </a:r>
            <a:r>
              <a:rPr lang="en-US" altLang="zh-CN" dirty="0">
                <a:cs typeface="Helvetica"/>
              </a:rPr>
              <a:t> *);</a:t>
            </a:r>
            <a:endParaRPr kumimoji="0" lang="zh-CN" altLang="en-US" b="0" i="0" u="none" strike="noStrike" cap="none" spc="0" normalizeH="0" baseline="0" dirty="0">
              <a:ln>
                <a:noFill/>
              </a:ln>
              <a:solidFill>
                <a:srgbClr val="5E5E5E"/>
              </a:solidFill>
              <a:effectLst/>
              <a:uFillTx/>
              <a:latin typeface="+mn-lt"/>
              <a:ea typeface="+mn-ea"/>
              <a:cs typeface="+mn-cs"/>
              <a:sym typeface="Helvetica"/>
            </a:endParaRPr>
          </a:p>
        </p:txBody>
      </p:sp>
    </p:spTree>
    <p:extLst>
      <p:ext uri="{BB962C8B-B14F-4D97-AF65-F5344CB8AC3E}">
        <p14:creationId xmlns:p14="http://schemas.microsoft.com/office/powerpoint/2010/main" val="3788763453"/>
      </p:ext>
    </p:extLst>
  </p:cSld>
  <p:clrMapOvr>
    <a:masterClrMapping/>
  </p:clrMapOvr>
  <p:transition spd="med"/>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제목 1"/>
          <p:cNvSpPr>
            <a:spLocks noGrp="1"/>
          </p:cNvSpPr>
          <p:nvPr>
            <p:ph type="title"/>
          </p:nvPr>
        </p:nvSpPr>
        <p:spPr/>
        <p:txBody>
          <a:bodyPr/>
          <a:lstStyle/>
          <a:p>
            <a:r>
              <a:rPr lang="en-US" altLang="ko-KR" dirty="0"/>
              <a:t>Recap: </a:t>
            </a:r>
            <a:r>
              <a:rPr lang="en-US" altLang="ko-KR" dirty="0" err="1"/>
              <a:t>sem_wait</a:t>
            </a:r>
            <a:r>
              <a:rPr lang="en-US" altLang="ko-KR" dirty="0"/>
              <a:t> (from lec7)</a:t>
            </a:r>
            <a:endParaRPr lang="ko-KR" altLang="en-US" dirty="0"/>
          </a:p>
        </p:txBody>
      </p:sp>
      <p:sp>
        <p:nvSpPr>
          <p:cNvPr id="3" name="내용 개체 틀 2"/>
          <p:cNvSpPr>
            <a:spLocks noGrp="1"/>
          </p:cNvSpPr>
          <p:nvPr>
            <p:ph idx="1"/>
          </p:nvPr>
        </p:nvSpPr>
        <p:spPr>
          <a:xfrm>
            <a:off x="285751" y="880070"/>
            <a:ext cx="11715749" cy="4254214"/>
          </a:xfrm>
        </p:spPr>
        <p:txBody>
          <a:bodyPr/>
          <a:lstStyle/>
          <a:p>
            <a:r>
              <a:rPr lang="en-US" altLang="ko-KR" dirty="0" err="1">
                <a:latin typeface="Courier New" panose="02070309020205020404" pitchFamily="49" charset="0"/>
                <a:cs typeface="Courier New" panose="02070309020205020404" pitchFamily="49" charset="0"/>
              </a:rPr>
              <a:t>sem_wait</a:t>
            </a:r>
            <a:r>
              <a:rPr lang="en-US" altLang="ko-KR" dirty="0">
                <a:latin typeface="Courier New" panose="02070309020205020404" pitchFamily="49" charset="0"/>
                <a:cs typeface="Courier New" panose="02070309020205020404" pitchFamily="49" charset="0"/>
              </a:rPr>
              <a:t>()</a:t>
            </a:r>
          </a:p>
          <a:p>
            <a:pPr lvl="2"/>
            <a:endParaRPr lang="en-US" altLang="ko-KR" dirty="0"/>
          </a:p>
          <a:p>
            <a:pPr lvl="2"/>
            <a:endParaRPr lang="en-US" altLang="ko-KR" dirty="0"/>
          </a:p>
          <a:p>
            <a:pPr lvl="2"/>
            <a:endParaRPr lang="en-US" altLang="ko-KR" dirty="0"/>
          </a:p>
          <a:p>
            <a:pPr lvl="1"/>
            <a:r>
              <a:rPr lang="en-US" altLang="ko-KR" dirty="0"/>
              <a:t>If the value of the semaphore was </a:t>
            </a:r>
            <a:r>
              <a:rPr lang="en-US" altLang="ko-KR" i="1" dirty="0"/>
              <a:t>one</a:t>
            </a:r>
            <a:r>
              <a:rPr lang="en-US" altLang="ko-KR" dirty="0"/>
              <a:t> or </a:t>
            </a:r>
            <a:r>
              <a:rPr lang="en-US" altLang="ko-KR" i="1" dirty="0"/>
              <a:t>higher</a:t>
            </a:r>
            <a:r>
              <a:rPr lang="en-US" altLang="ko-KR" dirty="0"/>
              <a:t> when called </a:t>
            </a:r>
            <a:r>
              <a:rPr lang="en-US" altLang="ko-KR" dirty="0" err="1">
                <a:latin typeface="Courier New" panose="02070309020205020404" pitchFamily="49" charset="0"/>
                <a:cs typeface="Courier New" panose="02070309020205020404" pitchFamily="49" charset="0"/>
              </a:rPr>
              <a:t>sem_wait</a:t>
            </a:r>
            <a:r>
              <a:rPr lang="en-US" altLang="ko-KR" dirty="0">
                <a:latin typeface="Courier New" panose="02070309020205020404" pitchFamily="49" charset="0"/>
                <a:cs typeface="Courier New" panose="02070309020205020404" pitchFamily="49" charset="0"/>
              </a:rPr>
              <a:t>()</a:t>
            </a:r>
            <a:r>
              <a:rPr lang="en-US" altLang="ko-KR" dirty="0"/>
              <a:t>, </a:t>
            </a:r>
            <a:r>
              <a:rPr lang="en-US" altLang="ko-KR" b="1" dirty="0"/>
              <a:t>return right away</a:t>
            </a:r>
            <a:r>
              <a:rPr lang="en-US" altLang="ko-KR" dirty="0"/>
              <a:t>.</a:t>
            </a:r>
          </a:p>
          <a:p>
            <a:pPr lvl="1"/>
            <a:r>
              <a:rPr lang="en-US" altLang="ko-KR" dirty="0"/>
              <a:t>It will cause the caller to </a:t>
            </a:r>
            <a:r>
              <a:rPr lang="en-US" altLang="ko-KR" u="sng" dirty="0"/>
              <a:t>suspend execution</a:t>
            </a:r>
            <a:r>
              <a:rPr lang="en-US" altLang="ko-KR" dirty="0"/>
              <a:t> waiting for a subsequent post.</a:t>
            </a:r>
          </a:p>
          <a:p>
            <a:pPr lvl="1"/>
            <a:r>
              <a:rPr lang="en-US" altLang="ko-KR" dirty="0"/>
              <a:t>When negative,</a:t>
            </a:r>
            <a:r>
              <a:rPr lang="zh-CN" altLang="en-US" dirty="0"/>
              <a:t> </a:t>
            </a:r>
            <a:r>
              <a:rPr lang="en-US" altLang="zh-CN" dirty="0"/>
              <a:t>the thread will be blocked</a:t>
            </a:r>
            <a:endParaRPr lang="en-US" altLang="ko-KR" dirty="0"/>
          </a:p>
          <a:p>
            <a:pPr lvl="1"/>
            <a:endParaRPr lang="en-US" altLang="ko-KR" dirty="0"/>
          </a:p>
          <a:p>
            <a:endParaRPr lang="en-US" altLang="ko-KR" dirty="0"/>
          </a:p>
          <a:p>
            <a:pPr lvl="1"/>
            <a:endParaRPr lang="en-US" altLang="ko-KR" dirty="0"/>
          </a:p>
          <a:p>
            <a:pPr lvl="1"/>
            <a:endParaRPr lang="en-US" altLang="ko-KR" dirty="0"/>
          </a:p>
          <a:p>
            <a:pPr lvl="1"/>
            <a:endParaRPr lang="en-US" altLang="ko-KR" dirty="0"/>
          </a:p>
          <a:p>
            <a:endParaRPr lang="en-US" altLang="ko-KR" dirty="0"/>
          </a:p>
          <a:p>
            <a:endParaRPr lang="en-US" altLang="ko-KR" dirty="0"/>
          </a:p>
          <a:p>
            <a:endParaRPr lang="en-US" altLang="ko-KR" dirty="0"/>
          </a:p>
        </p:txBody>
      </p:sp>
      <p:sp>
        <p:nvSpPr>
          <p:cNvPr id="4" name="슬라이드 번호 개체 틀 3"/>
          <p:cNvSpPr>
            <a:spLocks noGrp="1"/>
          </p:cNvSpPr>
          <p:nvPr>
            <p:ph type="sldNum" sz="quarter" idx="11"/>
          </p:nvPr>
        </p:nvSpPr>
        <p:spPr/>
        <p:txBody>
          <a:bodyPr/>
          <a:lstStyle/>
          <a:p>
            <a:pPr latinLnBrk="1">
              <a:defRPr/>
            </a:pPr>
            <a:fld id="{515CC4ED-1449-4712-AE45-EBC263B4DD26}" type="slidenum">
              <a:rPr lang="en-US" altLang="ko-KR">
                <a:solidFill>
                  <a:srgbClr val="1F497D">
                    <a:lumMod val="50000"/>
                  </a:srgbClr>
                </a:solidFill>
              </a:rPr>
              <a:pPr latinLnBrk="1">
                <a:defRPr/>
              </a:pPr>
              <a:t>21</a:t>
            </a:fld>
            <a:r>
              <a:rPr lang="en-US" altLang="ko-KR">
                <a:solidFill>
                  <a:srgbClr val="1F497D">
                    <a:lumMod val="50000"/>
                  </a:srgbClr>
                </a:solidFill>
              </a:rPr>
              <a:t> </a:t>
            </a:r>
          </a:p>
        </p:txBody>
      </p:sp>
      <p:sp>
        <p:nvSpPr>
          <p:cNvPr id="5" name="바닥글 개체 틀 4"/>
          <p:cNvSpPr>
            <a:spLocks noGrp="1"/>
          </p:cNvSpPr>
          <p:nvPr>
            <p:ph type="ftr" sz="quarter" idx="3"/>
          </p:nvPr>
        </p:nvSpPr>
        <p:spPr/>
        <p:txBody>
          <a:bodyPr/>
          <a:lstStyle/>
          <a:p>
            <a:pPr latinLnBrk="1">
              <a:defRPr/>
            </a:pPr>
            <a:r>
              <a:rPr lang="en-US" altLang="ko-KR">
                <a:solidFill>
                  <a:prstClr val="black"/>
                </a:solidFill>
              </a:rPr>
              <a:t>CSCI3150 Intro to OS</a:t>
            </a:r>
            <a:endParaRPr lang="ko-KR" altLang="en-US">
              <a:solidFill>
                <a:prstClr val="black"/>
              </a:solidFill>
            </a:endParaRPr>
          </a:p>
        </p:txBody>
      </p:sp>
      <p:sp>
        <p:nvSpPr>
          <p:cNvPr id="9" name="TextBox 8"/>
          <p:cNvSpPr txBox="1"/>
          <p:nvPr/>
        </p:nvSpPr>
        <p:spPr>
          <a:xfrm>
            <a:off x="2315580" y="1538790"/>
            <a:ext cx="7596844" cy="954107"/>
          </a:xfrm>
          <a:prstGeom prst="rect">
            <a:avLst/>
          </a:prstGeom>
          <a:noFill/>
          <a:ln>
            <a:solidFill>
              <a:schemeClr val="tx1"/>
            </a:solidFill>
          </a:ln>
        </p:spPr>
        <p:txBody>
          <a:bodyPr wrap="square" rtlCol="0">
            <a:spAutoFit/>
          </a:bodyPr>
          <a:lstStyle/>
          <a:p>
            <a:pPr latinLnBrk="1"/>
            <a:r>
              <a:rPr lang="en-US" altLang="ko-KR" sz="1400" dirty="0">
                <a:solidFill>
                  <a:prstClr val="black"/>
                </a:solidFill>
                <a:latin typeface="Courier New" panose="02070309020205020404" pitchFamily="49" charset="0"/>
                <a:ea typeface="굴림"/>
                <a:cs typeface="Courier New" panose="02070309020205020404" pitchFamily="49" charset="0"/>
              </a:rPr>
              <a:t>1  </a:t>
            </a:r>
            <a:r>
              <a:rPr lang="en-US" altLang="ko-KR" sz="1400" dirty="0" err="1">
                <a:solidFill>
                  <a:srgbClr val="00B050"/>
                </a:solidFill>
                <a:latin typeface="Courier New" panose="02070309020205020404" pitchFamily="49" charset="0"/>
                <a:ea typeface="굴림"/>
                <a:cs typeface="Courier New" panose="02070309020205020404" pitchFamily="49" charset="0"/>
              </a:rPr>
              <a:t>int</a:t>
            </a:r>
            <a:r>
              <a:rPr lang="en-US" altLang="ko-KR" sz="1400" dirty="0">
                <a:solidFill>
                  <a:srgbClr val="00B050"/>
                </a:solidFill>
                <a:latin typeface="Courier New" panose="02070309020205020404" pitchFamily="49" charset="0"/>
                <a:ea typeface="굴림"/>
                <a:cs typeface="Courier New" panose="02070309020205020404" pitchFamily="49" charset="0"/>
              </a:rPr>
              <a:t> </a:t>
            </a:r>
            <a:r>
              <a:rPr lang="en-US" altLang="ko-KR" sz="1400" dirty="0" err="1">
                <a:solidFill>
                  <a:prstClr val="black"/>
                </a:solidFill>
                <a:latin typeface="Courier New" panose="02070309020205020404" pitchFamily="49" charset="0"/>
                <a:ea typeface="굴림"/>
                <a:cs typeface="Courier New" panose="02070309020205020404" pitchFamily="49" charset="0"/>
              </a:rPr>
              <a:t>sem_wait</a:t>
            </a:r>
            <a:r>
              <a:rPr lang="en-US" altLang="ko-KR" sz="1400" dirty="0">
                <a:solidFill>
                  <a:prstClr val="black"/>
                </a:solidFill>
                <a:latin typeface="Courier New" panose="02070309020205020404" pitchFamily="49" charset="0"/>
                <a:ea typeface="굴림"/>
                <a:cs typeface="Courier New" panose="02070309020205020404" pitchFamily="49" charset="0"/>
              </a:rPr>
              <a:t>(</a:t>
            </a:r>
            <a:r>
              <a:rPr lang="en-US" altLang="ko-KR" sz="1400" dirty="0" err="1">
                <a:solidFill>
                  <a:prstClr val="black"/>
                </a:solidFill>
                <a:latin typeface="Courier New" panose="02070309020205020404" pitchFamily="49" charset="0"/>
                <a:ea typeface="굴림"/>
                <a:cs typeface="Courier New" panose="02070309020205020404" pitchFamily="49" charset="0"/>
              </a:rPr>
              <a:t>sem_t</a:t>
            </a:r>
            <a:r>
              <a:rPr lang="en-US" altLang="ko-KR" sz="1400" dirty="0">
                <a:solidFill>
                  <a:prstClr val="black"/>
                </a:solidFill>
                <a:latin typeface="Courier New" panose="02070309020205020404" pitchFamily="49" charset="0"/>
                <a:ea typeface="굴림"/>
                <a:cs typeface="Courier New" panose="02070309020205020404" pitchFamily="49" charset="0"/>
              </a:rPr>
              <a:t> *s) { </a:t>
            </a:r>
          </a:p>
          <a:p>
            <a:pPr latinLnBrk="1"/>
            <a:r>
              <a:rPr lang="en-US" altLang="ko-KR" sz="1400" dirty="0">
                <a:solidFill>
                  <a:prstClr val="black"/>
                </a:solidFill>
                <a:latin typeface="Courier New" panose="02070309020205020404" pitchFamily="49" charset="0"/>
                <a:ea typeface="굴림"/>
                <a:cs typeface="Courier New" panose="02070309020205020404" pitchFamily="49" charset="0"/>
              </a:rPr>
              <a:t>2  	decrement the value of semaphore s by one </a:t>
            </a:r>
          </a:p>
          <a:p>
            <a:pPr latinLnBrk="1"/>
            <a:r>
              <a:rPr lang="en-US" altLang="ko-KR" sz="1400" dirty="0">
                <a:solidFill>
                  <a:prstClr val="black"/>
                </a:solidFill>
                <a:latin typeface="Courier New" panose="02070309020205020404" pitchFamily="49" charset="0"/>
                <a:ea typeface="굴림"/>
                <a:cs typeface="Courier New" panose="02070309020205020404" pitchFamily="49" charset="0"/>
              </a:rPr>
              <a:t>3   	wait if value of semaphore s is negative </a:t>
            </a:r>
          </a:p>
          <a:p>
            <a:pPr latinLnBrk="1"/>
            <a:r>
              <a:rPr lang="en-US" altLang="ko-KR" sz="1400" dirty="0">
                <a:solidFill>
                  <a:prstClr val="black"/>
                </a:solidFill>
                <a:latin typeface="Courier New" panose="02070309020205020404" pitchFamily="49" charset="0"/>
                <a:ea typeface="굴림"/>
                <a:cs typeface="Courier New" panose="02070309020205020404" pitchFamily="49" charset="0"/>
              </a:rPr>
              <a:t>4  } </a:t>
            </a:r>
          </a:p>
        </p:txBody>
      </p:sp>
    </p:spTree>
    <p:extLst>
      <p:ext uri="{BB962C8B-B14F-4D97-AF65-F5344CB8AC3E}">
        <p14:creationId xmlns:p14="http://schemas.microsoft.com/office/powerpoint/2010/main" val="3847876216"/>
      </p:ext>
    </p:extLst>
  </p:cSld>
  <p:clrMapOvr>
    <a:masterClrMapping/>
  </p:clrMapOvr>
  <p:transition>
    <p:zoom/>
  </p:transition>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제목 1"/>
          <p:cNvSpPr>
            <a:spLocks noGrp="1"/>
          </p:cNvSpPr>
          <p:nvPr>
            <p:ph type="title"/>
          </p:nvPr>
        </p:nvSpPr>
        <p:spPr/>
        <p:txBody>
          <a:bodyPr/>
          <a:lstStyle/>
          <a:p>
            <a:r>
              <a:rPr lang="en-US" altLang="ko-KR" dirty="0"/>
              <a:t>Recap: </a:t>
            </a:r>
            <a:r>
              <a:rPr lang="en-US" altLang="ko-KR" dirty="0" err="1"/>
              <a:t>sem_post</a:t>
            </a:r>
            <a:r>
              <a:rPr lang="en-US" altLang="ko-KR" dirty="0"/>
              <a:t> (from lec7)</a:t>
            </a:r>
            <a:endParaRPr lang="ko-KR" altLang="en-US" dirty="0"/>
          </a:p>
        </p:txBody>
      </p:sp>
      <p:sp>
        <p:nvSpPr>
          <p:cNvPr id="3" name="내용 개체 틀 2"/>
          <p:cNvSpPr>
            <a:spLocks noGrp="1"/>
          </p:cNvSpPr>
          <p:nvPr>
            <p:ph idx="1"/>
          </p:nvPr>
        </p:nvSpPr>
        <p:spPr/>
        <p:txBody>
          <a:bodyPr/>
          <a:lstStyle/>
          <a:p>
            <a:r>
              <a:rPr lang="en-US" altLang="ko-KR" dirty="0" err="1">
                <a:latin typeface="Courier New" panose="02070309020205020404" pitchFamily="49" charset="0"/>
                <a:cs typeface="Courier New" panose="02070309020205020404" pitchFamily="49" charset="0"/>
              </a:rPr>
              <a:t>sem_post</a:t>
            </a:r>
            <a:r>
              <a:rPr lang="en-US" altLang="ko-KR" dirty="0">
                <a:latin typeface="Courier New" panose="02070309020205020404" pitchFamily="49" charset="0"/>
                <a:cs typeface="Courier New" panose="02070309020205020404" pitchFamily="49" charset="0"/>
              </a:rPr>
              <a:t>()</a:t>
            </a:r>
          </a:p>
          <a:p>
            <a:pPr lvl="2"/>
            <a:endParaRPr lang="en-US" altLang="ko-KR" dirty="0"/>
          </a:p>
          <a:p>
            <a:pPr lvl="2"/>
            <a:endParaRPr lang="en-US" altLang="ko-KR" dirty="0"/>
          </a:p>
          <a:p>
            <a:pPr lvl="2"/>
            <a:endParaRPr lang="en-US" altLang="ko-KR" dirty="0"/>
          </a:p>
          <a:p>
            <a:pPr lvl="1"/>
            <a:r>
              <a:rPr lang="en-US" altLang="ko-KR" dirty="0"/>
              <a:t>Simply </a:t>
            </a:r>
            <a:r>
              <a:rPr lang="en-US" altLang="ko-KR" b="1" dirty="0"/>
              <a:t>increments</a:t>
            </a:r>
            <a:r>
              <a:rPr lang="en-US" altLang="ko-KR" dirty="0"/>
              <a:t> the value of the semaphore.</a:t>
            </a:r>
          </a:p>
          <a:p>
            <a:pPr lvl="1"/>
            <a:r>
              <a:rPr lang="en-US" altLang="ko-KR" dirty="0"/>
              <a:t>If there is a thread waiting to be woken, </a:t>
            </a:r>
            <a:r>
              <a:rPr lang="en-US" altLang="ko-KR" b="1" dirty="0"/>
              <a:t>wakes </a:t>
            </a:r>
            <a:r>
              <a:rPr lang="en-US" altLang="ko-KR" dirty="0"/>
              <a:t>one of them up.</a:t>
            </a:r>
          </a:p>
          <a:p>
            <a:endParaRPr lang="en-US" altLang="ko-KR" dirty="0"/>
          </a:p>
          <a:p>
            <a:pPr lvl="1"/>
            <a:endParaRPr lang="en-US" altLang="ko-KR" dirty="0"/>
          </a:p>
          <a:p>
            <a:pPr lvl="1"/>
            <a:endParaRPr lang="en-US" altLang="ko-KR" dirty="0"/>
          </a:p>
          <a:p>
            <a:pPr lvl="1"/>
            <a:endParaRPr lang="en-US" altLang="ko-KR" dirty="0"/>
          </a:p>
          <a:p>
            <a:endParaRPr lang="en-US" altLang="ko-KR" dirty="0"/>
          </a:p>
          <a:p>
            <a:endParaRPr lang="en-US" altLang="ko-KR" dirty="0"/>
          </a:p>
          <a:p>
            <a:endParaRPr lang="en-US" altLang="ko-KR" dirty="0"/>
          </a:p>
        </p:txBody>
      </p:sp>
      <p:sp>
        <p:nvSpPr>
          <p:cNvPr id="4" name="슬라이드 번호 개체 틀 3"/>
          <p:cNvSpPr>
            <a:spLocks noGrp="1"/>
          </p:cNvSpPr>
          <p:nvPr>
            <p:ph type="sldNum" sz="quarter" idx="11"/>
          </p:nvPr>
        </p:nvSpPr>
        <p:spPr/>
        <p:txBody>
          <a:bodyPr/>
          <a:lstStyle/>
          <a:p>
            <a:pPr>
              <a:defRPr/>
            </a:pPr>
            <a:fld id="{515CC4ED-1449-4712-AE45-EBC263B4DD26}" type="slidenum">
              <a:rPr lang="en-US" altLang="ko-KR" smtClean="0">
                <a:solidFill>
                  <a:srgbClr val="1F497D">
                    <a:lumMod val="50000"/>
                  </a:srgbClr>
                </a:solidFill>
              </a:rPr>
              <a:pPr>
                <a:defRPr/>
              </a:pPr>
              <a:t>22</a:t>
            </a:fld>
            <a:r>
              <a:rPr lang="en-US" altLang="ko-KR">
                <a:solidFill>
                  <a:srgbClr val="1F497D">
                    <a:lumMod val="50000"/>
                  </a:srgbClr>
                </a:solidFill>
              </a:rPr>
              <a:t> </a:t>
            </a:r>
          </a:p>
        </p:txBody>
      </p:sp>
      <p:sp>
        <p:nvSpPr>
          <p:cNvPr id="5" name="바닥글 개체 틀 4"/>
          <p:cNvSpPr>
            <a:spLocks noGrp="1"/>
          </p:cNvSpPr>
          <p:nvPr>
            <p:ph type="ftr" sz="quarter" idx="3"/>
          </p:nvPr>
        </p:nvSpPr>
        <p:spPr/>
        <p:txBody>
          <a:bodyPr/>
          <a:lstStyle/>
          <a:p>
            <a:pPr>
              <a:defRPr/>
            </a:pPr>
            <a:r>
              <a:rPr lang="en-US" altLang="ko-KR">
                <a:solidFill>
                  <a:prstClr val="black"/>
                </a:solidFill>
              </a:rPr>
              <a:t>CSCI3150 Intro to OS</a:t>
            </a:r>
            <a:endParaRPr lang="ko-KR" altLang="en-US">
              <a:solidFill>
                <a:prstClr val="black"/>
              </a:solidFill>
            </a:endParaRPr>
          </a:p>
        </p:txBody>
      </p:sp>
      <p:sp>
        <p:nvSpPr>
          <p:cNvPr id="7" name="TextBox 6"/>
          <p:cNvSpPr txBox="1"/>
          <p:nvPr/>
        </p:nvSpPr>
        <p:spPr>
          <a:xfrm>
            <a:off x="2315580" y="1538790"/>
            <a:ext cx="7596844" cy="954107"/>
          </a:xfrm>
          <a:prstGeom prst="rect">
            <a:avLst/>
          </a:prstGeom>
          <a:noFill/>
          <a:ln>
            <a:solidFill>
              <a:schemeClr val="tx1"/>
            </a:solidFill>
          </a:ln>
        </p:spPr>
        <p:txBody>
          <a:bodyPr wrap="square" rtlCol="0">
            <a:spAutoFit/>
          </a:bodyPr>
          <a:lstStyle/>
          <a:p>
            <a:r>
              <a:rPr lang="en-US" altLang="ko-KR" sz="1400" dirty="0">
                <a:solidFill>
                  <a:prstClr val="black"/>
                </a:solidFill>
                <a:latin typeface="Courier New" panose="02070309020205020404" pitchFamily="49" charset="0"/>
                <a:cs typeface="Courier New" panose="02070309020205020404" pitchFamily="49" charset="0"/>
              </a:rPr>
              <a:t>1  </a:t>
            </a:r>
            <a:r>
              <a:rPr lang="en-US" altLang="ko-KR" sz="1400" dirty="0" err="1">
                <a:solidFill>
                  <a:srgbClr val="00B050"/>
                </a:solidFill>
                <a:latin typeface="Courier New" panose="02070309020205020404" pitchFamily="49" charset="0"/>
                <a:cs typeface="Courier New" panose="02070309020205020404" pitchFamily="49" charset="0"/>
              </a:rPr>
              <a:t>int</a:t>
            </a:r>
            <a:r>
              <a:rPr lang="en-US" altLang="ko-KR" sz="1400" dirty="0">
                <a:solidFill>
                  <a:srgbClr val="00B050"/>
                </a:solidFill>
                <a:latin typeface="Courier New" panose="02070309020205020404" pitchFamily="49" charset="0"/>
                <a:cs typeface="Courier New" panose="02070309020205020404" pitchFamily="49" charset="0"/>
              </a:rPr>
              <a:t> </a:t>
            </a:r>
            <a:r>
              <a:rPr lang="en-US" altLang="ko-KR" sz="1400" dirty="0" err="1">
                <a:solidFill>
                  <a:prstClr val="black"/>
                </a:solidFill>
                <a:latin typeface="Courier New" panose="02070309020205020404" pitchFamily="49" charset="0"/>
                <a:cs typeface="Courier New" panose="02070309020205020404" pitchFamily="49" charset="0"/>
              </a:rPr>
              <a:t>sem_post</a:t>
            </a:r>
            <a:r>
              <a:rPr lang="en-US" altLang="ko-KR" sz="1400" dirty="0">
                <a:solidFill>
                  <a:prstClr val="black"/>
                </a:solidFill>
                <a:latin typeface="Courier New" panose="02070309020205020404" pitchFamily="49" charset="0"/>
                <a:cs typeface="Courier New" panose="02070309020205020404" pitchFamily="49" charset="0"/>
              </a:rPr>
              <a:t>(</a:t>
            </a:r>
            <a:r>
              <a:rPr lang="en-US" altLang="ko-KR" sz="1400" dirty="0" err="1">
                <a:solidFill>
                  <a:prstClr val="black"/>
                </a:solidFill>
                <a:latin typeface="Courier New" panose="02070309020205020404" pitchFamily="49" charset="0"/>
                <a:cs typeface="Courier New" panose="02070309020205020404" pitchFamily="49" charset="0"/>
              </a:rPr>
              <a:t>sem_t</a:t>
            </a:r>
            <a:r>
              <a:rPr lang="en-US" altLang="ko-KR" sz="1400" dirty="0">
                <a:solidFill>
                  <a:prstClr val="black"/>
                </a:solidFill>
                <a:latin typeface="Courier New" panose="02070309020205020404" pitchFamily="49" charset="0"/>
                <a:cs typeface="Courier New" panose="02070309020205020404" pitchFamily="49" charset="0"/>
              </a:rPr>
              <a:t> *s) { </a:t>
            </a:r>
          </a:p>
          <a:p>
            <a:r>
              <a:rPr lang="en-US" altLang="ko-KR" sz="1400" dirty="0">
                <a:solidFill>
                  <a:prstClr val="black"/>
                </a:solidFill>
                <a:latin typeface="Courier New" panose="02070309020205020404" pitchFamily="49" charset="0"/>
                <a:cs typeface="Courier New" panose="02070309020205020404" pitchFamily="49" charset="0"/>
              </a:rPr>
              <a:t>2   	increment the value of semaphore s by one </a:t>
            </a:r>
          </a:p>
          <a:p>
            <a:r>
              <a:rPr lang="en-US" altLang="ko-KR" sz="1400" dirty="0">
                <a:solidFill>
                  <a:prstClr val="black"/>
                </a:solidFill>
                <a:latin typeface="Courier New" panose="02070309020205020404" pitchFamily="49" charset="0"/>
                <a:cs typeface="Courier New" panose="02070309020205020404" pitchFamily="49" charset="0"/>
              </a:rPr>
              <a:t>3   	if there are one or more threads waiting, wake one </a:t>
            </a:r>
          </a:p>
          <a:p>
            <a:r>
              <a:rPr lang="en-US" altLang="ko-KR" sz="1400" dirty="0">
                <a:solidFill>
                  <a:prstClr val="black"/>
                </a:solidFill>
                <a:latin typeface="Courier New" panose="02070309020205020404" pitchFamily="49" charset="0"/>
                <a:cs typeface="Courier New" panose="02070309020205020404" pitchFamily="49" charset="0"/>
              </a:rPr>
              <a:t>4  } </a:t>
            </a:r>
            <a:endParaRPr lang="en-US" altLang="ko-KR" sz="1400" dirty="0">
              <a:solidFill>
                <a:prstClr val="black"/>
              </a:solidFill>
              <a:latin typeface="Courier New" pitchFamily="49" charset="0"/>
              <a:ea typeface="맑은 고딕" pitchFamily="50" charset="-127"/>
              <a:cs typeface="Courier New" pitchFamily="49" charset="0"/>
            </a:endParaRPr>
          </a:p>
        </p:txBody>
      </p:sp>
    </p:spTree>
    <p:extLst>
      <p:ext uri="{BB962C8B-B14F-4D97-AF65-F5344CB8AC3E}">
        <p14:creationId xmlns:p14="http://schemas.microsoft.com/office/powerpoint/2010/main" val="2626358373"/>
      </p:ext>
    </p:extLst>
  </p:cSld>
  <p:clrMapOvr>
    <a:masterClrMapping/>
  </p:clrMapOvr>
  <p:transition>
    <p:zoom/>
  </p:transition>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2715A2E-656D-EC5D-FDE7-230488526EFC}"/>
              </a:ext>
            </a:extLst>
          </p:cNvPr>
          <p:cNvSpPr>
            <a:spLocks noGrp="1"/>
          </p:cNvSpPr>
          <p:nvPr>
            <p:ph type="title"/>
          </p:nvPr>
        </p:nvSpPr>
        <p:spPr/>
        <p:txBody>
          <a:bodyPr/>
          <a:lstStyle/>
          <a:p>
            <a:r>
              <a:rPr lang="en-US" dirty="0"/>
              <a:t>Question 4 Solution</a:t>
            </a:r>
          </a:p>
        </p:txBody>
      </p:sp>
      <p:sp>
        <p:nvSpPr>
          <p:cNvPr id="4" name="Slide Number Placeholder 3">
            <a:extLst>
              <a:ext uri="{FF2B5EF4-FFF2-40B4-BE49-F238E27FC236}">
                <a16:creationId xmlns:a16="http://schemas.microsoft.com/office/drawing/2014/main" id="{C903FAE4-3A59-50C4-1BA6-A9AEC61D52CB}"/>
              </a:ext>
            </a:extLst>
          </p:cNvPr>
          <p:cNvSpPr>
            <a:spLocks noGrp="1"/>
          </p:cNvSpPr>
          <p:nvPr>
            <p:ph type="sldNum" sz="quarter" idx="2"/>
          </p:nvPr>
        </p:nvSpPr>
        <p:spPr>
          <a:xfrm>
            <a:off x="11686121" y="6400800"/>
            <a:ext cx="218008" cy="379591"/>
          </a:xfrm>
        </p:spPr>
        <p:txBody>
          <a:bodyPr/>
          <a:lstStyle/>
          <a:p>
            <a:pPr marL="0" marR="0" lvl="0" indent="0" algn="ctr" defTabSz="412750" rtl="0" eaLnBrk="1" fontAlgn="auto" latinLnBrk="0" hangingPunct="0">
              <a:lnSpc>
                <a:spcPct val="100000"/>
              </a:lnSpc>
              <a:spcBef>
                <a:spcPts val="0"/>
              </a:spcBef>
              <a:spcAft>
                <a:spcPts val="0"/>
              </a:spcAft>
              <a:buClrTx/>
              <a:buSzTx/>
              <a:buFontTx/>
              <a:buNone/>
              <a:tabLst/>
              <a:defRPr/>
            </a:pPr>
            <a:fld id="{86CB4B4D-7CA3-9044-876B-883B54F8677D}" type="slidenum">
              <a:rPr kumimoji="0" lang="en-US" sz="1800" b="0" i="0" u="none" strike="noStrike" kern="0" cap="none" spc="0" normalizeH="0" baseline="0" noProof="0">
                <a:ln>
                  <a:noFill/>
                </a:ln>
                <a:solidFill>
                  <a:srgbClr val="800080"/>
                </a:solidFill>
                <a:effectLst/>
                <a:uLnTx/>
                <a:uFillTx/>
                <a:latin typeface="Gill Sans MT" panose="020B0502020104020203" pitchFamily="34" charset="0"/>
                <a:cs typeface="Helvetica"/>
                <a:sym typeface="Helvetica"/>
              </a:rPr>
              <a:pPr marL="0" marR="0" lvl="0" indent="0" algn="ctr" defTabSz="412750" rtl="0" eaLnBrk="1" fontAlgn="auto" latinLnBrk="0" hangingPunct="0">
                <a:lnSpc>
                  <a:spcPct val="100000"/>
                </a:lnSpc>
                <a:spcBef>
                  <a:spcPts val="0"/>
                </a:spcBef>
                <a:spcAft>
                  <a:spcPts val="0"/>
                </a:spcAft>
                <a:buClrTx/>
                <a:buSzTx/>
                <a:buFontTx/>
                <a:buNone/>
                <a:tabLst/>
                <a:defRPr/>
              </a:pPr>
              <a:t>23</a:t>
            </a:fld>
            <a:endParaRPr kumimoji="0" lang="en-US" sz="1800" b="0" i="0" u="none" strike="noStrike" kern="0" cap="none" spc="0" normalizeH="0" baseline="0" noProof="0">
              <a:ln>
                <a:noFill/>
              </a:ln>
              <a:solidFill>
                <a:srgbClr val="800080"/>
              </a:solidFill>
              <a:effectLst/>
              <a:uLnTx/>
              <a:uFillTx/>
              <a:latin typeface="Gill Sans MT" panose="020B0502020104020203" pitchFamily="34" charset="0"/>
              <a:cs typeface="Helvetica"/>
              <a:sym typeface="Helvetica"/>
            </a:endParaRPr>
          </a:p>
        </p:txBody>
      </p:sp>
      <p:sp>
        <p:nvSpPr>
          <p:cNvPr id="5" name="文本框 8">
            <a:extLst>
              <a:ext uri="{FF2B5EF4-FFF2-40B4-BE49-F238E27FC236}">
                <a16:creationId xmlns:a16="http://schemas.microsoft.com/office/drawing/2014/main" id="{8F36E625-385C-74EA-5F44-3F24878C63BE}"/>
              </a:ext>
            </a:extLst>
          </p:cNvPr>
          <p:cNvSpPr txBox="1"/>
          <p:nvPr/>
        </p:nvSpPr>
        <p:spPr>
          <a:xfrm>
            <a:off x="5939883" y="1175299"/>
            <a:ext cx="5746238" cy="5447645"/>
          </a:xfrm>
          <a:prstGeom prst="rect">
            <a:avLst/>
          </a:prstGeom>
          <a:noFill/>
          <a:ln>
            <a:solidFill>
              <a:schemeClr val="tx1"/>
            </a:solidFill>
          </a:ln>
        </p:spPr>
        <p:txBody>
          <a:bodyPr wrap="square" numCol="1">
            <a:spAutoFit/>
          </a:bodyPr>
          <a:lstStyle/>
          <a:p>
            <a:pPr algn="l"/>
            <a:r>
              <a:rPr lang="en-HK" altLang="zh-CN" sz="1200" b="0" i="0" dirty="0">
                <a:solidFill>
                  <a:srgbClr val="4078F2"/>
                </a:solidFill>
                <a:effectLst/>
                <a:latin typeface="Consolas" panose="020B0609020204030204" pitchFamily="49" charset="0"/>
              </a:rPr>
              <a:t>#define NUM_SEATS </a:t>
            </a:r>
            <a:r>
              <a:rPr lang="en-US" altLang="zh-CN" sz="1200" b="0" i="0" dirty="0">
                <a:solidFill>
                  <a:srgbClr val="4078F2"/>
                </a:solidFill>
                <a:effectLst/>
                <a:latin typeface="Consolas" panose="020B0609020204030204" pitchFamily="49" charset="0"/>
              </a:rPr>
              <a:t>6</a:t>
            </a:r>
            <a:r>
              <a:rPr lang="en-HK" altLang="zh-CN" sz="1200" b="0" i="0" dirty="0">
                <a:solidFill>
                  <a:srgbClr val="4078F2"/>
                </a:solidFill>
                <a:effectLst/>
                <a:latin typeface="Consolas" panose="020B0609020204030204" pitchFamily="49" charset="0"/>
              </a:rPr>
              <a:t>      </a:t>
            </a:r>
            <a:r>
              <a:rPr lang="en-HK" altLang="zh-CN" sz="1200" b="0" i="1" dirty="0">
                <a:solidFill>
                  <a:srgbClr val="A0A1A7"/>
                </a:solidFill>
                <a:effectLst/>
                <a:latin typeface="Consolas" panose="020B0609020204030204" pitchFamily="49" charset="0"/>
              </a:rPr>
              <a:t>// Number of available seats</a:t>
            </a:r>
            <a:endParaRPr lang="en-HK" altLang="zh-CN" sz="1200" b="0" i="0" dirty="0">
              <a:solidFill>
                <a:srgbClr val="5C5C5C"/>
              </a:solidFill>
              <a:effectLst/>
              <a:latin typeface="Consolas" panose="020B0609020204030204" pitchFamily="49" charset="0"/>
            </a:endParaRPr>
          </a:p>
          <a:p>
            <a:pPr algn="l"/>
            <a:r>
              <a:rPr lang="en-HK" altLang="zh-CN" sz="1200" b="0" i="0" dirty="0">
                <a:solidFill>
                  <a:srgbClr val="4078F2"/>
                </a:solidFill>
                <a:effectLst/>
                <a:latin typeface="Consolas" panose="020B0609020204030204" pitchFamily="49" charset="0"/>
              </a:rPr>
              <a:t>#define NUM_WAITERS </a:t>
            </a:r>
            <a:r>
              <a:rPr lang="en-US" altLang="zh-CN" sz="1200" b="0" i="0" dirty="0">
                <a:solidFill>
                  <a:srgbClr val="4078F2"/>
                </a:solidFill>
                <a:effectLst/>
                <a:latin typeface="Consolas" panose="020B0609020204030204" pitchFamily="49" charset="0"/>
              </a:rPr>
              <a:t>4</a:t>
            </a:r>
            <a:r>
              <a:rPr lang="en-HK" altLang="zh-CN" sz="1200" b="0" i="0" dirty="0">
                <a:solidFill>
                  <a:srgbClr val="4078F2"/>
                </a:solidFill>
                <a:effectLst/>
                <a:latin typeface="Consolas" panose="020B0609020204030204" pitchFamily="49" charset="0"/>
              </a:rPr>
              <a:t>    </a:t>
            </a:r>
            <a:r>
              <a:rPr lang="en-HK" altLang="zh-CN" sz="1200" b="0" i="1" dirty="0">
                <a:solidFill>
                  <a:srgbClr val="A0A1A7"/>
                </a:solidFill>
                <a:effectLst/>
                <a:latin typeface="Consolas" panose="020B0609020204030204" pitchFamily="49" charset="0"/>
              </a:rPr>
              <a:t>// Number of available waiters</a:t>
            </a:r>
            <a:endParaRPr lang="en-HK" altLang="zh-CN" sz="1200" b="0" i="0" dirty="0">
              <a:solidFill>
                <a:srgbClr val="5C5C5C"/>
              </a:solidFill>
              <a:effectLst/>
              <a:latin typeface="Consolas" panose="020B0609020204030204" pitchFamily="49" charset="0"/>
            </a:endParaRPr>
          </a:p>
          <a:p>
            <a:pPr algn="l"/>
            <a:r>
              <a:rPr lang="en-HK" altLang="zh-CN" sz="1200" b="0" i="0" dirty="0">
                <a:solidFill>
                  <a:srgbClr val="4078F2"/>
                </a:solidFill>
                <a:effectLst/>
                <a:latin typeface="Consolas" panose="020B0609020204030204" pitchFamily="49" charset="0"/>
              </a:rPr>
              <a:t>#define NUM_CUSTOMERS 1</a:t>
            </a:r>
            <a:r>
              <a:rPr lang="en-US" altLang="zh-CN" sz="1200" b="0" i="0" dirty="0">
                <a:solidFill>
                  <a:srgbClr val="4078F2"/>
                </a:solidFill>
                <a:effectLst/>
                <a:latin typeface="Consolas" panose="020B0609020204030204" pitchFamily="49" charset="0"/>
              </a:rPr>
              <a:t>2</a:t>
            </a:r>
            <a:r>
              <a:rPr lang="en-HK" altLang="zh-CN" sz="1200" b="0" i="0" dirty="0">
                <a:solidFill>
                  <a:srgbClr val="4078F2"/>
                </a:solidFill>
                <a:effectLst/>
                <a:latin typeface="Consolas" panose="020B0609020204030204" pitchFamily="49" charset="0"/>
              </a:rPr>
              <a:t> </a:t>
            </a:r>
            <a:r>
              <a:rPr lang="en-HK" altLang="zh-CN" sz="1200" b="0" i="1" dirty="0">
                <a:solidFill>
                  <a:srgbClr val="A0A1A7"/>
                </a:solidFill>
                <a:effectLst/>
                <a:latin typeface="Consolas" panose="020B0609020204030204" pitchFamily="49" charset="0"/>
              </a:rPr>
              <a:t>// Number of customers</a:t>
            </a:r>
          </a:p>
          <a:p>
            <a:pPr algn="l"/>
            <a:endParaRPr lang="en-HK" altLang="zh-CN" sz="1200" b="0" i="0" dirty="0">
              <a:solidFill>
                <a:srgbClr val="5C5C5C"/>
              </a:solidFill>
              <a:effectLst/>
              <a:latin typeface="Consolas" panose="020B0609020204030204" pitchFamily="49" charset="0"/>
            </a:endParaRPr>
          </a:p>
          <a:p>
            <a:pPr algn="l"/>
            <a:r>
              <a:rPr lang="en-HK" altLang="zh-CN" sz="1200" b="0" i="0" dirty="0" err="1">
                <a:solidFill>
                  <a:srgbClr val="A626A4"/>
                </a:solidFill>
                <a:effectLst/>
                <a:latin typeface="Consolas" panose="020B0609020204030204" pitchFamily="49" charset="0"/>
              </a:rPr>
              <a:t>sem_t</a:t>
            </a:r>
            <a:r>
              <a:rPr lang="en-HK" altLang="zh-CN" sz="1200" b="0" i="0" dirty="0">
                <a:solidFill>
                  <a:srgbClr val="5C5C5C"/>
                </a:solidFill>
                <a:effectLst/>
                <a:latin typeface="Consolas" panose="020B0609020204030204" pitchFamily="49" charset="0"/>
              </a:rPr>
              <a:t> seats;    </a:t>
            </a:r>
            <a:r>
              <a:rPr lang="en-HK" altLang="zh-CN" sz="1200" b="0" i="1" dirty="0">
                <a:solidFill>
                  <a:srgbClr val="A0A1A7"/>
                </a:solidFill>
                <a:effectLst/>
                <a:latin typeface="Consolas" panose="020B0609020204030204" pitchFamily="49" charset="0"/>
              </a:rPr>
              <a:t>// Semaphore for available seats</a:t>
            </a:r>
            <a:endParaRPr lang="en-HK" altLang="zh-CN" sz="1200" b="0" i="0" dirty="0">
              <a:solidFill>
                <a:srgbClr val="5C5C5C"/>
              </a:solidFill>
              <a:effectLst/>
              <a:latin typeface="Consolas" panose="020B0609020204030204" pitchFamily="49" charset="0"/>
            </a:endParaRPr>
          </a:p>
          <a:p>
            <a:pPr algn="l"/>
            <a:r>
              <a:rPr lang="en-HK" altLang="zh-CN" sz="1200" b="0" i="0" dirty="0" err="1">
                <a:solidFill>
                  <a:srgbClr val="A626A4"/>
                </a:solidFill>
                <a:effectLst/>
                <a:latin typeface="Consolas" panose="020B0609020204030204" pitchFamily="49" charset="0"/>
              </a:rPr>
              <a:t>sem_t</a:t>
            </a:r>
            <a:r>
              <a:rPr lang="en-HK" altLang="zh-CN" sz="1200" b="0" i="0" dirty="0">
                <a:solidFill>
                  <a:srgbClr val="5C5C5C"/>
                </a:solidFill>
                <a:effectLst/>
                <a:latin typeface="Consolas" panose="020B0609020204030204" pitchFamily="49" charset="0"/>
              </a:rPr>
              <a:t> waiters;  </a:t>
            </a:r>
            <a:r>
              <a:rPr lang="en-HK" altLang="zh-CN" sz="1200" b="0" i="1" dirty="0">
                <a:solidFill>
                  <a:srgbClr val="A0A1A7"/>
                </a:solidFill>
                <a:effectLst/>
                <a:latin typeface="Consolas" panose="020B0609020204030204" pitchFamily="49" charset="0"/>
              </a:rPr>
              <a:t>// Semaphore for available waiters</a:t>
            </a:r>
          </a:p>
          <a:p>
            <a:pPr algn="l"/>
            <a:endParaRPr lang="en-HK" altLang="zh-CN" sz="1200" b="0" i="0" dirty="0">
              <a:solidFill>
                <a:srgbClr val="5C5C5C"/>
              </a:solidFill>
              <a:effectLst/>
              <a:latin typeface="Consolas" panose="020B0609020204030204" pitchFamily="49" charset="0"/>
            </a:endParaRPr>
          </a:p>
          <a:p>
            <a:pPr algn="l"/>
            <a:r>
              <a:rPr lang="en-HK" altLang="zh-CN" sz="1200" b="0" i="0" dirty="0">
                <a:solidFill>
                  <a:srgbClr val="A626A4"/>
                </a:solidFill>
                <a:effectLst/>
                <a:latin typeface="Consolas" panose="020B0609020204030204" pitchFamily="49" charset="0"/>
              </a:rPr>
              <a:t>void</a:t>
            </a:r>
            <a:r>
              <a:rPr lang="en-HK" altLang="zh-CN" sz="1200" b="0" i="0" dirty="0">
                <a:solidFill>
                  <a:srgbClr val="5C5C5C"/>
                </a:solidFill>
                <a:effectLst/>
                <a:latin typeface="Consolas" panose="020B0609020204030204" pitchFamily="49" charset="0"/>
              </a:rPr>
              <a:t>* </a:t>
            </a:r>
            <a:r>
              <a:rPr lang="en-HK" altLang="zh-CN" sz="1200" b="0" i="0" dirty="0">
                <a:solidFill>
                  <a:srgbClr val="4078F2"/>
                </a:solidFill>
                <a:effectLst/>
                <a:latin typeface="Consolas" panose="020B0609020204030204" pitchFamily="49" charset="0"/>
              </a:rPr>
              <a:t>customer</a:t>
            </a:r>
            <a:r>
              <a:rPr lang="en-HK" altLang="zh-CN" sz="1200" b="0" i="0" dirty="0">
                <a:solidFill>
                  <a:srgbClr val="5C5C5C"/>
                </a:solidFill>
                <a:effectLst/>
                <a:latin typeface="Consolas" panose="020B0609020204030204" pitchFamily="49" charset="0"/>
              </a:rPr>
              <a:t>(</a:t>
            </a:r>
            <a:r>
              <a:rPr lang="en-HK" altLang="zh-CN" sz="1200" b="0" i="0" dirty="0">
                <a:solidFill>
                  <a:srgbClr val="A626A4"/>
                </a:solidFill>
                <a:effectLst/>
                <a:latin typeface="Consolas" panose="020B0609020204030204" pitchFamily="49" charset="0"/>
              </a:rPr>
              <a:t>void</a:t>
            </a:r>
            <a:r>
              <a:rPr lang="en-HK" altLang="zh-CN" sz="1200" b="0" i="0" dirty="0">
                <a:solidFill>
                  <a:srgbClr val="5C5C5C"/>
                </a:solidFill>
                <a:effectLst/>
                <a:latin typeface="Consolas" panose="020B0609020204030204" pitchFamily="49" charset="0"/>
              </a:rPr>
              <a:t>* type) {</a:t>
            </a:r>
          </a:p>
          <a:p>
            <a:pPr algn="l"/>
            <a:r>
              <a:rPr lang="en-HK" altLang="zh-CN" sz="1200" b="0" i="0" dirty="0">
                <a:solidFill>
                  <a:srgbClr val="5C5C5C"/>
                </a:solidFill>
                <a:effectLst/>
                <a:latin typeface="Consolas" panose="020B0609020204030204" pitchFamily="49" charset="0"/>
              </a:rPr>
              <a:t>    </a:t>
            </a:r>
            <a:r>
              <a:rPr lang="en-HK" altLang="zh-CN" sz="1200" b="0" i="0" dirty="0" err="1">
                <a:solidFill>
                  <a:srgbClr val="5C5C5C"/>
                </a:solidFill>
                <a:effectLst/>
                <a:highlight>
                  <a:srgbClr val="FFFF00"/>
                </a:highlight>
                <a:latin typeface="Consolas" panose="020B0609020204030204" pitchFamily="49" charset="0"/>
              </a:rPr>
              <a:t>sem_wait</a:t>
            </a:r>
            <a:r>
              <a:rPr lang="en-HK" altLang="zh-CN" sz="1200" b="0" i="0" dirty="0">
                <a:solidFill>
                  <a:srgbClr val="5C5C5C"/>
                </a:solidFill>
                <a:effectLst/>
                <a:highlight>
                  <a:srgbClr val="FFFF00"/>
                </a:highlight>
                <a:latin typeface="Consolas" panose="020B0609020204030204" pitchFamily="49" charset="0"/>
              </a:rPr>
              <a:t>(&amp;seats); </a:t>
            </a:r>
          </a:p>
          <a:p>
            <a:pPr algn="l"/>
            <a:r>
              <a:rPr lang="en-HK" altLang="zh-CN" sz="1200" b="0" i="0" dirty="0">
                <a:solidFill>
                  <a:srgbClr val="5C5C5C"/>
                </a:solidFill>
                <a:effectLst/>
                <a:latin typeface="Consolas" panose="020B0609020204030204" pitchFamily="49" charset="0"/>
              </a:rPr>
              <a:t>    </a:t>
            </a:r>
            <a:r>
              <a:rPr lang="en-HK" altLang="zh-CN" sz="1200" b="0" i="0" dirty="0" err="1">
                <a:solidFill>
                  <a:srgbClr val="5C5C5C"/>
                </a:solidFill>
                <a:effectLst/>
                <a:highlight>
                  <a:srgbClr val="FFFF00"/>
                </a:highlight>
                <a:latin typeface="Consolas" panose="020B0609020204030204" pitchFamily="49" charset="0"/>
              </a:rPr>
              <a:t>sem_wait</a:t>
            </a:r>
            <a:r>
              <a:rPr lang="en-HK" altLang="zh-CN" sz="1200" b="0" i="0" dirty="0">
                <a:solidFill>
                  <a:srgbClr val="5C5C5C"/>
                </a:solidFill>
                <a:effectLst/>
                <a:highlight>
                  <a:srgbClr val="FFFF00"/>
                </a:highlight>
                <a:latin typeface="Consolas" panose="020B0609020204030204" pitchFamily="49" charset="0"/>
              </a:rPr>
              <a:t>(&amp;waiters);   </a:t>
            </a:r>
          </a:p>
          <a:p>
            <a:pPr algn="l"/>
            <a:r>
              <a:rPr lang="en-HK" altLang="zh-CN" sz="1200" b="0" i="0" dirty="0">
                <a:solidFill>
                  <a:srgbClr val="5C5C5C"/>
                </a:solidFill>
                <a:effectLst/>
                <a:latin typeface="Consolas" panose="020B0609020204030204" pitchFamily="49" charset="0"/>
              </a:rPr>
              <a:t>    order(); </a:t>
            </a:r>
            <a:r>
              <a:rPr lang="en-HK" altLang="zh-CN" sz="1200" b="0" i="1" dirty="0">
                <a:solidFill>
                  <a:srgbClr val="A0A1A7"/>
                </a:solidFill>
                <a:effectLst/>
                <a:latin typeface="Consolas" panose="020B0609020204030204" pitchFamily="49" charset="0"/>
              </a:rPr>
              <a:t>// The customer is ordering.</a:t>
            </a:r>
            <a:endParaRPr lang="en-HK" altLang="zh-CN" sz="1200" b="0" i="0" dirty="0">
              <a:solidFill>
                <a:srgbClr val="5C5C5C"/>
              </a:solidFill>
              <a:effectLst/>
              <a:latin typeface="Consolas" panose="020B0609020204030204" pitchFamily="49" charset="0"/>
            </a:endParaRPr>
          </a:p>
          <a:p>
            <a:pPr algn="l"/>
            <a:r>
              <a:rPr lang="en-HK" altLang="zh-CN" sz="1200" b="0" i="0" dirty="0">
                <a:solidFill>
                  <a:srgbClr val="5C5C5C"/>
                </a:solidFill>
                <a:effectLst/>
                <a:latin typeface="Consolas" panose="020B0609020204030204" pitchFamily="49" charset="0"/>
              </a:rPr>
              <a:t>    </a:t>
            </a:r>
            <a:r>
              <a:rPr lang="en-HK" altLang="zh-CN" sz="1200" b="0" i="0" dirty="0" err="1">
                <a:solidFill>
                  <a:srgbClr val="5C5C5C"/>
                </a:solidFill>
                <a:effectLst/>
                <a:highlight>
                  <a:srgbClr val="FFFF00"/>
                </a:highlight>
                <a:latin typeface="Consolas" panose="020B0609020204030204" pitchFamily="49" charset="0"/>
              </a:rPr>
              <a:t>sem_post</a:t>
            </a:r>
            <a:r>
              <a:rPr lang="en-HK" altLang="zh-CN" sz="1200" b="0" i="0" dirty="0">
                <a:solidFill>
                  <a:srgbClr val="5C5C5C"/>
                </a:solidFill>
                <a:effectLst/>
                <a:highlight>
                  <a:srgbClr val="FFFF00"/>
                </a:highlight>
                <a:latin typeface="Consolas" panose="020B0609020204030204" pitchFamily="49" charset="0"/>
              </a:rPr>
              <a:t>(&amp;waiters);</a:t>
            </a:r>
          </a:p>
          <a:p>
            <a:pPr algn="l"/>
            <a:r>
              <a:rPr lang="en-HK" altLang="zh-CN" sz="1200" b="0" i="0" dirty="0">
                <a:solidFill>
                  <a:srgbClr val="5C5C5C"/>
                </a:solidFill>
                <a:effectLst/>
                <a:latin typeface="Consolas" panose="020B0609020204030204" pitchFamily="49" charset="0"/>
              </a:rPr>
              <a:t>    eat(); </a:t>
            </a:r>
            <a:r>
              <a:rPr lang="en-HK" altLang="zh-CN" sz="1200" b="0" i="1" dirty="0">
                <a:solidFill>
                  <a:srgbClr val="A0A1A7"/>
                </a:solidFill>
                <a:effectLst/>
                <a:latin typeface="Consolas" panose="020B0609020204030204" pitchFamily="49" charset="0"/>
              </a:rPr>
              <a:t>// The customer finishes eating.</a:t>
            </a:r>
            <a:endParaRPr lang="en-HK" altLang="zh-CN" sz="1200" b="0" i="0" dirty="0">
              <a:solidFill>
                <a:srgbClr val="5C5C5C"/>
              </a:solidFill>
              <a:effectLst/>
              <a:latin typeface="Consolas" panose="020B0609020204030204" pitchFamily="49" charset="0"/>
            </a:endParaRPr>
          </a:p>
          <a:p>
            <a:pPr algn="l"/>
            <a:r>
              <a:rPr lang="en-HK" altLang="zh-CN" sz="1200" b="0" i="0" dirty="0">
                <a:solidFill>
                  <a:srgbClr val="5C5C5C"/>
                </a:solidFill>
                <a:effectLst/>
                <a:latin typeface="Consolas" panose="020B0609020204030204" pitchFamily="49" charset="0"/>
              </a:rPr>
              <a:t>    </a:t>
            </a:r>
            <a:r>
              <a:rPr lang="en-HK" altLang="zh-CN" sz="1200" b="0" i="0" dirty="0" err="1">
                <a:solidFill>
                  <a:srgbClr val="5C5C5C"/>
                </a:solidFill>
                <a:effectLst/>
                <a:highlight>
                  <a:srgbClr val="FFFF00"/>
                </a:highlight>
                <a:latin typeface="Consolas" panose="020B0609020204030204" pitchFamily="49" charset="0"/>
              </a:rPr>
              <a:t>sem_post</a:t>
            </a:r>
            <a:r>
              <a:rPr lang="en-HK" altLang="zh-CN" sz="1200" b="0" i="0" dirty="0">
                <a:solidFill>
                  <a:srgbClr val="5C5C5C"/>
                </a:solidFill>
                <a:effectLst/>
                <a:highlight>
                  <a:srgbClr val="FFFF00"/>
                </a:highlight>
                <a:latin typeface="Consolas" panose="020B0609020204030204" pitchFamily="49" charset="0"/>
              </a:rPr>
              <a:t>(&amp;seats);</a:t>
            </a:r>
          </a:p>
          <a:p>
            <a:pPr algn="l"/>
            <a:r>
              <a:rPr lang="en-HK" altLang="zh-CN" sz="1200" b="0" i="0" dirty="0">
                <a:solidFill>
                  <a:srgbClr val="5C5C5C"/>
                </a:solidFill>
                <a:effectLst/>
                <a:latin typeface="Consolas" panose="020B0609020204030204" pitchFamily="49" charset="0"/>
              </a:rPr>
              <a:t>    </a:t>
            </a:r>
            <a:r>
              <a:rPr lang="en-HK" altLang="zh-CN" sz="1200" b="0" i="0" dirty="0" err="1">
                <a:solidFill>
                  <a:srgbClr val="5C5C5C"/>
                </a:solidFill>
                <a:effectLst/>
                <a:latin typeface="Consolas" panose="020B0609020204030204" pitchFamily="49" charset="0"/>
              </a:rPr>
              <a:t>pthread_exit</a:t>
            </a:r>
            <a:r>
              <a:rPr lang="en-HK" altLang="zh-CN" sz="1200" b="0" i="0" dirty="0">
                <a:solidFill>
                  <a:srgbClr val="5C5C5C"/>
                </a:solidFill>
                <a:effectLst/>
                <a:latin typeface="Consolas" panose="020B0609020204030204" pitchFamily="49" charset="0"/>
              </a:rPr>
              <a:t>(</a:t>
            </a:r>
            <a:r>
              <a:rPr lang="en-HK" altLang="zh-CN" sz="1200" b="0" i="0" dirty="0">
                <a:solidFill>
                  <a:srgbClr val="0184BB"/>
                </a:solidFill>
                <a:effectLst/>
                <a:latin typeface="Consolas" panose="020B0609020204030204" pitchFamily="49" charset="0"/>
              </a:rPr>
              <a:t>NULL</a:t>
            </a:r>
            <a:r>
              <a:rPr lang="en-HK" altLang="zh-CN" sz="1200" b="0" i="0" dirty="0">
                <a:solidFill>
                  <a:srgbClr val="5C5C5C"/>
                </a:solidFill>
                <a:effectLst/>
                <a:latin typeface="Consolas" panose="020B0609020204030204" pitchFamily="49" charset="0"/>
              </a:rPr>
              <a:t>);</a:t>
            </a:r>
          </a:p>
          <a:p>
            <a:pPr algn="l"/>
            <a:r>
              <a:rPr lang="en-HK" altLang="zh-CN" sz="1200" b="0" i="0" dirty="0">
                <a:solidFill>
                  <a:srgbClr val="5C5C5C"/>
                </a:solidFill>
                <a:effectLst/>
                <a:latin typeface="Consolas" panose="020B0609020204030204" pitchFamily="49" charset="0"/>
              </a:rPr>
              <a:t>}</a:t>
            </a:r>
          </a:p>
          <a:p>
            <a:pPr algn="l"/>
            <a:endParaRPr lang="en-HK" altLang="zh-CN" sz="1200" b="0" i="0" dirty="0">
              <a:solidFill>
                <a:srgbClr val="5C5C5C"/>
              </a:solidFill>
              <a:effectLst/>
              <a:latin typeface="Consolas" panose="020B0609020204030204" pitchFamily="49" charset="0"/>
            </a:endParaRPr>
          </a:p>
          <a:p>
            <a:pPr algn="l"/>
            <a:r>
              <a:rPr lang="en-HK" altLang="zh-CN" sz="1200" b="0" i="0" dirty="0">
                <a:solidFill>
                  <a:srgbClr val="A626A4"/>
                </a:solidFill>
                <a:effectLst/>
                <a:latin typeface="Consolas" panose="020B0609020204030204" pitchFamily="49" charset="0"/>
              </a:rPr>
              <a:t>int</a:t>
            </a:r>
            <a:r>
              <a:rPr lang="en-HK" altLang="zh-CN" sz="1200" b="0" i="0" dirty="0">
                <a:solidFill>
                  <a:srgbClr val="5C5C5C"/>
                </a:solidFill>
                <a:effectLst/>
                <a:latin typeface="Consolas" panose="020B0609020204030204" pitchFamily="49" charset="0"/>
              </a:rPr>
              <a:t> </a:t>
            </a:r>
            <a:r>
              <a:rPr lang="en-HK" altLang="zh-CN" sz="1200" b="0" i="0" dirty="0">
                <a:solidFill>
                  <a:srgbClr val="4078F2"/>
                </a:solidFill>
                <a:effectLst/>
                <a:latin typeface="Consolas" panose="020B0609020204030204" pitchFamily="49" charset="0"/>
              </a:rPr>
              <a:t>main</a:t>
            </a:r>
            <a:r>
              <a:rPr lang="en-HK" altLang="zh-CN" sz="1200" b="0" i="0" dirty="0">
                <a:solidFill>
                  <a:srgbClr val="5C5C5C"/>
                </a:solidFill>
                <a:effectLst/>
                <a:latin typeface="Consolas" panose="020B0609020204030204" pitchFamily="49" charset="0"/>
              </a:rPr>
              <a:t>() {</a:t>
            </a:r>
          </a:p>
          <a:p>
            <a:pPr algn="l"/>
            <a:r>
              <a:rPr lang="en-HK" altLang="zh-CN" sz="1200" b="0" i="0" dirty="0">
                <a:solidFill>
                  <a:srgbClr val="5C5C5C"/>
                </a:solidFill>
                <a:effectLst/>
                <a:latin typeface="Consolas" panose="020B0609020204030204" pitchFamily="49" charset="0"/>
              </a:rPr>
              <a:t>    </a:t>
            </a:r>
            <a:r>
              <a:rPr lang="en-HK" altLang="zh-CN" sz="1200" b="0" i="0" dirty="0" err="1">
                <a:solidFill>
                  <a:srgbClr val="A626A4"/>
                </a:solidFill>
                <a:effectLst/>
                <a:latin typeface="Consolas" panose="020B0609020204030204" pitchFamily="49" charset="0"/>
              </a:rPr>
              <a:t>pthread_t</a:t>
            </a:r>
            <a:r>
              <a:rPr lang="en-HK" altLang="zh-CN" sz="1200" b="0" i="0" dirty="0">
                <a:solidFill>
                  <a:srgbClr val="5C5C5C"/>
                </a:solidFill>
                <a:effectLst/>
                <a:latin typeface="Consolas" panose="020B0609020204030204" pitchFamily="49" charset="0"/>
              </a:rPr>
              <a:t> customers[NUM_CUSTOMERS];</a:t>
            </a:r>
          </a:p>
          <a:p>
            <a:pPr algn="l"/>
            <a:r>
              <a:rPr lang="en-HK" altLang="zh-CN" sz="1200" b="0" i="0" dirty="0">
                <a:solidFill>
                  <a:srgbClr val="5C5C5C"/>
                </a:solidFill>
                <a:effectLst/>
                <a:latin typeface="Consolas" panose="020B0609020204030204" pitchFamily="49" charset="0"/>
              </a:rPr>
              <a:t>    </a:t>
            </a:r>
            <a:r>
              <a:rPr lang="en-HK" altLang="zh-CN" sz="1200" b="0" i="0" dirty="0" err="1">
                <a:solidFill>
                  <a:srgbClr val="5C5C5C"/>
                </a:solidFill>
                <a:effectLst/>
                <a:latin typeface="Consolas" panose="020B0609020204030204" pitchFamily="49" charset="0"/>
              </a:rPr>
              <a:t>sem_init</a:t>
            </a:r>
            <a:r>
              <a:rPr lang="en-HK" altLang="zh-CN" sz="1200" b="0" i="0" dirty="0">
                <a:solidFill>
                  <a:srgbClr val="5C5C5C"/>
                </a:solidFill>
                <a:effectLst/>
                <a:latin typeface="Consolas" panose="020B0609020204030204" pitchFamily="49" charset="0"/>
              </a:rPr>
              <a:t>(&amp;seats, </a:t>
            </a:r>
            <a:r>
              <a:rPr lang="en-HK" altLang="zh-CN" sz="1200" b="0" i="0" dirty="0">
                <a:solidFill>
                  <a:srgbClr val="986801"/>
                </a:solidFill>
                <a:effectLst/>
                <a:latin typeface="Consolas" panose="020B0609020204030204" pitchFamily="49" charset="0"/>
              </a:rPr>
              <a:t>0</a:t>
            </a:r>
            <a:r>
              <a:rPr lang="en-HK" altLang="zh-CN" sz="1200" b="0" i="0" dirty="0">
                <a:solidFill>
                  <a:srgbClr val="5C5C5C"/>
                </a:solidFill>
                <a:effectLst/>
                <a:latin typeface="Consolas" panose="020B0609020204030204" pitchFamily="49" charset="0"/>
              </a:rPr>
              <a:t>, NUM_SEATS);</a:t>
            </a:r>
          </a:p>
          <a:p>
            <a:pPr algn="l"/>
            <a:r>
              <a:rPr lang="en-HK" altLang="zh-CN" sz="1200" b="0" i="0" dirty="0">
                <a:solidFill>
                  <a:srgbClr val="5C5C5C"/>
                </a:solidFill>
                <a:effectLst/>
                <a:latin typeface="Consolas" panose="020B0609020204030204" pitchFamily="49" charset="0"/>
              </a:rPr>
              <a:t>    </a:t>
            </a:r>
            <a:r>
              <a:rPr lang="en-HK" altLang="zh-CN" sz="1200" b="0" i="0" dirty="0" err="1">
                <a:solidFill>
                  <a:srgbClr val="5C5C5C"/>
                </a:solidFill>
                <a:effectLst/>
                <a:latin typeface="Consolas" panose="020B0609020204030204" pitchFamily="49" charset="0"/>
              </a:rPr>
              <a:t>sem_init</a:t>
            </a:r>
            <a:r>
              <a:rPr lang="en-HK" altLang="zh-CN" sz="1200" b="0" i="0" dirty="0">
                <a:solidFill>
                  <a:srgbClr val="5C5C5C"/>
                </a:solidFill>
                <a:effectLst/>
                <a:latin typeface="Consolas" panose="020B0609020204030204" pitchFamily="49" charset="0"/>
              </a:rPr>
              <a:t>(&amp;waiters, </a:t>
            </a:r>
            <a:r>
              <a:rPr lang="en-HK" altLang="zh-CN" sz="1200" b="0" i="0" dirty="0">
                <a:solidFill>
                  <a:srgbClr val="986801"/>
                </a:solidFill>
                <a:effectLst/>
                <a:latin typeface="Consolas" panose="020B0609020204030204" pitchFamily="49" charset="0"/>
              </a:rPr>
              <a:t>0</a:t>
            </a:r>
            <a:r>
              <a:rPr lang="en-HK" altLang="zh-CN" sz="1200" b="0" i="0" dirty="0">
                <a:solidFill>
                  <a:srgbClr val="5C5C5C"/>
                </a:solidFill>
                <a:effectLst/>
                <a:latin typeface="Consolas" panose="020B0609020204030204" pitchFamily="49" charset="0"/>
              </a:rPr>
              <a:t>, NUM_WAITERS);</a:t>
            </a:r>
          </a:p>
          <a:p>
            <a:pPr algn="l"/>
            <a:r>
              <a:rPr lang="en-HK" altLang="zh-CN" sz="1200" b="0" i="0" dirty="0">
                <a:solidFill>
                  <a:srgbClr val="5C5C5C"/>
                </a:solidFill>
                <a:effectLst/>
                <a:latin typeface="Consolas" panose="020B0609020204030204" pitchFamily="49" charset="0"/>
              </a:rPr>
              <a:t>    </a:t>
            </a:r>
            <a:r>
              <a:rPr lang="en-HK" altLang="zh-CN" sz="1200" b="0" i="0" dirty="0">
                <a:solidFill>
                  <a:srgbClr val="A626A4"/>
                </a:solidFill>
                <a:effectLst/>
                <a:latin typeface="Consolas" panose="020B0609020204030204" pitchFamily="49" charset="0"/>
              </a:rPr>
              <a:t>for</a:t>
            </a:r>
            <a:r>
              <a:rPr lang="en-HK" altLang="zh-CN" sz="1200" b="0" i="0" dirty="0">
                <a:solidFill>
                  <a:srgbClr val="5C5C5C"/>
                </a:solidFill>
                <a:effectLst/>
                <a:latin typeface="Consolas" panose="020B0609020204030204" pitchFamily="49" charset="0"/>
              </a:rPr>
              <a:t> (</a:t>
            </a:r>
            <a:r>
              <a:rPr lang="en-HK" altLang="zh-CN" sz="1200" b="0" i="0" dirty="0">
                <a:solidFill>
                  <a:srgbClr val="A626A4"/>
                </a:solidFill>
                <a:effectLst/>
                <a:latin typeface="Consolas" panose="020B0609020204030204" pitchFamily="49" charset="0"/>
              </a:rPr>
              <a:t>int</a:t>
            </a:r>
            <a:r>
              <a:rPr lang="en-HK" altLang="zh-CN" sz="1200" b="0" i="0" dirty="0">
                <a:solidFill>
                  <a:srgbClr val="5C5C5C"/>
                </a:solidFill>
                <a:effectLst/>
                <a:latin typeface="Consolas" panose="020B0609020204030204" pitchFamily="49" charset="0"/>
              </a:rPr>
              <a:t> </a:t>
            </a:r>
            <a:r>
              <a:rPr lang="en-HK" altLang="zh-CN" sz="1200" b="0" i="0" dirty="0" err="1">
                <a:solidFill>
                  <a:srgbClr val="5C5C5C"/>
                </a:solidFill>
                <a:effectLst/>
                <a:latin typeface="Consolas" panose="020B0609020204030204" pitchFamily="49" charset="0"/>
              </a:rPr>
              <a:t>i</a:t>
            </a:r>
            <a:r>
              <a:rPr lang="en-HK" altLang="zh-CN" sz="1200" b="0" i="0" dirty="0">
                <a:solidFill>
                  <a:srgbClr val="5C5C5C"/>
                </a:solidFill>
                <a:effectLst/>
                <a:latin typeface="Consolas" panose="020B0609020204030204" pitchFamily="49" charset="0"/>
              </a:rPr>
              <a:t> = </a:t>
            </a:r>
            <a:r>
              <a:rPr lang="en-HK" altLang="zh-CN" sz="1200" b="0" i="0" dirty="0">
                <a:solidFill>
                  <a:srgbClr val="986801"/>
                </a:solidFill>
                <a:effectLst/>
                <a:latin typeface="Consolas" panose="020B0609020204030204" pitchFamily="49" charset="0"/>
              </a:rPr>
              <a:t>0</a:t>
            </a:r>
            <a:r>
              <a:rPr lang="en-HK" altLang="zh-CN" sz="1200" b="0" i="0" dirty="0">
                <a:solidFill>
                  <a:srgbClr val="5C5C5C"/>
                </a:solidFill>
                <a:effectLst/>
                <a:latin typeface="Consolas" panose="020B0609020204030204" pitchFamily="49" charset="0"/>
              </a:rPr>
              <a:t>; </a:t>
            </a:r>
            <a:r>
              <a:rPr lang="en-HK" altLang="zh-CN" sz="1200" b="0" i="0" dirty="0" err="1">
                <a:solidFill>
                  <a:srgbClr val="5C5C5C"/>
                </a:solidFill>
                <a:effectLst/>
                <a:latin typeface="Consolas" panose="020B0609020204030204" pitchFamily="49" charset="0"/>
              </a:rPr>
              <a:t>i</a:t>
            </a:r>
            <a:r>
              <a:rPr lang="en-HK" altLang="zh-CN" sz="1200" b="0" i="0" dirty="0">
                <a:solidFill>
                  <a:srgbClr val="5C5C5C"/>
                </a:solidFill>
                <a:effectLst/>
                <a:latin typeface="Consolas" panose="020B0609020204030204" pitchFamily="49" charset="0"/>
              </a:rPr>
              <a:t> &lt; NUM_CUSTOMERS; </a:t>
            </a:r>
            <a:r>
              <a:rPr lang="en-HK" altLang="zh-CN" sz="1200" b="0" i="0" dirty="0" err="1">
                <a:solidFill>
                  <a:srgbClr val="5C5C5C"/>
                </a:solidFill>
                <a:effectLst/>
                <a:latin typeface="Consolas" panose="020B0609020204030204" pitchFamily="49" charset="0"/>
              </a:rPr>
              <a:t>i</a:t>
            </a:r>
            <a:r>
              <a:rPr lang="en-HK" altLang="zh-CN" sz="1200" b="0" i="0" dirty="0">
                <a:solidFill>
                  <a:srgbClr val="5C5C5C"/>
                </a:solidFill>
                <a:effectLst/>
                <a:latin typeface="Consolas" panose="020B0609020204030204" pitchFamily="49" charset="0"/>
              </a:rPr>
              <a:t>++) {</a:t>
            </a:r>
          </a:p>
          <a:p>
            <a:pPr algn="l"/>
            <a:r>
              <a:rPr lang="en-HK" altLang="zh-CN" sz="1200" b="0" i="0" dirty="0">
                <a:solidFill>
                  <a:srgbClr val="5C5C5C"/>
                </a:solidFill>
                <a:effectLst/>
                <a:latin typeface="Consolas" panose="020B0609020204030204" pitchFamily="49" charset="0"/>
              </a:rPr>
              <a:t>        </a:t>
            </a:r>
            <a:r>
              <a:rPr lang="en-HK" altLang="zh-CN" sz="1200" b="0" i="0" dirty="0" err="1">
                <a:solidFill>
                  <a:srgbClr val="5C5C5C"/>
                </a:solidFill>
                <a:effectLst/>
                <a:latin typeface="Consolas" panose="020B0609020204030204" pitchFamily="49" charset="0"/>
              </a:rPr>
              <a:t>pthread_create</a:t>
            </a:r>
            <a:r>
              <a:rPr lang="en-HK" altLang="zh-CN" sz="1200" b="0" i="0" dirty="0">
                <a:solidFill>
                  <a:srgbClr val="5C5C5C"/>
                </a:solidFill>
                <a:effectLst/>
                <a:latin typeface="Consolas" panose="020B0609020204030204" pitchFamily="49" charset="0"/>
              </a:rPr>
              <a:t>(&amp;customers[</a:t>
            </a:r>
            <a:r>
              <a:rPr lang="en-HK" altLang="zh-CN" sz="1200" b="0" i="0" dirty="0" err="1">
                <a:solidFill>
                  <a:srgbClr val="5C5C5C"/>
                </a:solidFill>
                <a:effectLst/>
                <a:latin typeface="Consolas" panose="020B0609020204030204" pitchFamily="49" charset="0"/>
              </a:rPr>
              <a:t>i</a:t>
            </a:r>
            <a:r>
              <a:rPr lang="en-HK" altLang="zh-CN" sz="1200" b="0" i="0" dirty="0">
                <a:solidFill>
                  <a:srgbClr val="5C5C5C"/>
                </a:solidFill>
                <a:effectLst/>
                <a:latin typeface="Consolas" panose="020B0609020204030204" pitchFamily="49" charset="0"/>
              </a:rPr>
              <a:t>], </a:t>
            </a:r>
            <a:r>
              <a:rPr lang="en-HK" altLang="zh-CN" sz="1200" b="0" i="0" dirty="0">
                <a:solidFill>
                  <a:srgbClr val="0184BB"/>
                </a:solidFill>
                <a:effectLst/>
                <a:latin typeface="Consolas" panose="020B0609020204030204" pitchFamily="49" charset="0"/>
              </a:rPr>
              <a:t>NULL</a:t>
            </a:r>
            <a:r>
              <a:rPr lang="en-HK" altLang="zh-CN" sz="1200" b="0" i="0" dirty="0">
                <a:solidFill>
                  <a:srgbClr val="5C5C5C"/>
                </a:solidFill>
                <a:effectLst/>
                <a:latin typeface="Consolas" panose="020B0609020204030204" pitchFamily="49" charset="0"/>
              </a:rPr>
              <a:t>, customer, &amp;</a:t>
            </a:r>
            <a:r>
              <a:rPr lang="en-HK" altLang="zh-CN" sz="1200" b="0" i="0" dirty="0" err="1">
                <a:solidFill>
                  <a:srgbClr val="5C5C5C"/>
                </a:solidFill>
                <a:effectLst/>
                <a:latin typeface="Consolas" panose="020B0609020204030204" pitchFamily="49" charset="0"/>
              </a:rPr>
              <a:t>customer_types</a:t>
            </a:r>
            <a:r>
              <a:rPr lang="en-HK" altLang="zh-CN" sz="1200" b="0" i="0" dirty="0">
                <a:solidFill>
                  <a:srgbClr val="5C5C5C"/>
                </a:solidFill>
                <a:effectLst/>
                <a:latin typeface="Consolas" panose="020B0609020204030204" pitchFamily="49" charset="0"/>
              </a:rPr>
              <a:t>[</a:t>
            </a:r>
            <a:r>
              <a:rPr lang="en-HK" altLang="zh-CN" sz="1200" b="0" i="0" dirty="0" err="1">
                <a:solidFill>
                  <a:srgbClr val="5C5C5C"/>
                </a:solidFill>
                <a:effectLst/>
                <a:latin typeface="Consolas" panose="020B0609020204030204" pitchFamily="49" charset="0"/>
              </a:rPr>
              <a:t>i</a:t>
            </a:r>
            <a:r>
              <a:rPr lang="en-HK" altLang="zh-CN" sz="1200" b="0" i="0" dirty="0">
                <a:solidFill>
                  <a:srgbClr val="5C5C5C"/>
                </a:solidFill>
                <a:effectLst/>
                <a:latin typeface="Consolas" panose="020B0609020204030204" pitchFamily="49" charset="0"/>
              </a:rPr>
              <a:t>]);</a:t>
            </a:r>
          </a:p>
          <a:p>
            <a:pPr algn="l"/>
            <a:r>
              <a:rPr lang="en-HK" altLang="zh-CN" sz="1200" b="0" i="0" dirty="0">
                <a:solidFill>
                  <a:srgbClr val="5C5C5C"/>
                </a:solidFill>
                <a:effectLst/>
                <a:latin typeface="Consolas" panose="020B0609020204030204" pitchFamily="49" charset="0"/>
              </a:rPr>
              <a:t>    }</a:t>
            </a:r>
          </a:p>
          <a:p>
            <a:pPr algn="l"/>
            <a:r>
              <a:rPr lang="en-HK" altLang="zh-CN" sz="1200" b="0" i="0" dirty="0">
                <a:solidFill>
                  <a:srgbClr val="5C5C5C"/>
                </a:solidFill>
                <a:effectLst/>
                <a:latin typeface="Consolas" panose="020B0609020204030204" pitchFamily="49" charset="0"/>
              </a:rPr>
              <a:t>    </a:t>
            </a:r>
            <a:r>
              <a:rPr lang="en-HK" altLang="zh-CN" sz="1200" b="0" i="1" dirty="0">
                <a:solidFill>
                  <a:srgbClr val="A0A1A7"/>
                </a:solidFill>
                <a:effectLst/>
                <a:latin typeface="Consolas" panose="020B0609020204030204" pitchFamily="49" charset="0"/>
              </a:rPr>
              <a:t>/* ... */</a:t>
            </a:r>
            <a:endParaRPr lang="en-HK" altLang="zh-CN" sz="1200" b="0" i="0" dirty="0">
              <a:solidFill>
                <a:srgbClr val="5C5C5C"/>
              </a:solidFill>
              <a:effectLst/>
              <a:latin typeface="Consolas" panose="020B0609020204030204" pitchFamily="49" charset="0"/>
            </a:endParaRPr>
          </a:p>
          <a:p>
            <a:pPr algn="l"/>
            <a:r>
              <a:rPr lang="en-HK" altLang="zh-CN" sz="1200" b="0" i="0" dirty="0">
                <a:solidFill>
                  <a:srgbClr val="5C5C5C"/>
                </a:solidFill>
                <a:effectLst/>
                <a:latin typeface="Consolas" panose="020B0609020204030204" pitchFamily="49" charset="0"/>
              </a:rPr>
              <a:t>}</a:t>
            </a:r>
          </a:p>
          <a:p>
            <a:br>
              <a:rPr lang="en-HK" altLang="zh-CN" sz="1200" dirty="0"/>
            </a:br>
            <a:endParaRPr lang="en-HK" altLang="zh-CN" sz="1200" b="0" i="0" dirty="0">
              <a:solidFill>
                <a:srgbClr val="5C5C5C"/>
              </a:solidFill>
              <a:effectLst/>
              <a:latin typeface="Consolas" panose="020B0609020204030204" pitchFamily="49" charset="0"/>
            </a:endParaRPr>
          </a:p>
        </p:txBody>
      </p:sp>
      <p:sp>
        <p:nvSpPr>
          <p:cNvPr id="7" name="TextBox 8">
            <a:extLst>
              <a:ext uri="{FF2B5EF4-FFF2-40B4-BE49-F238E27FC236}">
                <a16:creationId xmlns:a16="http://schemas.microsoft.com/office/drawing/2014/main" id="{0E3DD26D-BBB8-B2A2-69C6-6646F31F2824}"/>
              </a:ext>
            </a:extLst>
          </p:cNvPr>
          <p:cNvSpPr txBox="1"/>
          <p:nvPr/>
        </p:nvSpPr>
        <p:spPr>
          <a:xfrm>
            <a:off x="10451019" y="1182733"/>
            <a:ext cx="1235102" cy="369332"/>
          </a:xfrm>
          <a:prstGeom prst="rect">
            <a:avLst/>
          </a:prstGeom>
          <a:solidFill>
            <a:schemeClr val="accent4"/>
          </a:solidFill>
          <a:ln w="12700" cap="flat">
            <a:noFill/>
            <a:miter lim="400000"/>
          </a:ln>
          <a:effectLst/>
          <a:sp3d/>
        </p:spPr>
        <p:style>
          <a:lnRef idx="0">
            <a:scrgbClr r="0" g="0" b="0"/>
          </a:lnRef>
          <a:fillRef idx="0">
            <a:scrgbClr r="0" g="0" b="0"/>
          </a:fillRef>
          <a:effectRef idx="0">
            <a:scrgbClr r="0" g="0" b="0"/>
          </a:effectRef>
          <a:fontRef idx="none"/>
        </p:style>
        <p:txBody>
          <a:bodyPr wrap="square">
            <a:spAutoFit/>
          </a:bodyPr>
          <a:lstStyle/>
          <a:p>
            <a:pPr algn="ctr"/>
            <a:r>
              <a:rPr kumimoji="0" lang="en-US" sz="1800" b="0" i="0" u="none" strike="noStrike" kern="0" cap="none" spc="0" normalizeH="0" baseline="0" noProof="0" dirty="0">
                <a:ln>
                  <a:noFill/>
                </a:ln>
                <a:solidFill>
                  <a:srgbClr val="202020"/>
                </a:solidFill>
                <a:effectLst/>
                <a:uLnTx/>
                <a:uFillTx/>
                <a:latin typeface="Gill Sans MT" panose="020B0502020104020203" pitchFamily="34" charset="0"/>
                <a:cs typeface="Helvetica"/>
                <a:sym typeface="Helvetica"/>
              </a:rPr>
              <a:t>q4.c</a:t>
            </a:r>
            <a:endParaRPr lang="en-US" dirty="0"/>
          </a:p>
        </p:txBody>
      </p:sp>
      <p:sp>
        <p:nvSpPr>
          <p:cNvPr id="23" name="Slide Number Placeholder 3">
            <a:extLst>
              <a:ext uri="{FF2B5EF4-FFF2-40B4-BE49-F238E27FC236}">
                <a16:creationId xmlns:a16="http://schemas.microsoft.com/office/drawing/2014/main" id="{68B40315-921F-F5C0-BEF1-A218B56ECC14}"/>
              </a:ext>
            </a:extLst>
          </p:cNvPr>
          <p:cNvSpPr txBox="1">
            <a:spLocks/>
          </p:cNvSpPr>
          <p:nvPr/>
        </p:nvSpPr>
        <p:spPr>
          <a:xfrm>
            <a:off x="11896196" y="6553200"/>
            <a:ext cx="102657" cy="379591"/>
          </a:xfrm>
          <a:prstGeom prst="rect">
            <a:avLst/>
          </a:prstGeom>
          <a:ln w="12700">
            <a:miter lim="400000"/>
          </a:ln>
        </p:spPr>
        <p:txBody>
          <a:bodyPr wrap="none" lIns="50800" tIns="50800" rIns="50800" bIns="50800">
            <a:spAutoFit/>
          </a:bodyPr>
          <a:lstStyle>
            <a:defPPr>
              <a:defRPr lang="en-US"/>
            </a:defPPr>
            <a:lvl1pPr marL="0" algn="l" defTabSz="412750" rtl="0" eaLnBrk="1" latinLnBrk="0" hangingPunct="1">
              <a:defRPr sz="1800" kern="1200">
                <a:solidFill>
                  <a:srgbClr val="800080"/>
                </a:solidFill>
                <a:latin typeface="Gill Sans MT" panose="020B0502020104020203" pitchFamily="34" charset="0"/>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lgn="ctr" hangingPunct="0">
              <a:defRPr/>
            </a:pPr>
            <a:endParaRPr lang="en-US" kern="0" dirty="0">
              <a:cs typeface="Helvetica"/>
              <a:sym typeface="Helvetica"/>
            </a:endParaRPr>
          </a:p>
        </p:txBody>
      </p:sp>
      <p:sp>
        <p:nvSpPr>
          <p:cNvPr id="6" name="文本框 5">
            <a:extLst>
              <a:ext uri="{FF2B5EF4-FFF2-40B4-BE49-F238E27FC236}">
                <a16:creationId xmlns:a16="http://schemas.microsoft.com/office/drawing/2014/main" id="{07FDE1E9-6D3C-4EAF-2200-AF509DAEC11F}"/>
              </a:ext>
            </a:extLst>
          </p:cNvPr>
          <p:cNvSpPr txBox="1"/>
          <p:nvPr/>
        </p:nvSpPr>
        <p:spPr>
          <a:xfrm>
            <a:off x="362270" y="1242207"/>
            <a:ext cx="4363487" cy="3693319"/>
          </a:xfrm>
          <a:prstGeom prst="rect">
            <a:avLst/>
          </a:prstGeom>
          <a:noFill/>
          <a:ln w="12700" cap="flat">
            <a:noFill/>
            <a:miter lim="400000"/>
          </a:ln>
          <a:effectLst/>
          <a:sp3d/>
        </p:spPr>
        <p:style>
          <a:lnRef idx="0">
            <a:scrgbClr r="0" g="0" b="0"/>
          </a:lnRef>
          <a:fillRef idx="0">
            <a:scrgbClr r="0" g="0" b="0"/>
          </a:fillRef>
          <a:effectRef idx="0">
            <a:scrgbClr r="0" g="0" b="0"/>
          </a:effectRef>
          <a:fontRef idx="none"/>
        </p:style>
        <p:txBody>
          <a:bodyPr wrap="square">
            <a:spAutoFit/>
          </a:bodyPr>
          <a:lstStyle/>
          <a:p>
            <a:r>
              <a:rPr lang="en-US" altLang="zh-CN" dirty="0">
                <a:cs typeface="Helvetica"/>
              </a:rPr>
              <a:t>Requirements: customers must have a seat and then receive service from a waiter before they can begin ordering. When the order is taken, the waiter leaves. When the meal is finished, the customer leaves the seat.</a:t>
            </a:r>
          </a:p>
          <a:p>
            <a:endParaRPr lang="en-US" altLang="zh-CN" dirty="0">
              <a:cs typeface="Helvetica"/>
            </a:endParaRPr>
          </a:p>
          <a:p>
            <a:pPr marL="342900" indent="-342900">
              <a:buAutoNum type="arabicPeriod"/>
            </a:pPr>
            <a:r>
              <a:rPr lang="en-US" altLang="zh-CN" dirty="0">
                <a:cs typeface="Helvetica"/>
              </a:rPr>
              <a:t>Try to get a seat via wait()</a:t>
            </a:r>
          </a:p>
          <a:p>
            <a:pPr marL="342900" indent="-342900">
              <a:buAutoNum type="arabicPeriod"/>
            </a:pPr>
            <a:r>
              <a:rPr lang="en-US" altLang="zh-CN" dirty="0">
                <a:cs typeface="Helvetica"/>
              </a:rPr>
              <a:t>Try to get a waiter via wait()</a:t>
            </a:r>
          </a:p>
          <a:p>
            <a:pPr marL="342900" indent="-342900">
              <a:buAutoNum type="arabicPeriod"/>
            </a:pPr>
            <a:r>
              <a:rPr lang="en-US" altLang="zh-CN" dirty="0">
                <a:cs typeface="Helvetica"/>
              </a:rPr>
              <a:t>Order()</a:t>
            </a:r>
          </a:p>
          <a:p>
            <a:pPr marL="342900" indent="-342900">
              <a:buAutoNum type="arabicPeriod"/>
            </a:pPr>
            <a:r>
              <a:rPr lang="en-US" altLang="zh-CN" dirty="0">
                <a:cs typeface="Helvetica"/>
              </a:rPr>
              <a:t>Release the waiter via post()</a:t>
            </a:r>
          </a:p>
          <a:p>
            <a:pPr marL="342900" indent="-342900">
              <a:buAutoNum type="arabicPeriod"/>
            </a:pPr>
            <a:r>
              <a:rPr lang="en-US" altLang="zh-CN" dirty="0">
                <a:cs typeface="Helvetica"/>
              </a:rPr>
              <a:t>Eat()</a:t>
            </a:r>
          </a:p>
          <a:p>
            <a:pPr marL="342900" indent="-342900">
              <a:buAutoNum type="arabicPeriod"/>
            </a:pPr>
            <a:r>
              <a:rPr lang="en-US" altLang="zh-CN" dirty="0">
                <a:cs typeface="Helvetica"/>
              </a:rPr>
              <a:t>Release the seat via post()</a:t>
            </a:r>
            <a:endParaRPr lang="zh-CN" altLang="en-US" dirty="0"/>
          </a:p>
        </p:txBody>
      </p:sp>
      <p:pic>
        <p:nvPicPr>
          <p:cNvPr id="13" name="图片 12">
            <a:extLst>
              <a:ext uri="{FF2B5EF4-FFF2-40B4-BE49-F238E27FC236}">
                <a16:creationId xmlns:a16="http://schemas.microsoft.com/office/drawing/2014/main" id="{2BEE95F7-2BEC-0019-6DE2-41C04A065226}"/>
              </a:ext>
            </a:extLst>
          </p:cNvPr>
          <p:cNvPicPr>
            <a:picLocks noChangeAspect="1"/>
          </p:cNvPicPr>
          <p:nvPr/>
        </p:nvPicPr>
        <p:blipFill>
          <a:blip r:embed="rId3"/>
          <a:srcRect r="4742"/>
          <a:stretch/>
        </p:blipFill>
        <p:spPr>
          <a:xfrm>
            <a:off x="362270" y="5142170"/>
            <a:ext cx="5526398" cy="1051323"/>
          </a:xfrm>
          <a:prstGeom prst="rect">
            <a:avLst/>
          </a:prstGeom>
        </p:spPr>
      </p:pic>
    </p:spTree>
    <p:extLst>
      <p:ext uri="{BB962C8B-B14F-4D97-AF65-F5344CB8AC3E}">
        <p14:creationId xmlns:p14="http://schemas.microsoft.com/office/powerpoint/2010/main" val="2745639956"/>
      </p:ext>
    </p:extLst>
  </p:cSld>
  <p:clrMapOvr>
    <a:masterClrMapping/>
  </p:clrMapOvr>
  <p:transition spd="med"/>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 name="TextBox 6">
            <a:extLst>
              <a:ext uri="{FF2B5EF4-FFF2-40B4-BE49-F238E27FC236}">
                <a16:creationId xmlns:a16="http://schemas.microsoft.com/office/drawing/2014/main" id="{8D32768C-F15F-6E75-41D1-9F14D317D991}"/>
              </a:ext>
            </a:extLst>
          </p:cNvPr>
          <p:cNvSpPr txBox="1"/>
          <p:nvPr/>
        </p:nvSpPr>
        <p:spPr>
          <a:xfrm>
            <a:off x="779780" y="3128918"/>
            <a:ext cx="10632440" cy="600164"/>
          </a:xfrm>
          <a:prstGeom prst="rect">
            <a:avLst/>
          </a:prstGeom>
          <a:noFill/>
          <a:ln w="12700" cap="flat">
            <a:noFill/>
            <a:miter lim="400000"/>
          </a:ln>
          <a:effectLst/>
          <a:sp3d/>
        </p:spPr>
        <p:style>
          <a:lnRef idx="0">
            <a:scrgbClr r="0" g="0" b="0"/>
          </a:lnRef>
          <a:fillRef idx="0">
            <a:scrgbClr r="0" g="0" b="0"/>
          </a:fillRef>
          <a:effectRef idx="0">
            <a:scrgbClr r="0" g="0" b="0"/>
          </a:effectRef>
          <a:fontRef idx="none"/>
        </p:style>
        <p:txBody>
          <a:bodyPr wrap="square">
            <a:spAutoFit/>
          </a:bodyPr>
          <a:lstStyle/>
          <a:p>
            <a:pPr marL="0" lvl="1" algn="ctr" defTabSz="292100" hangingPunct="0"/>
            <a:r>
              <a:rPr lang="en-US" sz="3300" b="1" kern="0" dirty="0">
                <a:solidFill>
                  <a:srgbClr val="FFFFFF">
                    <a:lumMod val="95000"/>
                  </a:srgbClr>
                </a:solidFill>
                <a:latin typeface="Gill Sans MT" panose="020B0502020104020203" pitchFamily="34" charset="0"/>
                <a:cs typeface="Helvetica"/>
                <a:sym typeface="Helvetica"/>
              </a:rPr>
              <a:t>Q &amp; A</a:t>
            </a:r>
            <a:endParaRPr lang="en-US" sz="2800" b="1" kern="0" dirty="0">
              <a:solidFill>
                <a:srgbClr val="FFFFFF">
                  <a:lumMod val="95000"/>
                </a:srgbClr>
              </a:solidFill>
              <a:latin typeface="Gill Sans MT" panose="020B0502020104020203" pitchFamily="34" charset="0"/>
              <a:cs typeface="Helvetica"/>
              <a:sym typeface="Helvetica"/>
            </a:endParaRPr>
          </a:p>
        </p:txBody>
      </p:sp>
    </p:spTree>
    <p:extLst>
      <p:ext uri="{BB962C8B-B14F-4D97-AF65-F5344CB8AC3E}">
        <p14:creationId xmlns:p14="http://schemas.microsoft.com/office/powerpoint/2010/main" val="1187496923"/>
      </p:ext>
    </p:extLst>
  </p:cSld>
  <p:clrMapOvr>
    <a:masterClrMapping/>
  </p:clrMapOvr>
  <p:transition spd="med"/>
</p:sld>
</file>

<file path=ppt/theme/theme1.xml><?xml version="1.0" encoding="utf-8"?>
<a:theme xmlns:a="http://schemas.openxmlformats.org/drawingml/2006/main" name="White">
  <a:themeElements>
    <a:clrScheme name="White">
      <a:dk1>
        <a:srgbClr val="5E5E5E"/>
      </a:dk1>
      <a:lt1>
        <a:srgbClr val="FFFFFF"/>
      </a:lt1>
      <a:dk2>
        <a:srgbClr val="A7A7A7"/>
      </a:dk2>
      <a:lt2>
        <a:srgbClr val="535353"/>
      </a:lt2>
      <a:accent1>
        <a:srgbClr val="00A2FF"/>
      </a:accent1>
      <a:accent2>
        <a:srgbClr val="16E7CF"/>
      </a:accent2>
      <a:accent3>
        <a:srgbClr val="61D836"/>
      </a:accent3>
      <a:accent4>
        <a:srgbClr val="FAE232"/>
      </a:accent4>
      <a:accent5>
        <a:srgbClr val="FF644E"/>
      </a:accent5>
      <a:accent6>
        <a:srgbClr val="EF5FA7"/>
      </a:accent6>
      <a:hlink>
        <a:srgbClr val="0000FF"/>
      </a:hlink>
      <a:folHlink>
        <a:srgbClr val="FF00FF"/>
      </a:folHlink>
    </a:clrScheme>
    <a:fontScheme name="White">
      <a:majorFont>
        <a:latin typeface="Helvetica"/>
        <a:ea typeface="Helvetica"/>
        <a:cs typeface="Helvetica"/>
      </a:majorFont>
      <a:minorFont>
        <a:latin typeface="Helvetica"/>
        <a:ea typeface="Helvetica"/>
        <a:cs typeface="Helvetica"/>
      </a:minorFont>
    </a:fontScheme>
    <a:fmtScheme name="Whit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29999"/>
              </a:schemeClr>
            </a:gs>
            <a:gs pos="100000">
              <a:schemeClr val="phClr">
                <a:tint val="50000"/>
                <a:shade val="100000"/>
                <a:satMod val="350000"/>
              </a:schemeClr>
            </a:gs>
          </a:gsLst>
          <a:lin ang="16200000" scaled="0"/>
        </a:gradFill>
      </a:fillStyleLst>
      <a:lnStyleLst>
        <a:ln w="9525" cap="flat" cmpd="sng" algn="ctr">
          <a:solidFill>
            <a:schemeClr val="phClr">
              <a:shade val="95000"/>
              <a:satMod val="104999"/>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effectStyle>
        <a:effectStyle>
          <a:effectLst/>
        </a:effectStyle>
        <a:effectStyle>
          <a:effectLst/>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solidFill>
          <a:srgbClr val="005E00"/>
        </a:solidFill>
        <a:ln w="25400" cap="flat">
          <a:solidFill>
            <a:schemeClr val="accent1"/>
          </a:solidFill>
          <a:prstDash val="solid"/>
          <a:round/>
        </a:ln>
        <a:effectLst/>
        <a:sp3d/>
      </a:spPr>
      <a:bodyPr rot="0" spcFirstLastPara="1" vertOverflow="overflow" horzOverflow="overflow" vert="horz" wrap="square" lIns="0" tIns="0" rIns="0" bIns="0" numCol="1" spcCol="38100" rtlCol="0" anchor="ctr">
        <a:spAutoFit/>
      </a:bodyPr>
      <a:lstStyle>
        <a:defPPr marL="0" marR="0" indent="0" algn="ctr" defTabSz="584200" rtl="0" fontAlgn="auto" latinLnBrk="0" hangingPunct="0">
          <a:lnSpc>
            <a:spcPct val="100000"/>
          </a:lnSpc>
          <a:spcBef>
            <a:spcPts val="0"/>
          </a:spcBef>
          <a:spcAft>
            <a:spcPts val="0"/>
          </a:spcAft>
          <a:buClrTx/>
          <a:buSzTx/>
          <a:buFontTx/>
          <a:buNone/>
          <a:tabLst/>
          <a:defRPr kumimoji="0" sz="5800" b="0" i="0" u="none" strike="noStrike" cap="none" spc="0" normalizeH="0" baseline="0">
            <a:ln>
              <a:noFill/>
            </a:ln>
            <a:solidFill>
              <a:srgbClr val="5E5E5E"/>
            </a:solidFill>
            <a:effectLst/>
            <a:uFillTx/>
            <a:latin typeface="+mn-lt"/>
            <a:ea typeface="+mn-ea"/>
            <a:cs typeface="+mn-cs"/>
            <a:sym typeface="Helvetica"/>
          </a:defRPr>
        </a:defPPr>
        <a:lvl1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1pPr>
        <a:lvl2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2pPr>
        <a:lvl3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3pPr>
        <a:lvl4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4pPr>
        <a:lvl5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5pPr>
        <a:lvl6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6pPr>
        <a:lvl7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7pPr>
        <a:lvl8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8pPr>
        <a:lvl9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9pPr>
      </a:lstStyle>
      <a:style>
        <a:lnRef idx="0">
          <a:scrgbClr r="0" g="0" b="0"/>
        </a:lnRef>
        <a:fillRef idx="0">
          <a:scrgbClr r="0" g="0" b="0"/>
        </a:fillRef>
        <a:effectRef idx="0">
          <a:scrgbClr r="0" g="0" b="0"/>
        </a:effectRef>
        <a:fontRef idx="none"/>
      </a:style>
    </a:spDef>
    <a:lnDef>
      <a:spPr>
        <a:noFill/>
        <a:ln w="25400" cap="flat">
          <a:solidFill>
            <a:schemeClr val="accent1"/>
          </a:solidFill>
          <a:prstDash val="solid"/>
          <a:round/>
        </a:ln>
        <a:effectLst/>
        <a:sp3d/>
      </a:spPr>
      <a:bodyPr rot="0" spcFirstLastPara="1" vertOverflow="overflow" horzOverflow="overflow" vert="horz" wrap="square" lIns="91439" tIns="45719" rIns="91439" bIns="45719" numCol="1" spcCol="38100" rtlCol="0" anchor="t">
        <a:noAutofit/>
      </a:bodyPr>
      <a:lstStyle>
        <a:def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defPPr>
        <a:lvl1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1pPr>
        <a:lvl2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2pPr>
        <a:lvl3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3pPr>
        <a:lvl4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4pPr>
        <a:lvl5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5pPr>
        <a:lvl6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6pPr>
        <a:lvl7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7pPr>
        <a:lvl8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8pPr>
        <a:lvl9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9pPr>
      </a:lstStyle>
      <a:style>
        <a:lnRef idx="0">
          <a:scrgbClr r="0" g="0" b="0"/>
        </a:lnRef>
        <a:fillRef idx="0">
          <a:scrgbClr r="0" g="0" b="0"/>
        </a:fillRef>
        <a:effectRef idx="0">
          <a:scrgbClr r="0" g="0" b="0"/>
        </a:effectRef>
        <a:fontRef idx="none"/>
      </a:style>
    </a:lnDef>
    <a:txDef>
      <a:spPr>
        <a:noFill/>
        <a:ln w="12700" cap="flat">
          <a:noFill/>
          <a:miter lim="400000"/>
        </a:ln>
        <a:effectLst/>
        <a:sp3d/>
      </a:spPr>
      <a:bodyPr rot="0" spcFirstLastPara="1" vertOverflow="overflow" horzOverflow="overflow" vert="horz" wrap="square" lIns="50800" tIns="50800" rIns="50800" bIns="50800" numCol="1" spcCol="38100" rtlCol="0" anchor="ctr">
        <a:spAutoFit/>
      </a:bodyPr>
      <a:lstStyle>
        <a:defPPr marL="0" marR="0" indent="0" algn="ctr" defTabSz="584200" rtl="0" fontAlgn="auto" latinLnBrk="0" hangingPunct="0">
          <a:lnSpc>
            <a:spcPct val="100000"/>
          </a:lnSpc>
          <a:spcBef>
            <a:spcPts val="0"/>
          </a:spcBef>
          <a:spcAft>
            <a:spcPts val="0"/>
          </a:spcAft>
          <a:buClrTx/>
          <a:buSzTx/>
          <a:buFontTx/>
          <a:buNone/>
          <a:tabLst/>
          <a:defRPr kumimoji="0" sz="5800" b="0" i="0" u="none" strike="noStrike" cap="none" spc="0" normalizeH="0" baseline="0">
            <a:ln>
              <a:noFill/>
            </a:ln>
            <a:solidFill>
              <a:srgbClr val="5E5E5E"/>
            </a:solidFill>
            <a:effectLst/>
            <a:uFillTx/>
            <a:latin typeface="+mn-lt"/>
            <a:ea typeface="+mn-ea"/>
            <a:cs typeface="+mn-cs"/>
            <a:sym typeface="Helvetica"/>
          </a:defRPr>
        </a:defPPr>
        <a:lvl1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1pPr>
        <a:lvl2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2pPr>
        <a:lvl3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3pPr>
        <a:lvl4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4pPr>
        <a:lvl5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5pPr>
        <a:lvl6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6pPr>
        <a:lvl7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7pPr>
        <a:lvl8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8pPr>
        <a:lvl9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9pPr>
      </a:lstStyle>
      <a:style>
        <a:lnRef idx="0">
          <a:scrgbClr r="0" g="0" b="0"/>
        </a:lnRef>
        <a:fillRef idx="0">
          <a:scrgbClr r="0" g="0" b="0"/>
        </a:fillRef>
        <a:effectRef idx="0">
          <a:scrgbClr r="0" g="0" b="0"/>
        </a:effectRef>
        <a:fontRef idx="none"/>
      </a:style>
    </a:txDef>
  </a:objectDefaults>
  <a:extraClrSchemeLst/>
</a:theme>
</file>

<file path=ppt/theme/theme2.xml><?xml version="1.0" encoding="utf-8"?>
<a:theme xmlns:a="http://schemas.openxmlformats.org/drawingml/2006/main" name="2_3150-revised">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기본 디자인">
      <a:majorFont>
        <a:latin typeface="HY견고딕"/>
        <a:ea typeface="HY견고딕"/>
        <a:cs typeface=""/>
      </a:majorFont>
      <a:minorFont>
        <a:latin typeface="굴림"/>
        <a:ea typeface="굴림"/>
        <a:cs typeface=""/>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solidFill>
          <a:schemeClr val="bg1"/>
        </a:solidFill>
        <a:ln w="9525">
          <a:solidFill>
            <a:schemeClr val="tx1"/>
          </a:solidFill>
        </a:ln>
      </a:spPr>
      <a:bodyPr lIns="252000" rtlCol="0" anchor="ctr"/>
      <a:lstStyle>
        <a:defPPr>
          <a:defRPr sz="1600" dirty="0" smtClean="0">
            <a:solidFill>
              <a:srgbClr val="00B050"/>
            </a:solidFill>
            <a:latin typeface="Courier New" pitchFamily="49" charset="0"/>
            <a:ea typeface="맑은 고딕" pitchFamily="50" charset="-127"/>
            <a:cs typeface="Courier New" pitchFamily="49" charset="0"/>
          </a:defRPr>
        </a:defPPr>
      </a:lstStyle>
      <a:style>
        <a:lnRef idx="3">
          <a:schemeClr val="lt1"/>
        </a:lnRef>
        <a:fillRef idx="1">
          <a:schemeClr val="accent1"/>
        </a:fillRef>
        <a:effectRef idx="1">
          <a:schemeClr val="accent1"/>
        </a:effectRef>
        <a:fontRef idx="minor">
          <a:schemeClr val="lt1"/>
        </a:fontRef>
      </a:style>
    </a:spDef>
    <a:lnDef>
      <a:spPr>
        <a:ln w="12700">
          <a:solidFill>
            <a:schemeClr val="tx1"/>
          </a:solidFill>
          <a:tailEnd type="triangle"/>
        </a:ln>
      </a:spPr>
      <a:bodyPr/>
      <a:lstStyle/>
      <a:style>
        <a:lnRef idx="1">
          <a:schemeClr val="accent1"/>
        </a:lnRef>
        <a:fillRef idx="0">
          <a:schemeClr val="accent1"/>
        </a:fillRef>
        <a:effectRef idx="0">
          <a:schemeClr val="accent1"/>
        </a:effectRef>
        <a:fontRef idx="minor">
          <a:schemeClr val="tx1"/>
        </a:fontRef>
      </a:style>
    </a:lnDef>
  </a:objectDefaults>
  <a:extraClrSchemeLst>
    <a:extraClrScheme>
      <a:clrScheme name="기본 디자인 1">
        <a:dk1>
          <a:srgbClr val="000000"/>
        </a:dk1>
        <a:lt1>
          <a:srgbClr val="FFFFFF"/>
        </a:lt1>
        <a:dk2>
          <a:srgbClr val="000000"/>
        </a:dk2>
        <a:lt2>
          <a:srgbClr val="808080"/>
        </a:lt2>
        <a:accent1>
          <a:srgbClr val="BBE0E3"/>
        </a:accent1>
        <a:accent2>
          <a:srgbClr val="333399"/>
        </a:accent2>
        <a:accent3>
          <a:srgbClr val="FFFFFF"/>
        </a:accent3>
        <a:accent4>
          <a:srgbClr val="000000"/>
        </a:accent4>
        <a:accent5>
          <a:srgbClr val="DAEDEF"/>
        </a:accent5>
        <a:accent6>
          <a:srgbClr val="2D2D8A"/>
        </a:accent6>
        <a:hlink>
          <a:srgbClr val="009999"/>
        </a:hlink>
        <a:folHlink>
          <a:srgbClr val="99CC00"/>
        </a:folHlink>
      </a:clrScheme>
      <a:clrMap bg1="lt1" tx1="dk1" bg2="lt2" tx2="dk2" accent1="accent1" accent2="accent2" accent3="accent3" accent4="accent4" accent5="accent5" accent6="accent6" hlink="hlink" folHlink="folHlink"/>
    </a:extraClrScheme>
    <a:extraClrScheme>
      <a:clrScheme name="기본 디자인 2">
        <a:dk1>
          <a:srgbClr val="000000"/>
        </a:dk1>
        <a:lt1>
          <a:srgbClr val="FFFFFF"/>
        </a:lt1>
        <a:dk2>
          <a:srgbClr val="000000"/>
        </a:dk2>
        <a:lt2>
          <a:srgbClr val="969696"/>
        </a:lt2>
        <a:accent1>
          <a:srgbClr val="FBDF53"/>
        </a:accent1>
        <a:accent2>
          <a:srgbClr val="FF9966"/>
        </a:accent2>
        <a:accent3>
          <a:srgbClr val="FFFFFF"/>
        </a:accent3>
        <a:accent4>
          <a:srgbClr val="000000"/>
        </a:accent4>
        <a:accent5>
          <a:srgbClr val="FDECB3"/>
        </a:accent5>
        <a:accent6>
          <a:srgbClr val="E78A5C"/>
        </a:accent6>
        <a:hlink>
          <a:srgbClr val="CC3300"/>
        </a:hlink>
        <a:folHlink>
          <a:srgbClr val="996600"/>
        </a:folHlink>
      </a:clrScheme>
      <a:clrMap bg1="lt1" tx1="dk1" bg2="lt2" tx2="dk2" accent1="accent1" accent2="accent2" accent3="accent3" accent4="accent4" accent5="accent5" accent6="accent6" hlink="hlink" folHlink="folHlink"/>
    </a:extraClrScheme>
    <a:extraClrScheme>
      <a:clrScheme name="기본 디자인 3">
        <a:dk1>
          <a:srgbClr val="000000"/>
        </a:dk1>
        <a:lt1>
          <a:srgbClr val="FFFFFF"/>
        </a:lt1>
        <a:dk2>
          <a:srgbClr val="000000"/>
        </a:dk2>
        <a:lt2>
          <a:srgbClr val="808080"/>
        </a:lt2>
        <a:accent1>
          <a:srgbClr val="99CCFF"/>
        </a:accent1>
        <a:accent2>
          <a:srgbClr val="CCCCFF"/>
        </a:accent2>
        <a:accent3>
          <a:srgbClr val="FFFFFF"/>
        </a:accent3>
        <a:accent4>
          <a:srgbClr val="000000"/>
        </a:accent4>
        <a:accent5>
          <a:srgbClr val="CAE2FF"/>
        </a:accent5>
        <a:accent6>
          <a:srgbClr val="B9B9E7"/>
        </a:accent6>
        <a:hlink>
          <a:srgbClr val="3333CC"/>
        </a:hlink>
        <a:folHlink>
          <a:srgbClr val="AF67FF"/>
        </a:folHlink>
      </a:clrScheme>
      <a:clrMap bg1="lt1" tx1="dk1" bg2="lt2" tx2="dk2" accent1="accent1" accent2="accent2" accent3="accent3" accent4="accent4" accent5="accent5" accent6="accent6" hlink="hlink" folHlink="folHlink"/>
    </a:extraClrScheme>
    <a:extraClrScheme>
      <a:clrScheme name="기본 디자인 4">
        <a:dk1>
          <a:srgbClr val="000000"/>
        </a:dk1>
        <a:lt1>
          <a:srgbClr val="DEF6F1"/>
        </a:lt1>
        <a:dk2>
          <a:srgbClr val="000000"/>
        </a:dk2>
        <a:lt2>
          <a:srgbClr val="969696"/>
        </a:lt2>
        <a:accent1>
          <a:srgbClr val="FFFFFF"/>
        </a:accent1>
        <a:accent2>
          <a:srgbClr val="8DC6FF"/>
        </a:accent2>
        <a:accent3>
          <a:srgbClr val="ECFAF7"/>
        </a:accent3>
        <a:accent4>
          <a:srgbClr val="000000"/>
        </a:accent4>
        <a:accent5>
          <a:srgbClr val="FFFFFF"/>
        </a:accent5>
        <a:accent6>
          <a:srgbClr val="7FB3E7"/>
        </a:accent6>
        <a:hlink>
          <a:srgbClr val="0066CC"/>
        </a:hlink>
        <a:folHlink>
          <a:srgbClr val="00A800"/>
        </a:folHlink>
      </a:clrScheme>
      <a:clrMap bg1="lt1" tx1="dk1" bg2="lt2" tx2="dk2" accent1="accent1" accent2="accent2" accent3="accent3" accent4="accent4" accent5="accent5" accent6="accent6" hlink="hlink" folHlink="folHlink"/>
    </a:extraClrScheme>
    <a:extraClrScheme>
      <a:clrScheme name="기본 디자인 5">
        <a:dk1>
          <a:srgbClr val="000000"/>
        </a:dk1>
        <a:lt1>
          <a:srgbClr val="FFFFD9"/>
        </a:lt1>
        <a:dk2>
          <a:srgbClr val="000000"/>
        </a:dk2>
        <a:lt2>
          <a:srgbClr val="777777"/>
        </a:lt2>
        <a:accent1>
          <a:srgbClr val="FFFFF7"/>
        </a:accent1>
        <a:accent2>
          <a:srgbClr val="33CCCC"/>
        </a:accent2>
        <a:accent3>
          <a:srgbClr val="FFFFE9"/>
        </a:accent3>
        <a:accent4>
          <a:srgbClr val="000000"/>
        </a:accent4>
        <a:accent5>
          <a:srgbClr val="FFFFFA"/>
        </a:accent5>
        <a:accent6>
          <a:srgbClr val="2DB9B9"/>
        </a:accent6>
        <a:hlink>
          <a:srgbClr val="FF5050"/>
        </a:hlink>
        <a:folHlink>
          <a:srgbClr val="FF9900"/>
        </a:folHlink>
      </a:clrScheme>
      <a:clrMap bg1="lt1" tx1="dk1" bg2="lt2" tx2="dk2" accent1="accent1" accent2="accent2" accent3="accent3" accent4="accent4" accent5="accent5" accent6="accent6" hlink="hlink" folHlink="folHlink"/>
    </a:extraClrScheme>
    <a:extraClrScheme>
      <a:clrScheme name="기본 디자인 6">
        <a:dk1>
          <a:srgbClr val="005A58"/>
        </a:dk1>
        <a:lt1>
          <a:srgbClr val="FFFFFF"/>
        </a:lt1>
        <a:dk2>
          <a:srgbClr val="008080"/>
        </a:dk2>
        <a:lt2>
          <a:srgbClr val="FFFF99"/>
        </a:lt2>
        <a:accent1>
          <a:srgbClr val="006462"/>
        </a:accent1>
        <a:accent2>
          <a:srgbClr val="6D6FC7"/>
        </a:accent2>
        <a:accent3>
          <a:srgbClr val="AAC0C0"/>
        </a:accent3>
        <a:accent4>
          <a:srgbClr val="DADADA"/>
        </a:accent4>
        <a:accent5>
          <a:srgbClr val="AAB8B7"/>
        </a:accent5>
        <a:accent6>
          <a:srgbClr val="6264B4"/>
        </a:accent6>
        <a:hlink>
          <a:srgbClr val="00FFFF"/>
        </a:hlink>
        <a:folHlink>
          <a:srgbClr val="00FF00"/>
        </a:folHlink>
      </a:clrScheme>
      <a:clrMap bg1="dk2" tx1="lt1" bg2="dk1" tx2="lt2" accent1="accent1" accent2="accent2" accent3="accent3" accent4="accent4" accent5="accent5" accent6="accent6" hlink="hlink" folHlink="folHlink"/>
    </a:extraClrScheme>
    <a:extraClrScheme>
      <a:clrScheme name="기본 디자인 7">
        <a:dk1>
          <a:srgbClr val="5C1F00"/>
        </a:dk1>
        <a:lt1>
          <a:srgbClr val="FFFFFF"/>
        </a:lt1>
        <a:dk2>
          <a:srgbClr val="800000"/>
        </a:dk2>
        <a:lt2>
          <a:srgbClr val="DFD293"/>
        </a:lt2>
        <a:accent1>
          <a:srgbClr val="CC3300"/>
        </a:accent1>
        <a:accent2>
          <a:srgbClr val="BE7960"/>
        </a:accent2>
        <a:accent3>
          <a:srgbClr val="C0AAAA"/>
        </a:accent3>
        <a:accent4>
          <a:srgbClr val="DADADA"/>
        </a:accent4>
        <a:accent5>
          <a:srgbClr val="E2ADAA"/>
        </a:accent5>
        <a:accent6>
          <a:srgbClr val="AC6D56"/>
        </a:accent6>
        <a:hlink>
          <a:srgbClr val="FFFF99"/>
        </a:hlink>
        <a:folHlink>
          <a:srgbClr val="D3A219"/>
        </a:folHlink>
      </a:clrScheme>
      <a:clrMap bg1="dk2" tx1="lt1" bg2="dk1" tx2="lt2" accent1="accent1" accent2="accent2" accent3="accent3" accent4="accent4" accent5="accent5" accent6="accent6" hlink="hlink" folHlink="folHlink"/>
    </a:extraClrScheme>
    <a:extraClrScheme>
      <a:clrScheme name="기본 디자인 8">
        <a:dk1>
          <a:srgbClr val="003366"/>
        </a:dk1>
        <a:lt1>
          <a:srgbClr val="FFFFFF"/>
        </a:lt1>
        <a:dk2>
          <a:srgbClr val="000099"/>
        </a:dk2>
        <a:lt2>
          <a:srgbClr val="CCFFFF"/>
        </a:lt2>
        <a:accent1>
          <a:srgbClr val="3366CC"/>
        </a:accent1>
        <a:accent2>
          <a:srgbClr val="00B000"/>
        </a:accent2>
        <a:accent3>
          <a:srgbClr val="AAAACA"/>
        </a:accent3>
        <a:accent4>
          <a:srgbClr val="DADADA"/>
        </a:accent4>
        <a:accent5>
          <a:srgbClr val="ADB8E2"/>
        </a:accent5>
        <a:accent6>
          <a:srgbClr val="009F00"/>
        </a:accent6>
        <a:hlink>
          <a:srgbClr val="66CCFF"/>
        </a:hlink>
        <a:folHlink>
          <a:srgbClr val="FFE701"/>
        </a:folHlink>
      </a:clrScheme>
      <a:clrMap bg1="dk2" tx1="lt1" bg2="dk1" tx2="lt2" accent1="accent1" accent2="accent2" accent3="accent3" accent4="accent4" accent5="accent5" accent6="accent6" hlink="hlink" folHlink="folHlink"/>
    </a:extraClrScheme>
    <a:extraClrScheme>
      <a:clrScheme name="기본 디자인 9">
        <a:dk1>
          <a:srgbClr val="336699"/>
        </a:dk1>
        <a:lt1>
          <a:srgbClr val="FFFFFF"/>
        </a:lt1>
        <a:dk2>
          <a:srgbClr val="000000"/>
        </a:dk2>
        <a:lt2>
          <a:srgbClr val="E3EBF1"/>
        </a:lt2>
        <a:accent1>
          <a:srgbClr val="003399"/>
        </a:accent1>
        <a:accent2>
          <a:srgbClr val="468A4B"/>
        </a:accent2>
        <a:accent3>
          <a:srgbClr val="AAAAAA"/>
        </a:accent3>
        <a:accent4>
          <a:srgbClr val="DADADA"/>
        </a:accent4>
        <a:accent5>
          <a:srgbClr val="AAADCA"/>
        </a:accent5>
        <a:accent6>
          <a:srgbClr val="3F7D43"/>
        </a:accent6>
        <a:hlink>
          <a:srgbClr val="66CCFF"/>
        </a:hlink>
        <a:folHlink>
          <a:srgbClr val="F0E500"/>
        </a:folHlink>
      </a:clrScheme>
      <a:clrMap bg1="dk2" tx1="lt1" bg2="dk1" tx2="lt2" accent1="accent1" accent2="accent2" accent3="accent3" accent4="accent4" accent5="accent5" accent6="accent6" hlink="hlink" folHlink="folHlink"/>
    </a:extraClrScheme>
    <a:extraClrScheme>
      <a:clrScheme name="기본 디자인 10">
        <a:dk1>
          <a:srgbClr val="777777"/>
        </a:dk1>
        <a:lt1>
          <a:srgbClr val="FFFFFF"/>
        </a:lt1>
        <a:dk2>
          <a:srgbClr val="686B5D"/>
        </a:dk2>
        <a:lt2>
          <a:srgbClr val="D1D1CB"/>
        </a:lt2>
        <a:accent1>
          <a:srgbClr val="909082"/>
        </a:accent1>
        <a:accent2>
          <a:srgbClr val="809EA8"/>
        </a:accent2>
        <a:accent3>
          <a:srgbClr val="B9BAB6"/>
        </a:accent3>
        <a:accent4>
          <a:srgbClr val="DADADA"/>
        </a:accent4>
        <a:accent5>
          <a:srgbClr val="C6C6C1"/>
        </a:accent5>
        <a:accent6>
          <a:srgbClr val="738F98"/>
        </a:accent6>
        <a:hlink>
          <a:srgbClr val="FFCC66"/>
        </a:hlink>
        <a:folHlink>
          <a:srgbClr val="E9DCB9"/>
        </a:folHlink>
      </a:clrScheme>
      <a:clrMap bg1="dk2" tx1="lt1" bg2="dk1" tx2="lt2" accent1="accent1" accent2="accent2" accent3="accent3" accent4="accent4" accent5="accent5" accent6="accent6" hlink="hlink" folHlink="folHlink"/>
    </a:extraClrScheme>
    <a:extraClrScheme>
      <a:clrScheme name="기본 디자인 11">
        <a:dk1>
          <a:srgbClr val="3E3E5C"/>
        </a:dk1>
        <a:lt1>
          <a:srgbClr val="FFFFFF"/>
        </a:lt1>
        <a:dk2>
          <a:srgbClr val="666699"/>
        </a:dk2>
        <a:lt2>
          <a:srgbClr val="FFFFFF"/>
        </a:lt2>
        <a:accent1>
          <a:srgbClr val="60597B"/>
        </a:accent1>
        <a:accent2>
          <a:srgbClr val="6666FF"/>
        </a:accent2>
        <a:accent3>
          <a:srgbClr val="B8B8CA"/>
        </a:accent3>
        <a:accent4>
          <a:srgbClr val="DADADA"/>
        </a:accent4>
        <a:accent5>
          <a:srgbClr val="B6B5BF"/>
        </a:accent5>
        <a:accent6>
          <a:srgbClr val="5C5CE7"/>
        </a:accent6>
        <a:hlink>
          <a:srgbClr val="99CCFF"/>
        </a:hlink>
        <a:folHlink>
          <a:srgbClr val="FFFF99"/>
        </a:folHlink>
      </a:clrScheme>
      <a:clrMap bg1="dk2" tx1="lt1" bg2="dk1" tx2="lt2" accent1="accent1" accent2="accent2" accent3="accent3" accent4="accent4" accent5="accent5" accent6="accent6" hlink="hlink" folHlink="folHlink"/>
    </a:extraClrScheme>
    <a:extraClrScheme>
      <a:clrScheme name="기본 디자인 12">
        <a:dk1>
          <a:srgbClr val="2D2015"/>
        </a:dk1>
        <a:lt1>
          <a:srgbClr val="FFFFFF"/>
        </a:lt1>
        <a:dk2>
          <a:srgbClr val="523E26"/>
        </a:dk2>
        <a:lt2>
          <a:srgbClr val="DFC08D"/>
        </a:lt2>
        <a:accent1>
          <a:srgbClr val="8C7B70"/>
        </a:accent1>
        <a:accent2>
          <a:srgbClr val="8F5F2F"/>
        </a:accent2>
        <a:accent3>
          <a:srgbClr val="B3AFAC"/>
        </a:accent3>
        <a:accent4>
          <a:srgbClr val="DADADA"/>
        </a:accent4>
        <a:accent5>
          <a:srgbClr val="C5BFBB"/>
        </a:accent5>
        <a:accent6>
          <a:srgbClr val="81552A"/>
        </a:accent6>
        <a:hlink>
          <a:srgbClr val="CCB400"/>
        </a:hlink>
        <a:folHlink>
          <a:srgbClr val="8C9EA0"/>
        </a:folHlink>
      </a:clrScheme>
      <a:clrMap bg1="dk2" tx1="lt1" bg2="dk1" tx2="lt2" accent1="accent1" accent2="accent2" accent3="accent3" accent4="accent4" accent5="accent5" accent6="accent6" hlink="hlink" folHlink="folHlink"/>
    </a:extraClrScheme>
  </a:extraClrSchemeLst>
  <a:extLst>
    <a:ext uri="{05A4C25C-085E-4340-85A3-A5531E510DB2}">
      <thm15:themeFamily xmlns:thm15="http://schemas.microsoft.com/office/thememl/2012/main" name="3150-revised" id="{72E33548-5CDA-544A-B5F4-E210C371BE6B}" vid="{AFAE12A1-A27E-B74F-B116-16CE6FFB8377}"/>
    </a:ext>
  </a:extLst>
</a:theme>
</file>

<file path=ppt/theme/theme3.xml><?xml version="1.0" encoding="utf-8"?>
<a:theme xmlns:a="http://schemas.openxmlformats.org/drawingml/2006/main" name="Office 主题​​">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2013 - 2022"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4231</TotalTime>
  <Words>2498</Words>
  <Application>Microsoft Macintosh PowerPoint</Application>
  <PresentationFormat>宽屏</PresentationFormat>
  <Paragraphs>339</Paragraphs>
  <Slides>24</Slides>
  <Notes>23</Notes>
  <HiddenSlides>0</HiddenSlides>
  <MMClips>0</MMClips>
  <ScaleCrop>false</ScaleCrop>
  <HeadingPairs>
    <vt:vector size="6" baseType="variant">
      <vt:variant>
        <vt:lpstr>已用的字体</vt:lpstr>
      </vt:variant>
      <vt:variant>
        <vt:i4>14</vt:i4>
      </vt:variant>
      <vt:variant>
        <vt:lpstr>主题</vt:lpstr>
      </vt:variant>
      <vt:variant>
        <vt:i4>2</vt:i4>
      </vt:variant>
      <vt:variant>
        <vt:lpstr>幻灯片标题</vt:lpstr>
      </vt:variant>
      <vt:variant>
        <vt:i4>24</vt:i4>
      </vt:variant>
    </vt:vector>
  </HeadingPairs>
  <TitlesOfParts>
    <vt:vector size="40" baseType="lpstr">
      <vt:lpstr>.SF NS</vt:lpstr>
      <vt:lpstr>굴림</vt:lpstr>
      <vt:lpstr>HY견고딕</vt:lpstr>
      <vt:lpstr>맑은 고딕</vt:lpstr>
      <vt:lpstr>맑은 고딕</vt:lpstr>
      <vt:lpstr>Calibri</vt:lpstr>
      <vt:lpstr>Consolas</vt:lpstr>
      <vt:lpstr>Courier New</vt:lpstr>
      <vt:lpstr>Gill Sans MT</vt:lpstr>
      <vt:lpstr>Helvetica</vt:lpstr>
      <vt:lpstr>Helvetica Light</vt:lpstr>
      <vt:lpstr>Helvetica Neue</vt:lpstr>
      <vt:lpstr>Helvetica Neue Light</vt:lpstr>
      <vt:lpstr>Wingdings</vt:lpstr>
      <vt:lpstr>White</vt:lpstr>
      <vt:lpstr>2_3150-revised</vt:lpstr>
      <vt:lpstr>PowerPoint 演示文稿</vt:lpstr>
      <vt:lpstr>Reminder</vt:lpstr>
      <vt:lpstr>Midterm Result Overview</vt:lpstr>
      <vt:lpstr>Assessment Policy and Hints</vt:lpstr>
      <vt:lpstr>Grade Appeal Policy</vt:lpstr>
      <vt:lpstr>Question 1(a)</vt:lpstr>
      <vt:lpstr>Question 1(a)</vt:lpstr>
      <vt:lpstr>Question 1(a)</vt:lpstr>
      <vt:lpstr>Question 1(a)</vt:lpstr>
      <vt:lpstr>Question 1(a)</vt:lpstr>
      <vt:lpstr>Question 1(b)</vt:lpstr>
      <vt:lpstr>Question 2</vt:lpstr>
      <vt:lpstr>Question 2(cont.)</vt:lpstr>
      <vt:lpstr>Question 2(cont.)</vt:lpstr>
      <vt:lpstr>Question 2(cont.)</vt:lpstr>
      <vt:lpstr>Question 3</vt:lpstr>
      <vt:lpstr>Recap: pthread_cond_wait (from T05)</vt:lpstr>
      <vt:lpstr>Recap: pthread_cond_signal (from T05)</vt:lpstr>
      <vt:lpstr>Question 3 Solution</vt:lpstr>
      <vt:lpstr>Question 4</vt:lpstr>
      <vt:lpstr>Recap: sem_wait (from lec7)</vt:lpstr>
      <vt:lpstr>Recap: sem_post (from lec7)</vt:lpstr>
      <vt:lpstr>Question 4 Solution</vt:lpstr>
      <vt:lpstr>PowerPoint 演示文稿</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PowerPoint 演示文稿</dc:title>
  <dc:creator>LI Jianqiang</dc:creator>
  <cp:lastModifiedBy>Yangtao Deng</cp:lastModifiedBy>
  <cp:revision>59</cp:revision>
  <dcterms:created xsi:type="dcterms:W3CDTF">2023-01-06T06:17:44Z</dcterms:created>
  <dcterms:modified xsi:type="dcterms:W3CDTF">2026-03-13T10:29:12Z</dcterms:modified>
</cp:coreProperties>
</file>