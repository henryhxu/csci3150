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613" r:id="rId2"/>
    <p:sldId id="624" r:id="rId3"/>
    <p:sldId id="635" r:id="rId4"/>
    <p:sldId id="625" r:id="rId5"/>
    <p:sldId id="636" r:id="rId6"/>
    <p:sldId id="637" r:id="rId7"/>
    <p:sldId id="638" r:id="rId8"/>
    <p:sldId id="639" r:id="rId9"/>
    <p:sldId id="640" r:id="rId10"/>
    <p:sldId id="642" r:id="rId11"/>
    <p:sldId id="643" r:id="rId12"/>
    <p:sldId id="644" r:id="rId13"/>
    <p:sldId id="645" r:id="rId14"/>
    <p:sldId id="63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2C02F3-F859-45DD-AAFE-728E40A194AB}" v="121" dt="2024-09-23T09:58: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Jianqiang" userId="cff57bb5-6b3d-420f-8247-78e7019450b8" providerId="ADAL" clId="{D02C02F3-F859-45DD-AAFE-728E40A194AB}"/>
    <pc:docChg chg="undo redo custSel addSld delSld modSld sldOrd">
      <pc:chgData name="LI, Jianqiang" userId="cff57bb5-6b3d-420f-8247-78e7019450b8" providerId="ADAL" clId="{D02C02F3-F859-45DD-AAFE-728E40A194AB}" dt="2024-09-23T10:00:04.153" v="2261" actId="14100"/>
      <pc:docMkLst>
        <pc:docMk/>
      </pc:docMkLst>
      <pc:sldChg chg="modSp mod">
        <pc:chgData name="LI, Jianqiang" userId="cff57bb5-6b3d-420f-8247-78e7019450b8" providerId="ADAL" clId="{D02C02F3-F859-45DD-AAFE-728E40A194AB}" dt="2024-09-23T07:27:31.860" v="230" actId="20577"/>
        <pc:sldMkLst>
          <pc:docMk/>
          <pc:sldMk cId="2808513160" sldId="613"/>
        </pc:sldMkLst>
        <pc:spChg chg="mod">
          <ac:chgData name="LI, Jianqiang" userId="cff57bb5-6b3d-420f-8247-78e7019450b8" providerId="ADAL" clId="{D02C02F3-F859-45DD-AAFE-728E40A194AB}" dt="2024-09-23T05:57:30.223" v="37" actId="20577"/>
          <ac:spMkLst>
            <pc:docMk/>
            <pc:sldMk cId="2808513160" sldId="613"/>
            <ac:spMk id="3" creationId="{F8C13C63-B26A-4A9C-A1CA-724346AB2906}"/>
          </ac:spMkLst>
        </pc:spChg>
        <pc:spChg chg="mod">
          <ac:chgData name="LI, Jianqiang" userId="cff57bb5-6b3d-420f-8247-78e7019450b8" providerId="ADAL" clId="{D02C02F3-F859-45DD-AAFE-728E40A194AB}" dt="2024-09-23T07:27:31.860" v="230" actId="20577"/>
          <ac:spMkLst>
            <pc:docMk/>
            <pc:sldMk cId="2808513160" sldId="613"/>
            <ac:spMk id="7" creationId="{8D32768C-F15F-6E75-41D1-9F14D317D991}"/>
          </ac:spMkLst>
        </pc:spChg>
      </pc:sldChg>
      <pc:sldChg chg="modSp mod ord">
        <pc:chgData name="LI, Jianqiang" userId="cff57bb5-6b3d-420f-8247-78e7019450b8" providerId="ADAL" clId="{D02C02F3-F859-45DD-AAFE-728E40A194AB}" dt="2024-09-23T08:23:28.752" v="1002" actId="20577"/>
        <pc:sldMkLst>
          <pc:docMk/>
          <pc:sldMk cId="4196136796" sldId="624"/>
        </pc:sldMkLst>
        <pc:spChg chg="mod">
          <ac:chgData name="LI, Jianqiang" userId="cff57bb5-6b3d-420f-8247-78e7019450b8" providerId="ADAL" clId="{D02C02F3-F859-45DD-AAFE-728E40A194AB}" dt="2024-09-23T08:23:28.752" v="1002" actId="20577"/>
          <ac:spMkLst>
            <pc:docMk/>
            <pc:sldMk cId="4196136796" sldId="624"/>
            <ac:spMk id="2" creationId="{62715A2E-656D-EC5D-FDE7-230488526EFC}"/>
          </ac:spMkLst>
        </pc:spChg>
        <pc:spChg chg="mod">
          <ac:chgData name="LI, Jianqiang" userId="cff57bb5-6b3d-420f-8247-78e7019450b8" providerId="ADAL" clId="{D02C02F3-F859-45DD-AAFE-728E40A194AB}" dt="2024-09-23T07:47:14.655" v="510" actId="255"/>
          <ac:spMkLst>
            <pc:docMk/>
            <pc:sldMk cId="4196136796" sldId="624"/>
            <ac:spMk id="3" creationId="{36A5FFEE-E22C-7E2F-1F3B-D8658E79FF2E}"/>
          </ac:spMkLst>
        </pc:spChg>
        <pc:spChg chg="mod">
          <ac:chgData name="LI, Jianqiang" userId="cff57bb5-6b3d-420f-8247-78e7019450b8" providerId="ADAL" clId="{D02C02F3-F859-45DD-AAFE-728E40A194AB}" dt="2024-09-23T07:22:51.863" v="127" actId="20577"/>
          <ac:spMkLst>
            <pc:docMk/>
            <pc:sldMk cId="4196136796" sldId="624"/>
            <ac:spMk id="6" creationId="{059666F3-2E33-F336-CBC8-9499F9D78784}"/>
          </ac:spMkLst>
        </pc:spChg>
      </pc:sldChg>
      <pc:sldChg chg="addSp delSp modSp mod ord">
        <pc:chgData name="LI, Jianqiang" userId="cff57bb5-6b3d-420f-8247-78e7019450b8" providerId="ADAL" clId="{D02C02F3-F859-45DD-AAFE-728E40A194AB}" dt="2024-09-23T08:04:24.296" v="764" actId="20577"/>
        <pc:sldMkLst>
          <pc:docMk/>
          <pc:sldMk cId="1164986566" sldId="625"/>
        </pc:sldMkLst>
        <pc:spChg chg="mod">
          <ac:chgData name="LI, Jianqiang" userId="cff57bb5-6b3d-420f-8247-78e7019450b8" providerId="ADAL" clId="{D02C02F3-F859-45DD-AAFE-728E40A194AB}" dt="2024-09-23T07:49:30.840" v="524" actId="20577"/>
          <ac:spMkLst>
            <pc:docMk/>
            <pc:sldMk cId="1164986566" sldId="625"/>
            <ac:spMk id="2" creationId="{62715A2E-656D-EC5D-FDE7-230488526EFC}"/>
          </ac:spMkLst>
        </pc:spChg>
        <pc:spChg chg="del">
          <ac:chgData name="LI, Jianqiang" userId="cff57bb5-6b3d-420f-8247-78e7019450b8" providerId="ADAL" clId="{D02C02F3-F859-45DD-AAFE-728E40A194AB}" dt="2024-09-23T07:49:39.559" v="525" actId="478"/>
          <ac:spMkLst>
            <pc:docMk/>
            <pc:sldMk cId="1164986566" sldId="625"/>
            <ac:spMk id="3" creationId="{36A5FFEE-E22C-7E2F-1F3B-D8658E79FF2E}"/>
          </ac:spMkLst>
        </pc:spChg>
        <pc:spChg chg="del">
          <ac:chgData name="LI, Jianqiang" userId="cff57bb5-6b3d-420f-8247-78e7019450b8" providerId="ADAL" clId="{D02C02F3-F859-45DD-AAFE-728E40A194AB}" dt="2024-09-23T07:49:40.866" v="526" actId="478"/>
          <ac:spMkLst>
            <pc:docMk/>
            <pc:sldMk cId="1164986566" sldId="625"/>
            <ac:spMk id="5" creationId="{3E00218D-7891-8ADE-ECC3-225D3F01C25D}"/>
          </ac:spMkLst>
        </pc:spChg>
        <pc:spChg chg="add del mod">
          <ac:chgData name="LI, Jianqiang" userId="cff57bb5-6b3d-420f-8247-78e7019450b8" providerId="ADAL" clId="{D02C02F3-F859-45DD-AAFE-728E40A194AB}" dt="2024-09-23T07:49:25.891" v="521" actId="478"/>
          <ac:spMkLst>
            <pc:docMk/>
            <pc:sldMk cId="1164986566" sldId="625"/>
            <ac:spMk id="6" creationId="{D1DF5E6E-9016-EA19-8488-53A5A36A4F47}"/>
          </ac:spMkLst>
        </pc:spChg>
        <pc:spChg chg="add mod">
          <ac:chgData name="LI, Jianqiang" userId="cff57bb5-6b3d-420f-8247-78e7019450b8" providerId="ADAL" clId="{D02C02F3-F859-45DD-AAFE-728E40A194AB}" dt="2024-09-23T07:50:57.644" v="553" actId="14100"/>
          <ac:spMkLst>
            <pc:docMk/>
            <pc:sldMk cId="1164986566" sldId="625"/>
            <ac:spMk id="8" creationId="{1D68554F-5AF8-7E1E-17A3-DE6F9E0E8871}"/>
          </ac:spMkLst>
        </pc:spChg>
        <pc:spChg chg="del">
          <ac:chgData name="LI, Jianqiang" userId="cff57bb5-6b3d-420f-8247-78e7019450b8" providerId="ADAL" clId="{D02C02F3-F859-45DD-AAFE-728E40A194AB}" dt="2024-09-23T07:31:20.056" v="271" actId="478"/>
          <ac:spMkLst>
            <pc:docMk/>
            <pc:sldMk cId="1164986566" sldId="625"/>
            <ac:spMk id="9" creationId="{B0628813-FD25-B04C-BF5B-4CD5267A682C}"/>
          </ac:spMkLst>
        </pc:spChg>
        <pc:spChg chg="add del">
          <ac:chgData name="LI, Jianqiang" userId="cff57bb5-6b3d-420f-8247-78e7019450b8" providerId="ADAL" clId="{D02C02F3-F859-45DD-AAFE-728E40A194AB}" dt="2024-09-23T07:51:05.581" v="561" actId="22"/>
          <ac:spMkLst>
            <pc:docMk/>
            <pc:sldMk cId="1164986566" sldId="625"/>
            <ac:spMk id="11" creationId="{80FE7ED0-9A5F-7891-13AC-270F172F4AEE}"/>
          </ac:spMkLst>
        </pc:spChg>
        <pc:spChg chg="add mod">
          <ac:chgData name="LI, Jianqiang" userId="cff57bb5-6b3d-420f-8247-78e7019450b8" providerId="ADAL" clId="{D02C02F3-F859-45DD-AAFE-728E40A194AB}" dt="2024-09-23T07:57:08.595" v="629" actId="1076"/>
          <ac:spMkLst>
            <pc:docMk/>
            <pc:sldMk cId="1164986566" sldId="625"/>
            <ac:spMk id="13" creationId="{ED25030F-4FDC-B91B-5C28-8CD4A7CDFC47}"/>
          </ac:spMkLst>
        </pc:spChg>
        <pc:spChg chg="add del">
          <ac:chgData name="LI, Jianqiang" userId="cff57bb5-6b3d-420f-8247-78e7019450b8" providerId="ADAL" clId="{D02C02F3-F859-45DD-AAFE-728E40A194AB}" dt="2024-09-23T07:52:05.147" v="565" actId="22"/>
          <ac:spMkLst>
            <pc:docMk/>
            <pc:sldMk cId="1164986566" sldId="625"/>
            <ac:spMk id="15" creationId="{45137CBC-8631-2E21-C859-3B82C8D2A0E7}"/>
          </ac:spMkLst>
        </pc:spChg>
        <pc:spChg chg="add mod">
          <ac:chgData name="LI, Jianqiang" userId="cff57bb5-6b3d-420f-8247-78e7019450b8" providerId="ADAL" clId="{D02C02F3-F859-45DD-AAFE-728E40A194AB}" dt="2024-09-23T07:57:11.811" v="630" actId="1076"/>
          <ac:spMkLst>
            <pc:docMk/>
            <pc:sldMk cId="1164986566" sldId="625"/>
            <ac:spMk id="17" creationId="{6581B964-F4DA-382E-A5CC-2C7FCE505809}"/>
          </ac:spMkLst>
        </pc:spChg>
        <pc:spChg chg="add mod">
          <ac:chgData name="LI, Jianqiang" userId="cff57bb5-6b3d-420f-8247-78e7019450b8" providerId="ADAL" clId="{D02C02F3-F859-45DD-AAFE-728E40A194AB}" dt="2024-09-23T08:04:24.296" v="764" actId="20577"/>
          <ac:spMkLst>
            <pc:docMk/>
            <pc:sldMk cId="1164986566" sldId="625"/>
            <ac:spMk id="18" creationId="{A18B1B3D-31B5-29E2-CF84-EA37A5C3394F}"/>
          </ac:spMkLst>
        </pc:spChg>
        <pc:spChg chg="add mod">
          <ac:chgData name="LI, Jianqiang" userId="cff57bb5-6b3d-420f-8247-78e7019450b8" providerId="ADAL" clId="{D02C02F3-F859-45DD-AAFE-728E40A194AB}" dt="2024-09-23T07:57:16.193" v="632" actId="1076"/>
          <ac:spMkLst>
            <pc:docMk/>
            <pc:sldMk cId="1164986566" sldId="625"/>
            <ac:spMk id="19" creationId="{5CABB9FE-E2BB-4A06-2289-2E62E1541A6C}"/>
          </ac:spMkLst>
        </pc:spChg>
        <pc:spChg chg="add mod">
          <ac:chgData name="LI, Jianqiang" userId="cff57bb5-6b3d-420f-8247-78e7019450b8" providerId="ADAL" clId="{D02C02F3-F859-45DD-AAFE-728E40A194AB}" dt="2024-09-23T07:57:26.016" v="633" actId="1076"/>
          <ac:spMkLst>
            <pc:docMk/>
            <pc:sldMk cId="1164986566" sldId="625"/>
            <ac:spMk id="20" creationId="{3169D8BD-A06F-D6F6-ABD3-B05ED15363F3}"/>
          </ac:spMkLst>
        </pc:spChg>
      </pc:sldChg>
      <pc:sldChg chg="del">
        <pc:chgData name="LI, Jianqiang" userId="cff57bb5-6b3d-420f-8247-78e7019450b8" providerId="ADAL" clId="{D02C02F3-F859-45DD-AAFE-728E40A194AB}" dt="2024-09-23T09:51:07.828" v="2156" actId="47"/>
        <pc:sldMkLst>
          <pc:docMk/>
          <pc:sldMk cId="872323142" sldId="626"/>
        </pc:sldMkLst>
      </pc:sldChg>
      <pc:sldChg chg="del">
        <pc:chgData name="LI, Jianqiang" userId="cff57bb5-6b3d-420f-8247-78e7019450b8" providerId="ADAL" clId="{D02C02F3-F859-45DD-AAFE-728E40A194AB}" dt="2024-09-23T09:51:08.766" v="2157" actId="47"/>
        <pc:sldMkLst>
          <pc:docMk/>
          <pc:sldMk cId="639972675" sldId="627"/>
        </pc:sldMkLst>
      </pc:sldChg>
      <pc:sldChg chg="del">
        <pc:chgData name="LI, Jianqiang" userId="cff57bb5-6b3d-420f-8247-78e7019450b8" providerId="ADAL" clId="{D02C02F3-F859-45DD-AAFE-728E40A194AB}" dt="2024-09-23T09:51:09.206" v="2158" actId="47"/>
        <pc:sldMkLst>
          <pc:docMk/>
          <pc:sldMk cId="459843695" sldId="628"/>
        </pc:sldMkLst>
      </pc:sldChg>
      <pc:sldChg chg="del">
        <pc:chgData name="LI, Jianqiang" userId="cff57bb5-6b3d-420f-8247-78e7019450b8" providerId="ADAL" clId="{D02C02F3-F859-45DD-AAFE-728E40A194AB}" dt="2024-09-23T09:51:10.069" v="2159" actId="47"/>
        <pc:sldMkLst>
          <pc:docMk/>
          <pc:sldMk cId="1549557668" sldId="629"/>
        </pc:sldMkLst>
      </pc:sldChg>
      <pc:sldChg chg="del">
        <pc:chgData name="LI, Jianqiang" userId="cff57bb5-6b3d-420f-8247-78e7019450b8" providerId="ADAL" clId="{D02C02F3-F859-45DD-AAFE-728E40A194AB}" dt="2024-09-23T09:51:10.717" v="2160" actId="47"/>
        <pc:sldMkLst>
          <pc:docMk/>
          <pc:sldMk cId="1678960089" sldId="630"/>
        </pc:sldMkLst>
      </pc:sldChg>
      <pc:sldChg chg="del">
        <pc:chgData name="LI, Jianqiang" userId="cff57bb5-6b3d-420f-8247-78e7019450b8" providerId="ADAL" clId="{D02C02F3-F859-45DD-AAFE-728E40A194AB}" dt="2024-09-23T09:51:11.343" v="2161" actId="47"/>
        <pc:sldMkLst>
          <pc:docMk/>
          <pc:sldMk cId="3689855301" sldId="631"/>
        </pc:sldMkLst>
      </pc:sldChg>
      <pc:sldChg chg="del">
        <pc:chgData name="LI, Jianqiang" userId="cff57bb5-6b3d-420f-8247-78e7019450b8" providerId="ADAL" clId="{D02C02F3-F859-45DD-AAFE-728E40A194AB}" dt="2024-09-23T09:51:11.987" v="2162" actId="47"/>
        <pc:sldMkLst>
          <pc:docMk/>
          <pc:sldMk cId="2473184728" sldId="632"/>
        </pc:sldMkLst>
      </pc:sldChg>
      <pc:sldChg chg="del">
        <pc:chgData name="LI, Jianqiang" userId="cff57bb5-6b3d-420f-8247-78e7019450b8" providerId="ADAL" clId="{D02C02F3-F859-45DD-AAFE-728E40A194AB}" dt="2024-09-23T09:51:12.682" v="2163" actId="47"/>
        <pc:sldMkLst>
          <pc:docMk/>
          <pc:sldMk cId="3829237767" sldId="633"/>
        </pc:sldMkLst>
      </pc:sldChg>
      <pc:sldChg chg="ord">
        <pc:chgData name="LI, Jianqiang" userId="cff57bb5-6b3d-420f-8247-78e7019450b8" providerId="ADAL" clId="{D02C02F3-F859-45DD-AAFE-728E40A194AB}" dt="2024-09-23T05:56:34.352" v="1"/>
        <pc:sldMkLst>
          <pc:docMk/>
          <pc:sldMk cId="1187496923" sldId="634"/>
        </pc:sldMkLst>
      </pc:sldChg>
      <pc:sldChg chg="addSp delSp modSp add mod">
        <pc:chgData name="LI, Jianqiang" userId="cff57bb5-6b3d-420f-8247-78e7019450b8" providerId="ADAL" clId="{D02C02F3-F859-45DD-AAFE-728E40A194AB}" dt="2024-09-23T07:45:32.374" v="500"/>
        <pc:sldMkLst>
          <pc:docMk/>
          <pc:sldMk cId="2856971437" sldId="635"/>
        </pc:sldMkLst>
        <pc:spChg chg="mod">
          <ac:chgData name="LI, Jianqiang" userId="cff57bb5-6b3d-420f-8247-78e7019450b8" providerId="ADAL" clId="{D02C02F3-F859-45DD-AAFE-728E40A194AB}" dt="2024-09-23T07:34:35.162" v="300" actId="20577"/>
          <ac:spMkLst>
            <pc:docMk/>
            <pc:sldMk cId="2856971437" sldId="635"/>
            <ac:spMk id="2" creationId="{62715A2E-656D-EC5D-FDE7-230488526EFC}"/>
          </ac:spMkLst>
        </pc:spChg>
        <pc:spChg chg="mod">
          <ac:chgData name="LI, Jianqiang" userId="cff57bb5-6b3d-420f-8247-78e7019450b8" providerId="ADAL" clId="{D02C02F3-F859-45DD-AAFE-728E40A194AB}" dt="2024-09-23T07:43:10.805" v="470" actId="14100"/>
          <ac:spMkLst>
            <pc:docMk/>
            <pc:sldMk cId="2856971437" sldId="635"/>
            <ac:spMk id="3" creationId="{36A5FFEE-E22C-7E2F-1F3B-D8658E79FF2E}"/>
          </ac:spMkLst>
        </pc:spChg>
        <pc:spChg chg="add del mod">
          <ac:chgData name="LI, Jianqiang" userId="cff57bb5-6b3d-420f-8247-78e7019450b8" providerId="ADAL" clId="{D02C02F3-F859-45DD-AAFE-728E40A194AB}" dt="2024-09-23T07:35:53.835" v="316" actId="478"/>
          <ac:spMkLst>
            <pc:docMk/>
            <pc:sldMk cId="2856971437" sldId="635"/>
            <ac:spMk id="6" creationId="{BF39DD23-D88C-99D3-7E8B-4113C68D9876}"/>
          </ac:spMkLst>
        </pc:spChg>
        <pc:spChg chg="del">
          <ac:chgData name="LI, Jianqiang" userId="cff57bb5-6b3d-420f-8247-78e7019450b8" providerId="ADAL" clId="{D02C02F3-F859-45DD-AAFE-728E40A194AB}" dt="2024-09-23T07:35:05.561" v="305" actId="478"/>
          <ac:spMkLst>
            <pc:docMk/>
            <pc:sldMk cId="2856971437" sldId="635"/>
            <ac:spMk id="9" creationId="{13579561-D94C-52FD-3CA2-9B08EB6AB407}"/>
          </ac:spMkLst>
        </pc:spChg>
        <pc:spChg chg="del">
          <ac:chgData name="LI, Jianqiang" userId="cff57bb5-6b3d-420f-8247-78e7019450b8" providerId="ADAL" clId="{D02C02F3-F859-45DD-AAFE-728E40A194AB}" dt="2024-09-23T07:35:06.193" v="306" actId="478"/>
          <ac:spMkLst>
            <pc:docMk/>
            <pc:sldMk cId="2856971437" sldId="635"/>
            <ac:spMk id="11" creationId="{96D5BBEA-995B-54E3-BB5A-11985889A7F9}"/>
          </ac:spMkLst>
        </pc:spChg>
        <pc:spChg chg="del">
          <ac:chgData name="LI, Jianqiang" userId="cff57bb5-6b3d-420f-8247-78e7019450b8" providerId="ADAL" clId="{D02C02F3-F859-45DD-AAFE-728E40A194AB}" dt="2024-09-23T07:35:06.779" v="307" actId="478"/>
          <ac:spMkLst>
            <pc:docMk/>
            <pc:sldMk cId="2856971437" sldId="635"/>
            <ac:spMk id="12" creationId="{695D7984-2E4C-5348-921D-2E7247C46606}"/>
          </ac:spMkLst>
        </pc:spChg>
        <pc:spChg chg="del">
          <ac:chgData name="LI, Jianqiang" userId="cff57bb5-6b3d-420f-8247-78e7019450b8" providerId="ADAL" clId="{D02C02F3-F859-45DD-AAFE-728E40A194AB}" dt="2024-09-23T07:35:09.908" v="309" actId="478"/>
          <ac:spMkLst>
            <pc:docMk/>
            <pc:sldMk cId="2856971437" sldId="635"/>
            <ac:spMk id="13" creationId="{ECC7D8A4-A3FB-1FE9-A04E-2E963DD0E521}"/>
          </ac:spMkLst>
        </pc:spChg>
        <pc:spChg chg="del">
          <ac:chgData name="LI, Jianqiang" userId="cff57bb5-6b3d-420f-8247-78e7019450b8" providerId="ADAL" clId="{D02C02F3-F859-45DD-AAFE-728E40A194AB}" dt="2024-09-23T07:35:04.923" v="304" actId="478"/>
          <ac:spMkLst>
            <pc:docMk/>
            <pc:sldMk cId="2856971437" sldId="635"/>
            <ac:spMk id="14" creationId="{81953AD4-E88C-8016-30EC-6A979ECB2A23}"/>
          </ac:spMkLst>
        </pc:spChg>
        <pc:spChg chg="del">
          <ac:chgData name="LI, Jianqiang" userId="cff57bb5-6b3d-420f-8247-78e7019450b8" providerId="ADAL" clId="{D02C02F3-F859-45DD-AAFE-728E40A194AB}" dt="2024-09-23T07:35:08.106" v="308" actId="478"/>
          <ac:spMkLst>
            <pc:docMk/>
            <pc:sldMk cId="2856971437" sldId="635"/>
            <ac:spMk id="15" creationId="{0482A7BF-1EE2-3E17-AAEA-82FF89DECB9A}"/>
          </ac:spMkLst>
        </pc:spChg>
        <pc:spChg chg="add mod">
          <ac:chgData name="LI, Jianqiang" userId="cff57bb5-6b3d-420f-8247-78e7019450b8" providerId="ADAL" clId="{D02C02F3-F859-45DD-AAFE-728E40A194AB}" dt="2024-09-23T07:44:50.841" v="491" actId="14100"/>
          <ac:spMkLst>
            <pc:docMk/>
            <pc:sldMk cId="2856971437" sldId="635"/>
            <ac:spMk id="18" creationId="{000E6A9C-20C9-7CC9-CBF6-89EE2B4A6609}"/>
          </ac:spMkLst>
        </pc:spChg>
        <pc:spChg chg="add del">
          <ac:chgData name="LI, Jianqiang" userId="cff57bb5-6b3d-420f-8247-78e7019450b8" providerId="ADAL" clId="{D02C02F3-F859-45DD-AAFE-728E40A194AB}" dt="2024-09-23T07:44:29.487" v="485" actId="22"/>
          <ac:spMkLst>
            <pc:docMk/>
            <pc:sldMk cId="2856971437" sldId="635"/>
            <ac:spMk id="20" creationId="{2B20CF63-DA29-0978-2D6A-8202379CAD28}"/>
          </ac:spMkLst>
        </pc:spChg>
        <pc:spChg chg="add mod">
          <ac:chgData name="LI, Jianqiang" userId="cff57bb5-6b3d-420f-8247-78e7019450b8" providerId="ADAL" clId="{D02C02F3-F859-45DD-AAFE-728E40A194AB}" dt="2024-09-23T07:45:32.374" v="500"/>
          <ac:spMkLst>
            <pc:docMk/>
            <pc:sldMk cId="2856971437" sldId="635"/>
            <ac:spMk id="22" creationId="{5DCBAE54-B59D-659D-C2B5-B734C662961B}"/>
          </ac:spMkLst>
        </pc:spChg>
        <pc:picChg chg="del">
          <ac:chgData name="LI, Jianqiang" userId="cff57bb5-6b3d-420f-8247-78e7019450b8" providerId="ADAL" clId="{D02C02F3-F859-45DD-AAFE-728E40A194AB}" dt="2024-09-23T07:35:02.898" v="301" actId="478"/>
          <ac:picMkLst>
            <pc:docMk/>
            <pc:sldMk cId="2856971437" sldId="635"/>
            <ac:picMk id="5" creationId="{5DFE1F7E-F87E-A9D7-392B-C5EBA5859939}"/>
          </ac:picMkLst>
        </pc:picChg>
        <pc:picChg chg="del">
          <ac:chgData name="LI, Jianqiang" userId="cff57bb5-6b3d-420f-8247-78e7019450b8" providerId="ADAL" clId="{D02C02F3-F859-45DD-AAFE-728E40A194AB}" dt="2024-09-23T07:35:03.553" v="302" actId="478"/>
          <ac:picMkLst>
            <pc:docMk/>
            <pc:sldMk cId="2856971437" sldId="635"/>
            <ac:picMk id="8" creationId="{41AB48B6-53EC-305A-2AF0-8416D97E323E}"/>
          </ac:picMkLst>
        </pc:picChg>
        <pc:picChg chg="del">
          <ac:chgData name="LI, Jianqiang" userId="cff57bb5-6b3d-420f-8247-78e7019450b8" providerId="ADAL" clId="{D02C02F3-F859-45DD-AAFE-728E40A194AB}" dt="2024-09-23T07:35:04.170" v="303" actId="478"/>
          <ac:picMkLst>
            <pc:docMk/>
            <pc:sldMk cId="2856971437" sldId="635"/>
            <ac:picMk id="10" creationId="{0718A79C-1CA9-76CB-FC0E-A87CFC8D77F9}"/>
          </ac:picMkLst>
        </pc:picChg>
        <pc:picChg chg="add del mod">
          <ac:chgData name="LI, Jianqiang" userId="cff57bb5-6b3d-420f-8247-78e7019450b8" providerId="ADAL" clId="{D02C02F3-F859-45DD-AAFE-728E40A194AB}" dt="2024-09-23T07:40:00.021" v="355" actId="478"/>
          <ac:picMkLst>
            <pc:docMk/>
            <pc:sldMk cId="2856971437" sldId="635"/>
            <ac:picMk id="16" creationId="{68A137D5-75B3-7ED6-E4AF-8FC8C98AA8D4}"/>
          </ac:picMkLst>
        </pc:picChg>
      </pc:sldChg>
      <pc:sldChg chg="add del">
        <pc:chgData name="LI, Jianqiang" userId="cff57bb5-6b3d-420f-8247-78e7019450b8" providerId="ADAL" clId="{D02C02F3-F859-45DD-AAFE-728E40A194AB}" dt="2024-09-23T07:57:36.023" v="634" actId="47"/>
        <pc:sldMkLst>
          <pc:docMk/>
          <pc:sldMk cId="1979414732" sldId="636"/>
        </pc:sldMkLst>
      </pc:sldChg>
      <pc:sldChg chg="addSp modSp add mod">
        <pc:chgData name="LI, Jianqiang" userId="cff57bb5-6b3d-420f-8247-78e7019450b8" providerId="ADAL" clId="{D02C02F3-F859-45DD-AAFE-728E40A194AB}" dt="2024-09-23T08:09:15.437" v="816" actId="255"/>
        <pc:sldMkLst>
          <pc:docMk/>
          <pc:sldMk cId="2876691948" sldId="636"/>
        </pc:sldMkLst>
        <pc:spChg chg="mod">
          <ac:chgData name="LI, Jianqiang" userId="cff57bb5-6b3d-420f-8247-78e7019450b8" providerId="ADAL" clId="{D02C02F3-F859-45DD-AAFE-728E40A194AB}" dt="2024-09-23T07:57:58.933" v="641" actId="20577"/>
          <ac:spMkLst>
            <pc:docMk/>
            <pc:sldMk cId="2876691948" sldId="636"/>
            <ac:spMk id="2" creationId="{62715A2E-656D-EC5D-FDE7-230488526EFC}"/>
          </ac:spMkLst>
        </pc:spChg>
        <pc:spChg chg="add">
          <ac:chgData name="LI, Jianqiang" userId="cff57bb5-6b3d-420f-8247-78e7019450b8" providerId="ADAL" clId="{D02C02F3-F859-45DD-AAFE-728E40A194AB}" dt="2024-09-23T07:59:33.875" v="651"/>
          <ac:spMkLst>
            <pc:docMk/>
            <pc:sldMk cId="2876691948" sldId="636"/>
            <ac:spMk id="3" creationId="{D5ED0A6C-9F30-E39B-355A-44D6B68813B5}"/>
          </ac:spMkLst>
        </pc:spChg>
        <pc:spChg chg="mod">
          <ac:chgData name="LI, Jianqiang" userId="cff57bb5-6b3d-420f-8247-78e7019450b8" providerId="ADAL" clId="{D02C02F3-F859-45DD-AAFE-728E40A194AB}" dt="2024-09-23T07:58:23.379" v="646" actId="20577"/>
          <ac:spMkLst>
            <pc:docMk/>
            <pc:sldMk cId="2876691948" sldId="636"/>
            <ac:spMk id="8" creationId="{1D68554F-5AF8-7E1E-17A3-DE6F9E0E8871}"/>
          </ac:spMkLst>
        </pc:spChg>
        <pc:spChg chg="mod">
          <ac:chgData name="LI, Jianqiang" userId="cff57bb5-6b3d-420f-8247-78e7019450b8" providerId="ADAL" clId="{D02C02F3-F859-45DD-AAFE-728E40A194AB}" dt="2024-09-23T07:59:10.537" v="650" actId="5793"/>
          <ac:spMkLst>
            <pc:docMk/>
            <pc:sldMk cId="2876691948" sldId="636"/>
            <ac:spMk id="17" creationId="{6581B964-F4DA-382E-A5CC-2C7FCE505809}"/>
          </ac:spMkLst>
        </pc:spChg>
        <pc:spChg chg="mod">
          <ac:chgData name="LI, Jianqiang" userId="cff57bb5-6b3d-420f-8247-78e7019450b8" providerId="ADAL" clId="{D02C02F3-F859-45DD-AAFE-728E40A194AB}" dt="2024-09-23T08:09:15.437" v="816" actId="255"/>
          <ac:spMkLst>
            <pc:docMk/>
            <pc:sldMk cId="2876691948" sldId="636"/>
            <ac:spMk id="18" creationId="{A18B1B3D-31B5-29E2-CF84-EA37A5C3394F}"/>
          </ac:spMkLst>
        </pc:spChg>
        <pc:spChg chg="mod">
          <ac:chgData name="LI, Jianqiang" userId="cff57bb5-6b3d-420f-8247-78e7019450b8" providerId="ADAL" clId="{D02C02F3-F859-45DD-AAFE-728E40A194AB}" dt="2024-09-23T08:00:07.953" v="656" actId="1076"/>
          <ac:spMkLst>
            <pc:docMk/>
            <pc:sldMk cId="2876691948" sldId="636"/>
            <ac:spMk id="19" creationId="{5CABB9FE-E2BB-4A06-2289-2E62E1541A6C}"/>
          </ac:spMkLst>
        </pc:spChg>
        <pc:spChg chg="mod">
          <ac:chgData name="LI, Jianqiang" userId="cff57bb5-6b3d-420f-8247-78e7019450b8" providerId="ADAL" clId="{D02C02F3-F859-45DD-AAFE-728E40A194AB}" dt="2024-09-23T08:06:13.706" v="798" actId="5793"/>
          <ac:spMkLst>
            <pc:docMk/>
            <pc:sldMk cId="2876691948" sldId="636"/>
            <ac:spMk id="20" creationId="{3169D8BD-A06F-D6F6-ABD3-B05ED15363F3}"/>
          </ac:spMkLst>
        </pc:spChg>
      </pc:sldChg>
      <pc:sldChg chg="addSp delSp modSp add mod">
        <pc:chgData name="LI, Jianqiang" userId="cff57bb5-6b3d-420f-8247-78e7019450b8" providerId="ADAL" clId="{D02C02F3-F859-45DD-AAFE-728E40A194AB}" dt="2024-09-23T08:13:26.096" v="914" actId="1076"/>
        <pc:sldMkLst>
          <pc:docMk/>
          <pc:sldMk cId="2520553328" sldId="637"/>
        </pc:sldMkLst>
        <pc:spChg chg="mod">
          <ac:chgData name="LI, Jianqiang" userId="cff57bb5-6b3d-420f-8247-78e7019450b8" providerId="ADAL" clId="{D02C02F3-F859-45DD-AAFE-728E40A194AB}" dt="2024-09-23T08:06:47.552" v="809" actId="20577"/>
          <ac:spMkLst>
            <pc:docMk/>
            <pc:sldMk cId="2520553328" sldId="637"/>
            <ac:spMk id="2" creationId="{62715A2E-656D-EC5D-FDE7-230488526EFC}"/>
          </ac:spMkLst>
        </pc:spChg>
        <pc:spChg chg="add">
          <ac:chgData name="LI, Jianqiang" userId="cff57bb5-6b3d-420f-8247-78e7019450b8" providerId="ADAL" clId="{D02C02F3-F859-45DD-AAFE-728E40A194AB}" dt="2024-09-23T08:10:13.794" v="821"/>
          <ac:spMkLst>
            <pc:docMk/>
            <pc:sldMk cId="2520553328" sldId="637"/>
            <ac:spMk id="3" creationId="{60B6852E-AE06-DB75-5B1F-01671772D6FC}"/>
          </ac:spMkLst>
        </pc:spChg>
        <pc:spChg chg="add">
          <ac:chgData name="LI, Jianqiang" userId="cff57bb5-6b3d-420f-8247-78e7019450b8" providerId="ADAL" clId="{D02C02F3-F859-45DD-AAFE-728E40A194AB}" dt="2024-09-23T08:10:30.167" v="822"/>
          <ac:spMkLst>
            <pc:docMk/>
            <pc:sldMk cId="2520553328" sldId="637"/>
            <ac:spMk id="5" creationId="{D87ACC50-A78D-4CBC-272A-9E243BFD1FF5}"/>
          </ac:spMkLst>
        </pc:spChg>
        <pc:spChg chg="add del mod">
          <ac:chgData name="LI, Jianqiang" userId="cff57bb5-6b3d-420f-8247-78e7019450b8" providerId="ADAL" clId="{D02C02F3-F859-45DD-AAFE-728E40A194AB}" dt="2024-09-23T08:11:54.561" v="897" actId="478"/>
          <ac:spMkLst>
            <pc:docMk/>
            <pc:sldMk cId="2520553328" sldId="637"/>
            <ac:spMk id="7" creationId="{86B57064-E8F0-C5F6-FFE8-450C668A5545}"/>
          </ac:spMkLst>
        </pc:spChg>
        <pc:spChg chg="mod">
          <ac:chgData name="LI, Jianqiang" userId="cff57bb5-6b3d-420f-8247-78e7019450b8" providerId="ADAL" clId="{D02C02F3-F859-45DD-AAFE-728E40A194AB}" dt="2024-09-23T08:07:22.121" v="814" actId="20577"/>
          <ac:spMkLst>
            <pc:docMk/>
            <pc:sldMk cId="2520553328" sldId="637"/>
            <ac:spMk id="8" creationId="{1D68554F-5AF8-7E1E-17A3-DE6F9E0E8871}"/>
          </ac:spMkLst>
        </pc:spChg>
        <pc:spChg chg="mod">
          <ac:chgData name="LI, Jianqiang" userId="cff57bb5-6b3d-420f-8247-78e7019450b8" providerId="ADAL" clId="{D02C02F3-F859-45DD-AAFE-728E40A194AB}" dt="2024-09-23T08:09:55.535" v="820" actId="5793"/>
          <ac:spMkLst>
            <pc:docMk/>
            <pc:sldMk cId="2520553328" sldId="637"/>
            <ac:spMk id="17" creationId="{6581B964-F4DA-382E-A5CC-2C7FCE505809}"/>
          </ac:spMkLst>
        </pc:spChg>
        <pc:spChg chg="mod">
          <ac:chgData name="LI, Jianqiang" userId="cff57bb5-6b3d-420f-8247-78e7019450b8" providerId="ADAL" clId="{D02C02F3-F859-45DD-AAFE-728E40A194AB}" dt="2024-09-23T08:12:40.836" v="910" actId="20577"/>
          <ac:spMkLst>
            <pc:docMk/>
            <pc:sldMk cId="2520553328" sldId="637"/>
            <ac:spMk id="18" creationId="{A18B1B3D-31B5-29E2-CF84-EA37A5C3394F}"/>
          </ac:spMkLst>
        </pc:spChg>
        <pc:spChg chg="mod">
          <ac:chgData name="LI, Jianqiang" userId="cff57bb5-6b3d-420f-8247-78e7019450b8" providerId="ADAL" clId="{D02C02F3-F859-45DD-AAFE-728E40A194AB}" dt="2024-09-23T08:12:54.437" v="911" actId="1076"/>
          <ac:spMkLst>
            <pc:docMk/>
            <pc:sldMk cId="2520553328" sldId="637"/>
            <ac:spMk id="19" creationId="{5CABB9FE-E2BB-4A06-2289-2E62E1541A6C}"/>
          </ac:spMkLst>
        </pc:spChg>
        <pc:spChg chg="mod">
          <ac:chgData name="LI, Jianqiang" userId="cff57bb5-6b3d-420f-8247-78e7019450b8" providerId="ADAL" clId="{D02C02F3-F859-45DD-AAFE-728E40A194AB}" dt="2024-09-23T08:13:26.096" v="914" actId="1076"/>
          <ac:spMkLst>
            <pc:docMk/>
            <pc:sldMk cId="2520553328" sldId="637"/>
            <ac:spMk id="20" creationId="{3169D8BD-A06F-D6F6-ABD3-B05ED15363F3}"/>
          </ac:spMkLst>
        </pc:spChg>
      </pc:sldChg>
      <pc:sldChg chg="addSp delSp modSp add mod">
        <pc:chgData name="LI, Jianqiang" userId="cff57bb5-6b3d-420f-8247-78e7019450b8" providerId="ADAL" clId="{D02C02F3-F859-45DD-AAFE-728E40A194AB}" dt="2024-09-23T08:18:25.473" v="948" actId="5793"/>
        <pc:sldMkLst>
          <pc:docMk/>
          <pc:sldMk cId="6090341" sldId="638"/>
        </pc:sldMkLst>
        <pc:spChg chg="mod">
          <ac:chgData name="LI, Jianqiang" userId="cff57bb5-6b3d-420f-8247-78e7019450b8" providerId="ADAL" clId="{D02C02F3-F859-45DD-AAFE-728E40A194AB}" dt="2024-09-23T08:14:35.847" v="920" actId="20577"/>
          <ac:spMkLst>
            <pc:docMk/>
            <pc:sldMk cId="6090341" sldId="638"/>
            <ac:spMk id="2" creationId="{62715A2E-656D-EC5D-FDE7-230488526EFC}"/>
          </ac:spMkLst>
        </pc:spChg>
        <pc:spChg chg="add del mod">
          <ac:chgData name="LI, Jianqiang" userId="cff57bb5-6b3d-420f-8247-78e7019450b8" providerId="ADAL" clId="{D02C02F3-F859-45DD-AAFE-728E40A194AB}" dt="2024-09-23T08:16:51.672" v="935" actId="478"/>
          <ac:spMkLst>
            <pc:docMk/>
            <pc:sldMk cId="6090341" sldId="638"/>
            <ac:spMk id="3" creationId="{E2601E4D-3B73-6E92-F883-E831039E7BE2}"/>
          </ac:spMkLst>
        </pc:spChg>
        <pc:spChg chg="mod">
          <ac:chgData name="LI, Jianqiang" userId="cff57bb5-6b3d-420f-8247-78e7019450b8" providerId="ADAL" clId="{D02C02F3-F859-45DD-AAFE-728E40A194AB}" dt="2024-09-23T08:15:41.119" v="926" actId="20577"/>
          <ac:spMkLst>
            <pc:docMk/>
            <pc:sldMk cId="6090341" sldId="638"/>
            <ac:spMk id="8" creationId="{1D68554F-5AF8-7E1E-17A3-DE6F9E0E8871}"/>
          </ac:spMkLst>
        </pc:spChg>
        <pc:spChg chg="mod">
          <ac:chgData name="LI, Jianqiang" userId="cff57bb5-6b3d-420f-8247-78e7019450b8" providerId="ADAL" clId="{D02C02F3-F859-45DD-AAFE-728E40A194AB}" dt="2024-09-23T08:16:15.970" v="930" actId="14100"/>
          <ac:spMkLst>
            <pc:docMk/>
            <pc:sldMk cId="6090341" sldId="638"/>
            <ac:spMk id="17" creationId="{6581B964-F4DA-382E-A5CC-2C7FCE505809}"/>
          </ac:spMkLst>
        </pc:spChg>
        <pc:spChg chg="mod">
          <ac:chgData name="LI, Jianqiang" userId="cff57bb5-6b3d-420f-8247-78e7019450b8" providerId="ADAL" clId="{D02C02F3-F859-45DD-AAFE-728E40A194AB}" dt="2024-09-23T08:17:52.657" v="945" actId="20577"/>
          <ac:spMkLst>
            <pc:docMk/>
            <pc:sldMk cId="6090341" sldId="638"/>
            <ac:spMk id="18" creationId="{A18B1B3D-31B5-29E2-CF84-EA37A5C3394F}"/>
          </ac:spMkLst>
        </pc:spChg>
        <pc:spChg chg="mod">
          <ac:chgData name="LI, Jianqiang" userId="cff57bb5-6b3d-420f-8247-78e7019450b8" providerId="ADAL" clId="{D02C02F3-F859-45DD-AAFE-728E40A194AB}" dt="2024-09-23T08:18:25.473" v="948" actId="5793"/>
          <ac:spMkLst>
            <pc:docMk/>
            <pc:sldMk cId="6090341" sldId="638"/>
            <ac:spMk id="20" creationId="{3169D8BD-A06F-D6F6-ABD3-B05ED15363F3}"/>
          </ac:spMkLst>
        </pc:spChg>
      </pc:sldChg>
      <pc:sldChg chg="addSp delSp modSp add mod">
        <pc:chgData name="LI, Jianqiang" userId="cff57bb5-6b3d-420f-8247-78e7019450b8" providerId="ADAL" clId="{D02C02F3-F859-45DD-AAFE-728E40A194AB}" dt="2024-09-23T08:22:07.763" v="979" actId="20577"/>
        <pc:sldMkLst>
          <pc:docMk/>
          <pc:sldMk cId="3588725488" sldId="639"/>
        </pc:sldMkLst>
        <pc:spChg chg="mod">
          <ac:chgData name="LI, Jianqiang" userId="cff57bb5-6b3d-420f-8247-78e7019450b8" providerId="ADAL" clId="{D02C02F3-F859-45DD-AAFE-728E40A194AB}" dt="2024-09-23T08:19:04.358" v="954"/>
          <ac:spMkLst>
            <pc:docMk/>
            <pc:sldMk cId="3588725488" sldId="639"/>
            <ac:spMk id="2" creationId="{62715A2E-656D-EC5D-FDE7-230488526EFC}"/>
          </ac:spMkLst>
        </pc:spChg>
        <pc:spChg chg="add del">
          <ac:chgData name="LI, Jianqiang" userId="cff57bb5-6b3d-420f-8247-78e7019450b8" providerId="ADAL" clId="{D02C02F3-F859-45DD-AAFE-728E40A194AB}" dt="2024-09-23T08:22:01.771" v="978" actId="478"/>
          <ac:spMkLst>
            <pc:docMk/>
            <pc:sldMk cId="3588725488" sldId="639"/>
            <ac:spMk id="5" creationId="{083C7A30-10B0-A48C-A79A-21CF6E769BBD}"/>
          </ac:spMkLst>
        </pc:spChg>
        <pc:spChg chg="mod">
          <ac:chgData name="LI, Jianqiang" userId="cff57bb5-6b3d-420f-8247-78e7019450b8" providerId="ADAL" clId="{D02C02F3-F859-45DD-AAFE-728E40A194AB}" dt="2024-09-23T08:19:27.999" v="959" actId="20577"/>
          <ac:spMkLst>
            <pc:docMk/>
            <pc:sldMk cId="3588725488" sldId="639"/>
            <ac:spMk id="8" creationId="{1D68554F-5AF8-7E1E-17A3-DE6F9E0E8871}"/>
          </ac:spMkLst>
        </pc:spChg>
        <pc:spChg chg="mod">
          <ac:chgData name="LI, Jianqiang" userId="cff57bb5-6b3d-420f-8247-78e7019450b8" providerId="ADAL" clId="{D02C02F3-F859-45DD-AAFE-728E40A194AB}" dt="2024-09-23T08:20:46.539" v="961" actId="5793"/>
          <ac:spMkLst>
            <pc:docMk/>
            <pc:sldMk cId="3588725488" sldId="639"/>
            <ac:spMk id="17" creationId="{6581B964-F4DA-382E-A5CC-2C7FCE505809}"/>
          </ac:spMkLst>
        </pc:spChg>
        <pc:spChg chg="mod">
          <ac:chgData name="LI, Jianqiang" userId="cff57bb5-6b3d-420f-8247-78e7019450b8" providerId="ADAL" clId="{D02C02F3-F859-45DD-AAFE-728E40A194AB}" dt="2024-09-23T08:21:12.259" v="972" actId="1076"/>
          <ac:spMkLst>
            <pc:docMk/>
            <pc:sldMk cId="3588725488" sldId="639"/>
            <ac:spMk id="18" creationId="{A18B1B3D-31B5-29E2-CF84-EA37A5C3394F}"/>
          </ac:spMkLst>
        </pc:spChg>
        <pc:spChg chg="mod">
          <ac:chgData name="LI, Jianqiang" userId="cff57bb5-6b3d-420f-8247-78e7019450b8" providerId="ADAL" clId="{D02C02F3-F859-45DD-AAFE-728E40A194AB}" dt="2024-09-23T08:22:07.763" v="979" actId="20577"/>
          <ac:spMkLst>
            <pc:docMk/>
            <pc:sldMk cId="3588725488" sldId="639"/>
            <ac:spMk id="20" creationId="{3169D8BD-A06F-D6F6-ABD3-B05ED15363F3}"/>
          </ac:spMkLst>
        </pc:spChg>
      </pc:sldChg>
      <pc:sldChg chg="modSp add mod">
        <pc:chgData name="LI, Jianqiang" userId="cff57bb5-6b3d-420f-8247-78e7019450b8" providerId="ADAL" clId="{D02C02F3-F859-45DD-AAFE-728E40A194AB}" dt="2024-09-23T08:23:15.505" v="996" actId="20577"/>
        <pc:sldMkLst>
          <pc:docMk/>
          <pc:sldMk cId="378689546" sldId="640"/>
        </pc:sldMkLst>
        <pc:spChg chg="mod">
          <ac:chgData name="LI, Jianqiang" userId="cff57bb5-6b3d-420f-8247-78e7019450b8" providerId="ADAL" clId="{D02C02F3-F859-45DD-AAFE-728E40A194AB}" dt="2024-09-23T08:23:15.505" v="996" actId="20577"/>
          <ac:spMkLst>
            <pc:docMk/>
            <pc:sldMk cId="378689546" sldId="640"/>
            <ac:spMk id="2" creationId="{62715A2E-656D-EC5D-FDE7-230488526EFC}"/>
          </ac:spMkLst>
        </pc:spChg>
        <pc:spChg chg="mod">
          <ac:chgData name="LI, Jianqiang" userId="cff57bb5-6b3d-420f-8247-78e7019450b8" providerId="ADAL" clId="{D02C02F3-F859-45DD-AAFE-728E40A194AB}" dt="2024-09-23T08:22:45.124" v="986"/>
          <ac:spMkLst>
            <pc:docMk/>
            <pc:sldMk cId="378689546" sldId="640"/>
            <ac:spMk id="8" creationId="{1D68554F-5AF8-7E1E-17A3-DE6F9E0E8871}"/>
          </ac:spMkLst>
        </pc:spChg>
        <pc:spChg chg="mod">
          <ac:chgData name="LI, Jianqiang" userId="cff57bb5-6b3d-420f-8247-78e7019450b8" providerId="ADAL" clId="{D02C02F3-F859-45DD-AAFE-728E40A194AB}" dt="2024-09-23T08:22:51.845" v="988" actId="20577"/>
          <ac:spMkLst>
            <pc:docMk/>
            <pc:sldMk cId="378689546" sldId="640"/>
            <ac:spMk id="17" creationId="{6581B964-F4DA-382E-A5CC-2C7FCE505809}"/>
          </ac:spMkLst>
        </pc:spChg>
        <pc:spChg chg="mod">
          <ac:chgData name="LI, Jianqiang" userId="cff57bb5-6b3d-420f-8247-78e7019450b8" providerId="ADAL" clId="{D02C02F3-F859-45DD-AAFE-728E40A194AB}" dt="2024-09-23T08:23:05.547" v="994" actId="20577"/>
          <ac:spMkLst>
            <pc:docMk/>
            <pc:sldMk cId="378689546" sldId="640"/>
            <ac:spMk id="20" creationId="{3169D8BD-A06F-D6F6-ABD3-B05ED15363F3}"/>
          </ac:spMkLst>
        </pc:spChg>
      </pc:sldChg>
      <pc:sldChg chg="addSp delSp modSp add del mod">
        <pc:chgData name="LI, Jianqiang" userId="cff57bb5-6b3d-420f-8247-78e7019450b8" providerId="ADAL" clId="{D02C02F3-F859-45DD-AAFE-728E40A194AB}" dt="2024-09-23T08:57:31.290" v="1433" actId="47"/>
        <pc:sldMkLst>
          <pc:docMk/>
          <pc:sldMk cId="1581780195" sldId="641"/>
        </pc:sldMkLst>
        <pc:spChg chg="mod">
          <ac:chgData name="LI, Jianqiang" userId="cff57bb5-6b3d-420f-8247-78e7019450b8" providerId="ADAL" clId="{D02C02F3-F859-45DD-AAFE-728E40A194AB}" dt="2024-09-23T08:32:51.382" v="1095" actId="20577"/>
          <ac:spMkLst>
            <pc:docMk/>
            <pc:sldMk cId="1581780195" sldId="641"/>
            <ac:spMk id="2" creationId="{62715A2E-656D-EC5D-FDE7-230488526EFC}"/>
          </ac:spMkLst>
        </pc:spChg>
        <pc:spChg chg="del mod">
          <ac:chgData name="LI, Jianqiang" userId="cff57bb5-6b3d-420f-8247-78e7019450b8" providerId="ADAL" clId="{D02C02F3-F859-45DD-AAFE-728E40A194AB}" dt="2024-09-23T08:40:06.111" v="1136" actId="478"/>
          <ac:spMkLst>
            <pc:docMk/>
            <pc:sldMk cId="1581780195" sldId="641"/>
            <ac:spMk id="3" creationId="{36A5FFEE-E22C-7E2F-1F3B-D8658E79FF2E}"/>
          </ac:spMkLst>
        </pc:spChg>
        <pc:spChg chg="mod ord">
          <ac:chgData name="LI, Jianqiang" userId="cff57bb5-6b3d-420f-8247-78e7019450b8" providerId="ADAL" clId="{D02C02F3-F859-45DD-AAFE-728E40A194AB}" dt="2024-09-23T08:53:55.764" v="1394" actId="20577"/>
          <ac:spMkLst>
            <pc:docMk/>
            <pc:sldMk cId="1581780195" sldId="641"/>
            <ac:spMk id="6" creationId="{7EE45859-8B74-CD35-C8F3-849759F3278B}"/>
          </ac:spMkLst>
        </pc:spChg>
        <pc:spChg chg="add del mod">
          <ac:chgData name="LI, Jianqiang" userId="cff57bb5-6b3d-420f-8247-78e7019450b8" providerId="ADAL" clId="{D02C02F3-F859-45DD-AAFE-728E40A194AB}" dt="2024-09-23T08:40:08.830" v="1137" actId="478"/>
          <ac:spMkLst>
            <pc:docMk/>
            <pc:sldMk cId="1581780195" sldId="641"/>
            <ac:spMk id="7" creationId="{C5A94855-70F0-C323-9F3B-406F0C4B374A}"/>
          </ac:spMkLst>
        </pc:spChg>
        <pc:spChg chg="add mod">
          <ac:chgData name="LI, Jianqiang" userId="cff57bb5-6b3d-420f-8247-78e7019450b8" providerId="ADAL" clId="{D02C02F3-F859-45DD-AAFE-728E40A194AB}" dt="2024-09-23T08:51:39.511" v="1350" actId="207"/>
          <ac:spMkLst>
            <pc:docMk/>
            <pc:sldMk cId="1581780195" sldId="641"/>
            <ac:spMk id="8" creationId="{3048482A-26CD-6A78-76DB-978B6FC022D8}"/>
          </ac:spMkLst>
        </pc:spChg>
        <pc:spChg chg="mod">
          <ac:chgData name="LI, Jianqiang" userId="cff57bb5-6b3d-420f-8247-78e7019450b8" providerId="ADAL" clId="{D02C02F3-F859-45DD-AAFE-728E40A194AB}" dt="2024-09-23T08:36:03.472" v="1105" actId="1038"/>
          <ac:spMkLst>
            <pc:docMk/>
            <pc:sldMk cId="1581780195" sldId="641"/>
            <ac:spMk id="9" creationId="{74711B85-1C2F-4DBF-35CA-8DCBE468A6FA}"/>
          </ac:spMkLst>
        </pc:spChg>
        <pc:spChg chg="add mod">
          <ac:chgData name="LI, Jianqiang" userId="cff57bb5-6b3d-420f-8247-78e7019450b8" providerId="ADAL" clId="{D02C02F3-F859-45DD-AAFE-728E40A194AB}" dt="2024-09-23T08:48:12.110" v="1314" actId="1076"/>
          <ac:spMkLst>
            <pc:docMk/>
            <pc:sldMk cId="1581780195" sldId="641"/>
            <ac:spMk id="10" creationId="{6F4E3837-8892-964F-FB2E-D35C0E50373D}"/>
          </ac:spMkLst>
        </pc:spChg>
        <pc:spChg chg="add mod">
          <ac:chgData name="LI, Jianqiang" userId="cff57bb5-6b3d-420f-8247-78e7019450b8" providerId="ADAL" clId="{D02C02F3-F859-45DD-AAFE-728E40A194AB}" dt="2024-09-23T08:48:09.058" v="1313" actId="1076"/>
          <ac:spMkLst>
            <pc:docMk/>
            <pc:sldMk cId="1581780195" sldId="641"/>
            <ac:spMk id="16" creationId="{D7E0E3E0-4908-AD85-ACC2-2BB6E0E3D7C1}"/>
          </ac:spMkLst>
        </pc:spChg>
        <pc:spChg chg="add mod">
          <ac:chgData name="LI, Jianqiang" userId="cff57bb5-6b3d-420f-8247-78e7019450b8" providerId="ADAL" clId="{D02C02F3-F859-45DD-AAFE-728E40A194AB}" dt="2024-09-23T08:48:51.826" v="1335" actId="20577"/>
          <ac:spMkLst>
            <pc:docMk/>
            <pc:sldMk cId="1581780195" sldId="641"/>
            <ac:spMk id="17" creationId="{2E1FC83A-FC50-61B8-ECB8-E3A1EAD8B237}"/>
          </ac:spMkLst>
        </pc:spChg>
        <pc:cxnChg chg="add mod">
          <ac:chgData name="LI, Jianqiang" userId="cff57bb5-6b3d-420f-8247-78e7019450b8" providerId="ADAL" clId="{D02C02F3-F859-45DD-AAFE-728E40A194AB}" dt="2024-09-23T08:51:55.495" v="1353" actId="208"/>
          <ac:cxnSpMkLst>
            <pc:docMk/>
            <pc:sldMk cId="1581780195" sldId="641"/>
            <ac:cxnSpMk id="12" creationId="{F314B3D1-4056-D011-C64C-CD297CB4AE59}"/>
          </ac:cxnSpMkLst>
        </pc:cxnChg>
        <pc:cxnChg chg="add mod">
          <ac:chgData name="LI, Jianqiang" userId="cff57bb5-6b3d-420f-8247-78e7019450b8" providerId="ADAL" clId="{D02C02F3-F859-45DD-AAFE-728E40A194AB}" dt="2024-09-23T08:49:10.037" v="1339" actId="14100"/>
          <ac:cxnSpMkLst>
            <pc:docMk/>
            <pc:sldMk cId="1581780195" sldId="641"/>
            <ac:cxnSpMk id="18" creationId="{EE8F97F7-2B9E-3047-2FC9-B916CDDEDB1D}"/>
          </ac:cxnSpMkLst>
        </pc:cxnChg>
        <pc:cxnChg chg="add mod">
          <ac:chgData name="LI, Jianqiang" userId="cff57bb5-6b3d-420f-8247-78e7019450b8" providerId="ADAL" clId="{D02C02F3-F859-45DD-AAFE-728E40A194AB}" dt="2024-09-23T08:49:24.962" v="1344" actId="14100"/>
          <ac:cxnSpMkLst>
            <pc:docMk/>
            <pc:sldMk cId="1581780195" sldId="641"/>
            <ac:cxnSpMk id="21" creationId="{F2399818-F202-0D7F-2B8F-C821FE027F03}"/>
          </ac:cxnSpMkLst>
        </pc:cxnChg>
        <pc:cxnChg chg="add mod">
          <ac:chgData name="LI, Jianqiang" userId="cff57bb5-6b3d-420f-8247-78e7019450b8" providerId="ADAL" clId="{D02C02F3-F859-45DD-AAFE-728E40A194AB}" dt="2024-09-23T08:49:26.617" v="1345"/>
          <ac:cxnSpMkLst>
            <pc:docMk/>
            <pc:sldMk cId="1581780195" sldId="641"/>
            <ac:cxnSpMk id="24" creationId="{5F3D9839-5276-D049-B4A8-2E1F8F28B2C7}"/>
          </ac:cxnSpMkLst>
        </pc:cxnChg>
        <pc:cxnChg chg="add mod">
          <ac:chgData name="LI, Jianqiang" userId="cff57bb5-6b3d-420f-8247-78e7019450b8" providerId="ADAL" clId="{D02C02F3-F859-45DD-AAFE-728E40A194AB}" dt="2024-09-23T08:49:40.210" v="1349" actId="14100"/>
          <ac:cxnSpMkLst>
            <pc:docMk/>
            <pc:sldMk cId="1581780195" sldId="641"/>
            <ac:cxnSpMk id="25" creationId="{B11A0F1E-1BF9-1932-8DA5-2D409E5DB4C7}"/>
          </ac:cxnSpMkLst>
        </pc:cxnChg>
      </pc:sldChg>
      <pc:sldChg chg="addSp modSp add mod">
        <pc:chgData name="LI, Jianqiang" userId="cff57bb5-6b3d-420f-8247-78e7019450b8" providerId="ADAL" clId="{D02C02F3-F859-45DD-AAFE-728E40A194AB}" dt="2024-09-23T09:40:22.051" v="2151" actId="20577"/>
        <pc:sldMkLst>
          <pc:docMk/>
          <pc:sldMk cId="2060659652" sldId="642"/>
        </pc:sldMkLst>
        <pc:spChg chg="mod">
          <ac:chgData name="LI, Jianqiang" userId="cff57bb5-6b3d-420f-8247-78e7019450b8" providerId="ADAL" clId="{D02C02F3-F859-45DD-AAFE-728E40A194AB}" dt="2024-09-23T08:57:51.719" v="1445" actId="20577"/>
          <ac:spMkLst>
            <pc:docMk/>
            <pc:sldMk cId="2060659652" sldId="642"/>
            <ac:spMk id="2" creationId="{62715A2E-656D-EC5D-FDE7-230488526EFC}"/>
          </ac:spMkLst>
        </pc:spChg>
        <pc:spChg chg="add mod">
          <ac:chgData name="LI, Jianqiang" userId="cff57bb5-6b3d-420f-8247-78e7019450b8" providerId="ADAL" clId="{D02C02F3-F859-45DD-AAFE-728E40A194AB}" dt="2024-09-23T09:16:50.036" v="1904" actId="1035"/>
          <ac:spMkLst>
            <pc:docMk/>
            <pc:sldMk cId="2060659652" sldId="642"/>
            <ac:spMk id="3" creationId="{35E5DA3A-C303-88DD-0A47-ED3BBBDE8233}"/>
          </ac:spMkLst>
        </pc:spChg>
        <pc:spChg chg="mod">
          <ac:chgData name="LI, Jianqiang" userId="cff57bb5-6b3d-420f-8247-78e7019450b8" providerId="ADAL" clId="{D02C02F3-F859-45DD-AAFE-728E40A194AB}" dt="2024-09-23T09:16:41.929" v="1897" actId="1076"/>
          <ac:spMkLst>
            <pc:docMk/>
            <pc:sldMk cId="2060659652" sldId="642"/>
            <ac:spMk id="4" creationId="{C903FAE4-3A59-50C4-1BA6-A9AEC61D52CB}"/>
          </ac:spMkLst>
        </pc:spChg>
        <pc:spChg chg="mod">
          <ac:chgData name="LI, Jianqiang" userId="cff57bb5-6b3d-420f-8247-78e7019450b8" providerId="ADAL" clId="{D02C02F3-F859-45DD-AAFE-728E40A194AB}" dt="2024-09-23T09:40:22.051" v="2151" actId="20577"/>
          <ac:spMkLst>
            <pc:docMk/>
            <pc:sldMk cId="2060659652" sldId="642"/>
            <ac:spMk id="6" creationId="{7EE45859-8B74-CD35-C8F3-849759F3278B}"/>
          </ac:spMkLst>
        </pc:spChg>
        <pc:spChg chg="mod">
          <ac:chgData name="LI, Jianqiang" userId="cff57bb5-6b3d-420f-8247-78e7019450b8" providerId="ADAL" clId="{D02C02F3-F859-45DD-AAFE-728E40A194AB}" dt="2024-09-23T09:16:41.929" v="1897" actId="1076"/>
          <ac:spMkLst>
            <pc:docMk/>
            <pc:sldMk cId="2060659652" sldId="642"/>
            <ac:spMk id="8" creationId="{3048482A-26CD-6A78-76DB-978B6FC022D8}"/>
          </ac:spMkLst>
        </pc:spChg>
        <pc:spChg chg="mod">
          <ac:chgData name="LI, Jianqiang" userId="cff57bb5-6b3d-420f-8247-78e7019450b8" providerId="ADAL" clId="{D02C02F3-F859-45DD-AAFE-728E40A194AB}" dt="2024-09-23T09:17:17.804" v="1908" actId="1076"/>
          <ac:spMkLst>
            <pc:docMk/>
            <pc:sldMk cId="2060659652" sldId="642"/>
            <ac:spMk id="9" creationId="{74711B85-1C2F-4DBF-35CA-8DCBE468A6FA}"/>
          </ac:spMkLst>
        </pc:spChg>
        <pc:spChg chg="mod">
          <ac:chgData name="LI, Jianqiang" userId="cff57bb5-6b3d-420f-8247-78e7019450b8" providerId="ADAL" clId="{D02C02F3-F859-45DD-AAFE-728E40A194AB}" dt="2024-09-23T09:35:51.336" v="2140" actId="20577"/>
          <ac:spMkLst>
            <pc:docMk/>
            <pc:sldMk cId="2060659652" sldId="642"/>
            <ac:spMk id="10" creationId="{6F4E3837-8892-964F-FB2E-D35C0E50373D}"/>
          </ac:spMkLst>
        </pc:spChg>
        <pc:spChg chg="mod">
          <ac:chgData name="LI, Jianqiang" userId="cff57bb5-6b3d-420f-8247-78e7019450b8" providerId="ADAL" clId="{D02C02F3-F859-45DD-AAFE-728E40A194AB}" dt="2024-09-23T09:16:41.929" v="1897" actId="1076"/>
          <ac:spMkLst>
            <pc:docMk/>
            <pc:sldMk cId="2060659652" sldId="642"/>
            <ac:spMk id="16" creationId="{D7E0E3E0-4908-AD85-ACC2-2BB6E0E3D7C1}"/>
          </ac:spMkLst>
        </pc:spChg>
        <pc:spChg chg="mod">
          <ac:chgData name="LI, Jianqiang" userId="cff57bb5-6b3d-420f-8247-78e7019450b8" providerId="ADAL" clId="{D02C02F3-F859-45DD-AAFE-728E40A194AB}" dt="2024-09-23T09:16:41.929" v="1897" actId="1076"/>
          <ac:spMkLst>
            <pc:docMk/>
            <pc:sldMk cId="2060659652" sldId="642"/>
            <ac:spMk id="17" creationId="{2E1FC83A-FC50-61B8-ECB8-E3A1EAD8B237}"/>
          </ac:spMkLst>
        </pc:spChg>
        <pc:cxnChg chg="mod">
          <ac:chgData name="LI, Jianqiang" userId="cff57bb5-6b3d-420f-8247-78e7019450b8" providerId="ADAL" clId="{D02C02F3-F859-45DD-AAFE-728E40A194AB}" dt="2024-09-23T09:16:59.792" v="1905" actId="14100"/>
          <ac:cxnSpMkLst>
            <pc:docMk/>
            <pc:sldMk cId="2060659652" sldId="642"/>
            <ac:cxnSpMk id="12" creationId="{F314B3D1-4056-D011-C64C-CD297CB4AE59}"/>
          </ac:cxnSpMkLst>
        </pc:cxnChg>
        <pc:cxnChg chg="mod">
          <ac:chgData name="LI, Jianqiang" userId="cff57bb5-6b3d-420f-8247-78e7019450b8" providerId="ADAL" clId="{D02C02F3-F859-45DD-AAFE-728E40A194AB}" dt="2024-09-23T09:16:41.929" v="1897" actId="1076"/>
          <ac:cxnSpMkLst>
            <pc:docMk/>
            <pc:sldMk cId="2060659652" sldId="642"/>
            <ac:cxnSpMk id="18" creationId="{EE8F97F7-2B9E-3047-2FC9-B916CDDEDB1D}"/>
          </ac:cxnSpMkLst>
        </pc:cxnChg>
        <pc:cxnChg chg="mod">
          <ac:chgData name="LI, Jianqiang" userId="cff57bb5-6b3d-420f-8247-78e7019450b8" providerId="ADAL" clId="{D02C02F3-F859-45DD-AAFE-728E40A194AB}" dt="2024-09-23T09:17:01.837" v="1906" actId="14100"/>
          <ac:cxnSpMkLst>
            <pc:docMk/>
            <pc:sldMk cId="2060659652" sldId="642"/>
            <ac:cxnSpMk id="21" creationId="{F2399818-F202-0D7F-2B8F-C821FE027F03}"/>
          </ac:cxnSpMkLst>
        </pc:cxnChg>
        <pc:cxnChg chg="mod">
          <ac:chgData name="LI, Jianqiang" userId="cff57bb5-6b3d-420f-8247-78e7019450b8" providerId="ADAL" clId="{D02C02F3-F859-45DD-AAFE-728E40A194AB}" dt="2024-09-23T09:17:04.334" v="1907" actId="14100"/>
          <ac:cxnSpMkLst>
            <pc:docMk/>
            <pc:sldMk cId="2060659652" sldId="642"/>
            <ac:cxnSpMk id="25" creationId="{B11A0F1E-1BF9-1932-8DA5-2D409E5DB4C7}"/>
          </ac:cxnSpMkLst>
        </pc:cxnChg>
      </pc:sldChg>
      <pc:sldChg chg="addSp delSp modSp add mod">
        <pc:chgData name="LI, Jianqiang" userId="cff57bb5-6b3d-420f-8247-78e7019450b8" providerId="ADAL" clId="{D02C02F3-F859-45DD-AAFE-728E40A194AB}" dt="2024-09-23T09:42:50.221" v="2154" actId="1076"/>
        <pc:sldMkLst>
          <pc:docMk/>
          <pc:sldMk cId="4229940086" sldId="643"/>
        </pc:sldMkLst>
        <pc:spChg chg="mod">
          <ac:chgData name="LI, Jianqiang" userId="cff57bb5-6b3d-420f-8247-78e7019450b8" providerId="ADAL" clId="{D02C02F3-F859-45DD-AAFE-728E40A194AB}" dt="2024-09-23T08:58:05.327" v="1455" actId="20577"/>
          <ac:spMkLst>
            <pc:docMk/>
            <pc:sldMk cId="4229940086" sldId="643"/>
            <ac:spMk id="2" creationId="{62715A2E-656D-EC5D-FDE7-230488526EFC}"/>
          </ac:spMkLst>
        </pc:spChg>
        <pc:spChg chg="del">
          <ac:chgData name="LI, Jianqiang" userId="cff57bb5-6b3d-420f-8247-78e7019450b8" providerId="ADAL" clId="{D02C02F3-F859-45DD-AAFE-728E40A194AB}" dt="2024-09-23T09:03:04.525" v="1569" actId="478"/>
          <ac:spMkLst>
            <pc:docMk/>
            <pc:sldMk cId="4229940086" sldId="643"/>
            <ac:spMk id="3" creationId="{35E5DA3A-C303-88DD-0A47-ED3BBBDE8233}"/>
          </ac:spMkLst>
        </pc:spChg>
        <pc:spChg chg="add mod">
          <ac:chgData name="LI, Jianqiang" userId="cff57bb5-6b3d-420f-8247-78e7019450b8" providerId="ADAL" clId="{D02C02F3-F859-45DD-AAFE-728E40A194AB}" dt="2024-09-23T09:04:03.302" v="1640" actId="20577"/>
          <ac:spMkLst>
            <pc:docMk/>
            <pc:sldMk cId="4229940086" sldId="643"/>
            <ac:spMk id="5" creationId="{19119F28-0C69-3834-E081-65FFBE64B318}"/>
          </ac:spMkLst>
        </pc:spChg>
        <pc:spChg chg="mod">
          <ac:chgData name="LI, Jianqiang" userId="cff57bb5-6b3d-420f-8247-78e7019450b8" providerId="ADAL" clId="{D02C02F3-F859-45DD-AAFE-728E40A194AB}" dt="2024-09-23T09:42:50.221" v="2154" actId="1076"/>
          <ac:spMkLst>
            <pc:docMk/>
            <pc:sldMk cId="4229940086" sldId="643"/>
            <ac:spMk id="6" creationId="{7EE45859-8B74-CD35-C8F3-849759F3278B}"/>
          </ac:spMkLst>
        </pc:spChg>
        <pc:spChg chg="mod">
          <ac:chgData name="LI, Jianqiang" userId="cff57bb5-6b3d-420f-8247-78e7019450b8" providerId="ADAL" clId="{D02C02F3-F859-45DD-AAFE-728E40A194AB}" dt="2024-09-23T09:15:08.595" v="1862" actId="1076"/>
          <ac:spMkLst>
            <pc:docMk/>
            <pc:sldMk cId="4229940086" sldId="643"/>
            <ac:spMk id="9" creationId="{74711B85-1C2F-4DBF-35CA-8DCBE468A6FA}"/>
          </ac:spMkLst>
        </pc:spChg>
        <pc:spChg chg="mod">
          <ac:chgData name="LI, Jianqiang" userId="cff57bb5-6b3d-420f-8247-78e7019450b8" providerId="ADAL" clId="{D02C02F3-F859-45DD-AAFE-728E40A194AB}" dt="2024-09-23T09:35:45.455" v="2133" actId="20577"/>
          <ac:spMkLst>
            <pc:docMk/>
            <pc:sldMk cId="4229940086" sldId="643"/>
            <ac:spMk id="10" creationId="{6F4E3837-8892-964F-FB2E-D35C0E50373D}"/>
          </ac:spMkLst>
        </pc:spChg>
        <pc:spChg chg="add mod">
          <ac:chgData name="LI, Jianqiang" userId="cff57bb5-6b3d-420f-8247-78e7019450b8" providerId="ADAL" clId="{D02C02F3-F859-45DD-AAFE-728E40A194AB}" dt="2024-09-23T09:21:04.818" v="1920" actId="20577"/>
          <ac:spMkLst>
            <pc:docMk/>
            <pc:sldMk cId="4229940086" sldId="643"/>
            <ac:spMk id="20" creationId="{C1AB8DFD-4F24-44DC-8AD4-0FE2224F631C}"/>
          </ac:spMkLst>
        </pc:spChg>
        <pc:cxnChg chg="add mod">
          <ac:chgData name="LI, Jianqiang" userId="cff57bb5-6b3d-420f-8247-78e7019450b8" providerId="ADAL" clId="{D02C02F3-F859-45DD-AAFE-728E40A194AB}" dt="2024-09-23T09:15:37.627" v="1868" actId="14100"/>
          <ac:cxnSpMkLst>
            <pc:docMk/>
            <pc:sldMk cId="4229940086" sldId="643"/>
            <ac:cxnSpMk id="7" creationId="{DD173995-D82D-8DC6-1A63-13BE21CDA80E}"/>
          </ac:cxnSpMkLst>
        </pc:cxnChg>
        <pc:cxnChg chg="mod">
          <ac:chgData name="LI, Jianqiang" userId="cff57bb5-6b3d-420f-8247-78e7019450b8" providerId="ADAL" clId="{D02C02F3-F859-45DD-AAFE-728E40A194AB}" dt="2024-09-23T09:15:11.919" v="1863" actId="14100"/>
          <ac:cxnSpMkLst>
            <pc:docMk/>
            <pc:sldMk cId="4229940086" sldId="643"/>
            <ac:cxnSpMk id="12" creationId="{F314B3D1-4056-D011-C64C-CD297CB4AE59}"/>
          </ac:cxnSpMkLst>
        </pc:cxnChg>
        <pc:cxnChg chg="add mod">
          <ac:chgData name="LI, Jianqiang" userId="cff57bb5-6b3d-420f-8247-78e7019450b8" providerId="ADAL" clId="{D02C02F3-F859-45DD-AAFE-728E40A194AB}" dt="2024-09-23T09:15:40.956" v="1869" actId="14100"/>
          <ac:cxnSpMkLst>
            <pc:docMk/>
            <pc:sldMk cId="4229940086" sldId="643"/>
            <ac:cxnSpMk id="14" creationId="{25521BF9-C7B6-A1B0-2F1F-9D8AD94FEDCA}"/>
          </ac:cxnSpMkLst>
        </pc:cxnChg>
        <pc:cxnChg chg="mod">
          <ac:chgData name="LI, Jianqiang" userId="cff57bb5-6b3d-420f-8247-78e7019450b8" providerId="ADAL" clId="{D02C02F3-F859-45DD-AAFE-728E40A194AB}" dt="2024-09-23T09:15:20.360" v="1865" actId="14100"/>
          <ac:cxnSpMkLst>
            <pc:docMk/>
            <pc:sldMk cId="4229940086" sldId="643"/>
            <ac:cxnSpMk id="18" creationId="{EE8F97F7-2B9E-3047-2FC9-B916CDDEDB1D}"/>
          </ac:cxnSpMkLst>
        </pc:cxnChg>
        <pc:cxnChg chg="mod">
          <ac:chgData name="LI, Jianqiang" userId="cff57bb5-6b3d-420f-8247-78e7019450b8" providerId="ADAL" clId="{D02C02F3-F859-45DD-AAFE-728E40A194AB}" dt="2024-09-23T09:15:33.705" v="1867" actId="14100"/>
          <ac:cxnSpMkLst>
            <pc:docMk/>
            <pc:sldMk cId="4229940086" sldId="643"/>
            <ac:cxnSpMk id="21" creationId="{F2399818-F202-0D7F-2B8F-C821FE027F03}"/>
          </ac:cxnSpMkLst>
        </pc:cxnChg>
        <pc:cxnChg chg="add del mod">
          <ac:chgData name="LI, Jianqiang" userId="cff57bb5-6b3d-420f-8247-78e7019450b8" providerId="ADAL" clId="{D02C02F3-F859-45DD-AAFE-728E40A194AB}" dt="2024-09-23T09:15:26.690" v="1866" actId="14100"/>
          <ac:cxnSpMkLst>
            <pc:docMk/>
            <pc:sldMk cId="4229940086" sldId="643"/>
            <ac:cxnSpMk id="25" creationId="{B11A0F1E-1BF9-1932-8DA5-2D409E5DB4C7}"/>
          </ac:cxnSpMkLst>
        </pc:cxnChg>
      </pc:sldChg>
      <pc:sldChg chg="addSp delSp modSp add mod">
        <pc:chgData name="LI, Jianqiang" userId="cff57bb5-6b3d-420f-8247-78e7019450b8" providerId="ADAL" clId="{D02C02F3-F859-45DD-AAFE-728E40A194AB}" dt="2024-09-23T09:31:27.782" v="2126" actId="14100"/>
        <pc:sldMkLst>
          <pc:docMk/>
          <pc:sldMk cId="3302421189" sldId="644"/>
        </pc:sldMkLst>
        <pc:spChg chg="mod">
          <ac:chgData name="LI, Jianqiang" userId="cff57bb5-6b3d-420f-8247-78e7019450b8" providerId="ADAL" clId="{D02C02F3-F859-45DD-AAFE-728E40A194AB}" dt="2024-09-23T09:07:33.254" v="1760" actId="20577"/>
          <ac:spMkLst>
            <pc:docMk/>
            <pc:sldMk cId="3302421189" sldId="644"/>
            <ac:spMk id="2" creationId="{62715A2E-656D-EC5D-FDE7-230488526EFC}"/>
          </ac:spMkLst>
        </pc:spChg>
        <pc:spChg chg="ord">
          <ac:chgData name="LI, Jianqiang" userId="cff57bb5-6b3d-420f-8247-78e7019450b8" providerId="ADAL" clId="{D02C02F3-F859-45DD-AAFE-728E40A194AB}" dt="2024-09-23T09:31:17.054" v="2124" actId="166"/>
          <ac:spMkLst>
            <pc:docMk/>
            <pc:sldMk cId="3302421189" sldId="644"/>
            <ac:spMk id="4" creationId="{C903FAE4-3A59-50C4-1BA6-A9AEC61D52CB}"/>
          </ac:spMkLst>
        </pc:spChg>
        <pc:spChg chg="del">
          <ac:chgData name="LI, Jianqiang" userId="cff57bb5-6b3d-420f-8247-78e7019450b8" providerId="ADAL" clId="{D02C02F3-F859-45DD-AAFE-728E40A194AB}" dt="2024-09-23T09:08:13.917" v="1767" actId="478"/>
          <ac:spMkLst>
            <pc:docMk/>
            <pc:sldMk cId="3302421189" sldId="644"/>
            <ac:spMk id="5" creationId="{19119F28-0C69-3834-E081-65FFBE64B318}"/>
          </ac:spMkLst>
        </pc:spChg>
        <pc:spChg chg="mod">
          <ac:chgData name="LI, Jianqiang" userId="cff57bb5-6b3d-420f-8247-78e7019450b8" providerId="ADAL" clId="{D02C02F3-F859-45DD-AAFE-728E40A194AB}" dt="2024-09-23T09:24:59.446" v="2041" actId="1035"/>
          <ac:spMkLst>
            <pc:docMk/>
            <pc:sldMk cId="3302421189" sldId="644"/>
            <ac:spMk id="6" creationId="{7EE45859-8B74-CD35-C8F3-849759F3278B}"/>
          </ac:spMkLst>
        </pc:spChg>
        <pc:spChg chg="del">
          <ac:chgData name="LI, Jianqiang" userId="cff57bb5-6b3d-420f-8247-78e7019450b8" providerId="ADAL" clId="{D02C02F3-F859-45DD-AAFE-728E40A194AB}" dt="2024-09-23T09:08:10.765" v="1763" actId="478"/>
          <ac:spMkLst>
            <pc:docMk/>
            <pc:sldMk cId="3302421189" sldId="644"/>
            <ac:spMk id="8" creationId="{3048482A-26CD-6A78-76DB-978B6FC022D8}"/>
          </ac:spMkLst>
        </pc:spChg>
        <pc:spChg chg="mod">
          <ac:chgData name="LI, Jianqiang" userId="cff57bb5-6b3d-420f-8247-78e7019450b8" providerId="ADAL" clId="{D02C02F3-F859-45DD-AAFE-728E40A194AB}" dt="2024-09-23T09:25:42.051" v="2047" actId="1036"/>
          <ac:spMkLst>
            <pc:docMk/>
            <pc:sldMk cId="3302421189" sldId="644"/>
            <ac:spMk id="9" creationId="{74711B85-1C2F-4DBF-35CA-8DCBE468A6FA}"/>
          </ac:spMkLst>
        </pc:spChg>
        <pc:spChg chg="del">
          <ac:chgData name="LI, Jianqiang" userId="cff57bb5-6b3d-420f-8247-78e7019450b8" providerId="ADAL" clId="{D02C02F3-F859-45DD-AAFE-728E40A194AB}" dt="2024-09-23T09:08:12.527" v="1765" actId="478"/>
          <ac:spMkLst>
            <pc:docMk/>
            <pc:sldMk cId="3302421189" sldId="644"/>
            <ac:spMk id="10" creationId="{6F4E3837-8892-964F-FB2E-D35C0E50373D}"/>
          </ac:spMkLst>
        </pc:spChg>
        <pc:spChg chg="add del mod">
          <ac:chgData name="LI, Jianqiang" userId="cff57bb5-6b3d-420f-8247-78e7019450b8" providerId="ADAL" clId="{D02C02F3-F859-45DD-AAFE-728E40A194AB}" dt="2024-09-23T09:13:26.374" v="1849" actId="478"/>
          <ac:spMkLst>
            <pc:docMk/>
            <pc:sldMk cId="3302421189" sldId="644"/>
            <ac:spMk id="11" creationId="{68E8830D-C1EC-DC0D-ACBD-8FEA04C52FDD}"/>
          </ac:spMkLst>
        </pc:spChg>
        <pc:spChg chg="add mod">
          <ac:chgData name="LI, Jianqiang" userId="cff57bb5-6b3d-420f-8247-78e7019450b8" providerId="ADAL" clId="{D02C02F3-F859-45DD-AAFE-728E40A194AB}" dt="2024-09-23T09:25:23.597" v="2045" actId="1076"/>
          <ac:spMkLst>
            <pc:docMk/>
            <pc:sldMk cId="3302421189" sldId="644"/>
            <ac:spMk id="13" creationId="{463F29D9-C4A9-8B8B-5F54-A3105728F069}"/>
          </ac:spMkLst>
        </pc:spChg>
        <pc:spChg chg="add mod">
          <ac:chgData name="LI, Jianqiang" userId="cff57bb5-6b3d-420f-8247-78e7019450b8" providerId="ADAL" clId="{D02C02F3-F859-45DD-AAFE-728E40A194AB}" dt="2024-09-23T09:25:06.629" v="2042" actId="1076"/>
          <ac:spMkLst>
            <pc:docMk/>
            <pc:sldMk cId="3302421189" sldId="644"/>
            <ac:spMk id="15" creationId="{1EBB1D0E-4401-AEF7-D001-4C1C4FC3CE0B}"/>
          </ac:spMkLst>
        </pc:spChg>
        <pc:spChg chg="del">
          <ac:chgData name="LI, Jianqiang" userId="cff57bb5-6b3d-420f-8247-78e7019450b8" providerId="ADAL" clId="{D02C02F3-F859-45DD-AAFE-728E40A194AB}" dt="2024-09-23T09:08:11.382" v="1764" actId="478"/>
          <ac:spMkLst>
            <pc:docMk/>
            <pc:sldMk cId="3302421189" sldId="644"/>
            <ac:spMk id="16" creationId="{D7E0E3E0-4908-AD85-ACC2-2BB6E0E3D7C1}"/>
          </ac:spMkLst>
        </pc:spChg>
        <pc:spChg chg="del">
          <ac:chgData name="LI, Jianqiang" userId="cff57bb5-6b3d-420f-8247-78e7019450b8" providerId="ADAL" clId="{D02C02F3-F859-45DD-AAFE-728E40A194AB}" dt="2024-09-23T09:08:13.261" v="1766" actId="478"/>
          <ac:spMkLst>
            <pc:docMk/>
            <pc:sldMk cId="3302421189" sldId="644"/>
            <ac:spMk id="17" creationId="{2E1FC83A-FC50-61B8-ECB8-E3A1EAD8B237}"/>
          </ac:spMkLst>
        </pc:spChg>
        <pc:spChg chg="add mod">
          <ac:chgData name="LI, Jianqiang" userId="cff57bb5-6b3d-420f-8247-78e7019450b8" providerId="ADAL" clId="{D02C02F3-F859-45DD-AAFE-728E40A194AB}" dt="2024-09-23T09:30:40.850" v="2120" actId="1076"/>
          <ac:spMkLst>
            <pc:docMk/>
            <pc:sldMk cId="3302421189" sldId="644"/>
            <ac:spMk id="19" creationId="{1E7479C2-ADFA-F24F-D435-2A9C88C68096}"/>
          </ac:spMkLst>
        </pc:spChg>
        <pc:spChg chg="del">
          <ac:chgData name="LI, Jianqiang" userId="cff57bb5-6b3d-420f-8247-78e7019450b8" providerId="ADAL" clId="{D02C02F3-F859-45DD-AAFE-728E40A194AB}" dt="2024-09-23T09:08:15.069" v="1768" actId="478"/>
          <ac:spMkLst>
            <pc:docMk/>
            <pc:sldMk cId="3302421189" sldId="644"/>
            <ac:spMk id="20" creationId="{C1AB8DFD-4F24-44DC-8AD4-0FE2224F631C}"/>
          </ac:spMkLst>
        </pc:spChg>
        <pc:spChg chg="add">
          <ac:chgData name="LI, Jianqiang" userId="cff57bb5-6b3d-420f-8247-78e7019450b8" providerId="ADAL" clId="{D02C02F3-F859-45DD-AAFE-728E40A194AB}" dt="2024-09-23T09:26:50.966" v="2049"/>
          <ac:spMkLst>
            <pc:docMk/>
            <pc:sldMk cId="3302421189" sldId="644"/>
            <ac:spMk id="22" creationId="{087ECE7D-F40E-117E-CDC3-67E6216B414D}"/>
          </ac:spMkLst>
        </pc:spChg>
        <pc:spChg chg="add mod">
          <ac:chgData name="LI, Jianqiang" userId="cff57bb5-6b3d-420f-8247-78e7019450b8" providerId="ADAL" clId="{D02C02F3-F859-45DD-AAFE-728E40A194AB}" dt="2024-09-23T09:30:45.491" v="2121" actId="1076"/>
          <ac:spMkLst>
            <pc:docMk/>
            <pc:sldMk cId="3302421189" sldId="644"/>
            <ac:spMk id="27" creationId="{8E8E4E95-0FE9-E3CB-9DC0-8139E928254E}"/>
          </ac:spMkLst>
        </pc:spChg>
        <pc:spChg chg="add mod">
          <ac:chgData name="LI, Jianqiang" userId="cff57bb5-6b3d-420f-8247-78e7019450b8" providerId="ADAL" clId="{D02C02F3-F859-45DD-AAFE-728E40A194AB}" dt="2024-09-23T09:31:04.271" v="2123" actId="20577"/>
          <ac:spMkLst>
            <pc:docMk/>
            <pc:sldMk cId="3302421189" sldId="644"/>
            <ac:spMk id="31" creationId="{97B71158-CBA3-29F6-3339-333FD1AC9008}"/>
          </ac:spMkLst>
        </pc:spChg>
        <pc:cxnChg chg="del mod">
          <ac:chgData name="LI, Jianqiang" userId="cff57bb5-6b3d-420f-8247-78e7019450b8" providerId="ADAL" clId="{D02C02F3-F859-45DD-AAFE-728E40A194AB}" dt="2024-09-23T09:08:18.236" v="1769" actId="478"/>
          <ac:cxnSpMkLst>
            <pc:docMk/>
            <pc:sldMk cId="3302421189" sldId="644"/>
            <ac:cxnSpMk id="7" creationId="{DD173995-D82D-8DC6-1A63-13BE21CDA80E}"/>
          </ac:cxnSpMkLst>
        </pc:cxnChg>
        <pc:cxnChg chg="del mod">
          <ac:chgData name="LI, Jianqiang" userId="cff57bb5-6b3d-420f-8247-78e7019450b8" providerId="ADAL" clId="{D02C02F3-F859-45DD-AAFE-728E40A194AB}" dt="2024-09-23T09:08:18.236" v="1769" actId="478"/>
          <ac:cxnSpMkLst>
            <pc:docMk/>
            <pc:sldMk cId="3302421189" sldId="644"/>
            <ac:cxnSpMk id="12" creationId="{F314B3D1-4056-D011-C64C-CD297CB4AE59}"/>
          </ac:cxnSpMkLst>
        </pc:cxnChg>
        <pc:cxnChg chg="del mod">
          <ac:chgData name="LI, Jianqiang" userId="cff57bb5-6b3d-420f-8247-78e7019450b8" providerId="ADAL" clId="{D02C02F3-F859-45DD-AAFE-728E40A194AB}" dt="2024-09-23T09:08:18.236" v="1769" actId="478"/>
          <ac:cxnSpMkLst>
            <pc:docMk/>
            <pc:sldMk cId="3302421189" sldId="644"/>
            <ac:cxnSpMk id="14" creationId="{25521BF9-C7B6-A1B0-2F1F-9D8AD94FEDCA}"/>
          </ac:cxnSpMkLst>
        </pc:cxnChg>
        <pc:cxnChg chg="del mod">
          <ac:chgData name="LI, Jianqiang" userId="cff57bb5-6b3d-420f-8247-78e7019450b8" providerId="ADAL" clId="{D02C02F3-F859-45DD-AAFE-728E40A194AB}" dt="2024-09-23T09:08:18.236" v="1769" actId="478"/>
          <ac:cxnSpMkLst>
            <pc:docMk/>
            <pc:sldMk cId="3302421189" sldId="644"/>
            <ac:cxnSpMk id="18" creationId="{EE8F97F7-2B9E-3047-2FC9-B916CDDEDB1D}"/>
          </ac:cxnSpMkLst>
        </pc:cxnChg>
        <pc:cxnChg chg="del mod">
          <ac:chgData name="LI, Jianqiang" userId="cff57bb5-6b3d-420f-8247-78e7019450b8" providerId="ADAL" clId="{D02C02F3-F859-45DD-AAFE-728E40A194AB}" dt="2024-09-23T09:08:18.236" v="1769" actId="478"/>
          <ac:cxnSpMkLst>
            <pc:docMk/>
            <pc:sldMk cId="3302421189" sldId="644"/>
            <ac:cxnSpMk id="21" creationId="{F2399818-F202-0D7F-2B8F-C821FE027F03}"/>
          </ac:cxnSpMkLst>
        </pc:cxnChg>
        <pc:cxnChg chg="add mod">
          <ac:chgData name="LI, Jianqiang" userId="cff57bb5-6b3d-420f-8247-78e7019450b8" providerId="ADAL" clId="{D02C02F3-F859-45DD-AAFE-728E40A194AB}" dt="2024-09-23T09:31:23.712" v="2125" actId="14100"/>
          <ac:cxnSpMkLst>
            <pc:docMk/>
            <pc:sldMk cId="3302421189" sldId="644"/>
            <ac:cxnSpMk id="23" creationId="{EAAF4618-AB25-ACF6-2530-FE81EB97C6A2}"/>
          </ac:cxnSpMkLst>
        </pc:cxnChg>
        <pc:cxnChg chg="del mod">
          <ac:chgData name="LI, Jianqiang" userId="cff57bb5-6b3d-420f-8247-78e7019450b8" providerId="ADAL" clId="{D02C02F3-F859-45DD-AAFE-728E40A194AB}" dt="2024-09-23T09:08:18.236" v="1769" actId="478"/>
          <ac:cxnSpMkLst>
            <pc:docMk/>
            <pc:sldMk cId="3302421189" sldId="644"/>
            <ac:cxnSpMk id="25" creationId="{B11A0F1E-1BF9-1932-8DA5-2D409E5DB4C7}"/>
          </ac:cxnSpMkLst>
        </pc:cxnChg>
        <pc:cxnChg chg="add mod">
          <ac:chgData name="LI, Jianqiang" userId="cff57bb5-6b3d-420f-8247-78e7019450b8" providerId="ADAL" clId="{D02C02F3-F859-45DD-AAFE-728E40A194AB}" dt="2024-09-23T09:31:27.782" v="2126" actId="14100"/>
          <ac:cxnSpMkLst>
            <pc:docMk/>
            <pc:sldMk cId="3302421189" sldId="644"/>
            <ac:cxnSpMk id="28" creationId="{E91DCAB2-C8EB-655A-748E-1C3A47F0709D}"/>
          </ac:cxnSpMkLst>
        </pc:cxnChg>
      </pc:sldChg>
      <pc:sldChg chg="addSp delSp modSp add mod">
        <pc:chgData name="LI, Jianqiang" userId="cff57bb5-6b3d-420f-8247-78e7019450b8" providerId="ADAL" clId="{D02C02F3-F859-45DD-AAFE-728E40A194AB}" dt="2024-09-23T10:00:04.153" v="2261" actId="14100"/>
        <pc:sldMkLst>
          <pc:docMk/>
          <pc:sldMk cId="3566911339" sldId="645"/>
        </pc:sldMkLst>
        <pc:spChg chg="mod">
          <ac:chgData name="LI, Jianqiang" userId="cff57bb5-6b3d-420f-8247-78e7019450b8" providerId="ADAL" clId="{D02C02F3-F859-45DD-AAFE-728E40A194AB}" dt="2024-09-23T09:51:22.106" v="2178" actId="20577"/>
          <ac:spMkLst>
            <pc:docMk/>
            <pc:sldMk cId="3566911339" sldId="645"/>
            <ac:spMk id="2" creationId="{62715A2E-656D-EC5D-FDE7-230488526EFC}"/>
          </ac:spMkLst>
        </pc:spChg>
        <pc:spChg chg="add mod">
          <ac:chgData name="LI, Jianqiang" userId="cff57bb5-6b3d-420f-8247-78e7019450b8" providerId="ADAL" clId="{D02C02F3-F859-45DD-AAFE-728E40A194AB}" dt="2024-09-23T10:00:01.143" v="2260" actId="14100"/>
          <ac:spMkLst>
            <pc:docMk/>
            <pc:sldMk cId="3566911339" sldId="645"/>
            <ac:spMk id="3" creationId="{4F9DF121-5295-B8EB-2410-E170AB4E45F1}"/>
          </ac:spMkLst>
        </pc:spChg>
        <pc:spChg chg="add mod">
          <ac:chgData name="LI, Jianqiang" userId="cff57bb5-6b3d-420f-8247-78e7019450b8" providerId="ADAL" clId="{D02C02F3-F859-45DD-AAFE-728E40A194AB}" dt="2024-09-23T09:54:13.212" v="2219"/>
          <ac:spMkLst>
            <pc:docMk/>
            <pc:sldMk cId="3566911339" sldId="645"/>
            <ac:spMk id="5" creationId="{A3BDC555-1CEC-3B9C-D135-05F72DEB44E0}"/>
          </ac:spMkLst>
        </pc:spChg>
        <pc:spChg chg="del">
          <ac:chgData name="LI, Jianqiang" userId="cff57bb5-6b3d-420f-8247-78e7019450b8" providerId="ADAL" clId="{D02C02F3-F859-45DD-AAFE-728E40A194AB}" dt="2024-09-23T09:53:16.045" v="2180" actId="478"/>
          <ac:spMkLst>
            <pc:docMk/>
            <pc:sldMk cId="3566911339" sldId="645"/>
            <ac:spMk id="6" creationId="{7EE45859-8B74-CD35-C8F3-849759F3278B}"/>
          </ac:spMkLst>
        </pc:spChg>
        <pc:spChg chg="add mod">
          <ac:chgData name="LI, Jianqiang" userId="cff57bb5-6b3d-420f-8247-78e7019450b8" providerId="ADAL" clId="{D02C02F3-F859-45DD-AAFE-728E40A194AB}" dt="2024-09-23T10:00:04.153" v="2261" actId="14100"/>
          <ac:spMkLst>
            <pc:docMk/>
            <pc:sldMk cId="3566911339" sldId="645"/>
            <ac:spMk id="7" creationId="{B159820B-810A-2284-B21D-5FC5B32C919A}"/>
          </ac:spMkLst>
        </pc:spChg>
        <pc:spChg chg="del">
          <ac:chgData name="LI, Jianqiang" userId="cff57bb5-6b3d-420f-8247-78e7019450b8" providerId="ADAL" clId="{D02C02F3-F859-45DD-AAFE-728E40A194AB}" dt="2024-09-23T09:53:17.389" v="2181" actId="478"/>
          <ac:spMkLst>
            <pc:docMk/>
            <pc:sldMk cId="3566911339" sldId="645"/>
            <ac:spMk id="9" creationId="{74711B85-1C2F-4DBF-35CA-8DCBE468A6FA}"/>
          </ac:spMkLst>
        </pc:spChg>
        <pc:spChg chg="del">
          <ac:chgData name="LI, Jianqiang" userId="cff57bb5-6b3d-420f-8247-78e7019450b8" providerId="ADAL" clId="{D02C02F3-F859-45DD-AAFE-728E40A194AB}" dt="2024-09-23T09:53:27.196" v="2187" actId="478"/>
          <ac:spMkLst>
            <pc:docMk/>
            <pc:sldMk cId="3566911339" sldId="645"/>
            <ac:spMk id="13" creationId="{463F29D9-C4A9-8B8B-5F54-A3105728F069}"/>
          </ac:spMkLst>
        </pc:spChg>
        <pc:spChg chg="del">
          <ac:chgData name="LI, Jianqiang" userId="cff57bb5-6b3d-420f-8247-78e7019450b8" providerId="ADAL" clId="{D02C02F3-F859-45DD-AAFE-728E40A194AB}" dt="2024-09-23T09:53:15.006" v="2179" actId="478"/>
          <ac:spMkLst>
            <pc:docMk/>
            <pc:sldMk cId="3566911339" sldId="645"/>
            <ac:spMk id="15" creationId="{1EBB1D0E-4401-AEF7-D001-4C1C4FC3CE0B}"/>
          </ac:spMkLst>
        </pc:spChg>
        <pc:spChg chg="del">
          <ac:chgData name="LI, Jianqiang" userId="cff57bb5-6b3d-420f-8247-78e7019450b8" providerId="ADAL" clId="{D02C02F3-F859-45DD-AAFE-728E40A194AB}" dt="2024-09-23T09:53:26.148" v="2186" actId="478"/>
          <ac:spMkLst>
            <pc:docMk/>
            <pc:sldMk cId="3566911339" sldId="645"/>
            <ac:spMk id="19" creationId="{1E7479C2-ADFA-F24F-D435-2A9C88C68096}"/>
          </ac:spMkLst>
        </pc:spChg>
        <pc:spChg chg="del">
          <ac:chgData name="LI, Jianqiang" userId="cff57bb5-6b3d-420f-8247-78e7019450b8" providerId="ADAL" clId="{D02C02F3-F859-45DD-AAFE-728E40A194AB}" dt="2024-09-23T09:53:23.969" v="2183" actId="478"/>
          <ac:spMkLst>
            <pc:docMk/>
            <pc:sldMk cId="3566911339" sldId="645"/>
            <ac:spMk id="27" creationId="{8E8E4E95-0FE9-E3CB-9DC0-8139E928254E}"/>
          </ac:spMkLst>
        </pc:spChg>
        <pc:spChg chg="del">
          <ac:chgData name="LI, Jianqiang" userId="cff57bb5-6b3d-420f-8247-78e7019450b8" providerId="ADAL" clId="{D02C02F3-F859-45DD-AAFE-728E40A194AB}" dt="2024-09-23T09:53:22.993" v="2182" actId="478"/>
          <ac:spMkLst>
            <pc:docMk/>
            <pc:sldMk cId="3566911339" sldId="645"/>
            <ac:spMk id="31" creationId="{97B71158-CBA3-29F6-3339-333FD1AC9008}"/>
          </ac:spMkLst>
        </pc:spChg>
        <pc:cxnChg chg="del mod">
          <ac:chgData name="LI, Jianqiang" userId="cff57bb5-6b3d-420f-8247-78e7019450b8" providerId="ADAL" clId="{D02C02F3-F859-45DD-AAFE-728E40A194AB}" dt="2024-09-23T09:53:25.292" v="2185" actId="478"/>
          <ac:cxnSpMkLst>
            <pc:docMk/>
            <pc:sldMk cId="3566911339" sldId="645"/>
            <ac:cxnSpMk id="23" creationId="{EAAF4618-AB25-ACF6-2530-FE81EB97C6A2}"/>
          </ac:cxnSpMkLst>
        </pc:cxnChg>
        <pc:cxnChg chg="del mod">
          <ac:chgData name="LI, Jianqiang" userId="cff57bb5-6b3d-420f-8247-78e7019450b8" providerId="ADAL" clId="{D02C02F3-F859-45DD-AAFE-728E40A194AB}" dt="2024-09-23T09:53:24.718" v="2184" actId="478"/>
          <ac:cxnSpMkLst>
            <pc:docMk/>
            <pc:sldMk cId="3566911339" sldId="645"/>
            <ac:cxnSpMk id="28" creationId="{E91DCAB2-C8EB-655A-748E-1C3A47F0709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51E9F-A845-4914-A3CC-CC345012599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D8A1-9A08-4DDC-ACAE-443678235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3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7394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529905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59420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670232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556331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806507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911603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449175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425664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220374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822291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752686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686ED8-374A-AFA5-27CC-BADD1D5E7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defTabSz="412750">
              <a:defRPr sz="6000" baseline="166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059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07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0"/>
            <a:ext cx="12192000" cy="941294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75383" y="0"/>
            <a:ext cx="10593290" cy="9412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229567"/>
            <a:ext cx="10502900" cy="4648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0080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256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52" name="Rectangle"/>
          <p:cNvSpPr/>
          <p:nvPr/>
        </p:nvSpPr>
        <p:spPr>
          <a:xfrm>
            <a:off x="0" y="6507659"/>
            <a:ext cx="12192000" cy="367110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568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61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DB323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43783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F4C20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04784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9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3CBA5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1072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00079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63B76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4562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EDC44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3600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CA423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267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0" y="-16768"/>
            <a:ext cx="12192000" cy="6032004"/>
          </a:xfrm>
          <a:prstGeom prst="rect">
            <a:avLst/>
          </a:prstGeom>
          <a:solidFill>
            <a:srgbClr val="419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/>
          <a:lstStyle>
            <a:lvl1pPr algn="ctr" defTabSz="412750">
              <a:defRPr sz="6000" b="0" baseline="1666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78372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410766">
              <a:defRPr sz="3500" b="0" baseline="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222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1pPr>
            <a:lvl2pPr marL="4445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2pPr>
            <a:lvl3pPr marL="6667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3pPr>
            <a:lvl4pPr marL="8890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4pPr>
            <a:lvl5pPr marL="1111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7052" y="6536531"/>
            <a:ext cx="322203" cy="313546"/>
          </a:xfrm>
          <a:prstGeom prst="rect">
            <a:avLst/>
          </a:prstGeom>
        </p:spPr>
        <p:txBody>
          <a:bodyPr lIns="71437" tIns="71437" rIns="71437" bIns="71437"/>
          <a:lstStyle>
            <a:lvl1pPr defTabSz="410766">
              <a:def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45070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14A3-DCCD-1F67-5A43-D409DDA7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C241-D7F8-3937-C18B-364EFE4B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1B77-9054-FFAD-AEB3-F44121FC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DD41-9B81-A544-8498-92133950A0E4}" type="datetime1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69CF-9400-12F2-90B6-21413E60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5769-C2E4-40A2-0D1B-A3522EC4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991F-E3FA-3A41-8A65-A6D6C0B5A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0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9356" y="177800"/>
            <a:ext cx="1059329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0016" y="6400800"/>
            <a:ext cx="38151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defTabSz="412750">
              <a:defRPr sz="1800">
                <a:solidFill>
                  <a:srgbClr val="000000"/>
                </a:solidFill>
                <a:latin typeface="Gill Sans MT" panose="020B050202010402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hf hdr="0" ftr="0" dt="0"/>
  <p:txStyles>
    <p:titleStyle>
      <a:lvl1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28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606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2pPr>
      <a:lvl3pPr marL="924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3pPr>
      <a:lvl4pPr marL="1241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4pPr>
      <a:lvl5pPr marL="155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5pPr>
      <a:lvl6pPr marL="1924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6pPr>
      <a:lvl7pPr marL="2242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7pPr>
      <a:lvl8pPr marL="2559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8pPr>
      <a:lvl9pPr marL="2877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7.org/linux/man-pages/man7/pthreads.7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13C63-B26A-4A9C-A1CA-724346AB29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</p:spPr>
        <p:txBody>
          <a:bodyPr>
            <a:normAutofit/>
          </a:bodyPr>
          <a:lstStyle/>
          <a:p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Chaobo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 Jia</a:t>
            </a:r>
          </a:p>
          <a:p>
            <a:r>
              <a:rPr lang="nb-NO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ji</a:t>
            </a:r>
            <a:r>
              <a:rPr lang="nb-NO" altLang="zh-CN" dirty="0" err="1">
                <a:solidFill>
                  <a:schemeClr val="bg1">
                    <a:lumMod val="95000"/>
                  </a:schemeClr>
                </a:solidFill>
              </a:rPr>
              <a:t>achaobo</a:t>
            </a:r>
            <a:r>
              <a:rPr lang="nb-NO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@link.cuhk.edu.hk</a:t>
            </a:r>
            <a:endParaRPr lang="nb-NO" altLang="zh-CN" dirty="0">
              <a:solidFill>
                <a:schemeClr val="bg1">
                  <a:lumMod val="95000"/>
                </a:schemeClr>
              </a:solidFill>
              <a:latin typeface="Gill Sans MT" panose="020B0502020104020203" pitchFamily="34" charset="0"/>
            </a:endParaRPr>
          </a:p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</a:rPr>
              <a:t>Jan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 29, 2026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889000" y="1489226"/>
            <a:ext cx="10632440" cy="10310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Lock Implementation via </a:t>
            </a:r>
            <a:r>
              <a:rPr lang="en-US" sz="3300" b="1" kern="0" dirty="0" err="1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pthread</a:t>
            </a:r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 Library in C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CSCI3150 Introduction to Operating Systems, Fall 2024</a:t>
            </a:r>
          </a:p>
        </p:txBody>
      </p:sp>
    </p:spTree>
    <p:extLst>
      <p:ext uri="{BB962C8B-B14F-4D97-AF65-F5344CB8AC3E}">
        <p14:creationId xmlns:p14="http://schemas.microsoft.com/office/powerpoint/2010/main" val="28085131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Tutorial this week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Pthread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Library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Key interfaces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Helvetica"/>
              </a:rPr>
              <a:t>Lock implementation in C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Mutex Implementation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Helvetica"/>
              </a:rPr>
              <a:t>Simple Read/Write 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666F3-2E33-F336-CBC8-9499F9D78784}"/>
              </a:ext>
            </a:extLst>
          </p:cNvPr>
          <p:cNvSpPr txBox="1"/>
          <p:nvPr/>
        </p:nvSpPr>
        <p:spPr>
          <a:xfrm>
            <a:off x="5440680" y="3105834"/>
            <a:ext cx="6171565" cy="923330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All examples used in this tutorial:</a:t>
            </a:r>
          </a:p>
          <a:p>
            <a:pPr algn="ctr"/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https://github.com/henryhxu/CSCI3150/tree/2026-Spring/tutorial/T04</a:t>
            </a:r>
          </a:p>
        </p:txBody>
      </p:sp>
    </p:spTree>
    <p:extLst>
      <p:ext uri="{BB962C8B-B14F-4D97-AF65-F5344CB8AC3E}">
        <p14:creationId xmlns:p14="http://schemas.microsoft.com/office/powerpoint/2010/main" val="41961367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725" y="1157355"/>
            <a:ext cx="10942521" cy="1245604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400" dirty="0">
                <a:cs typeface="Helvetica"/>
              </a:rPr>
              <a:t>The </a:t>
            </a:r>
            <a:r>
              <a:rPr lang="en-US" altLang="zh-CN" sz="2400" dirty="0" err="1">
                <a:cs typeface="Helvetica"/>
              </a:rPr>
              <a:t>Pthread</a:t>
            </a:r>
            <a:r>
              <a:rPr lang="en-US" altLang="zh-CN" sz="2400" dirty="0">
                <a:cs typeface="Helvetica"/>
              </a:rPr>
              <a:t> (POSIX threads) library is a powerful tool for creating and managing threads in C. It provides a standardized API to facilitate multi-threading, which is essential for developing concurrent applications.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0E6A9C-20C9-7CC9-CBF6-89EE2B4A6609}"/>
              </a:ext>
            </a:extLst>
          </p:cNvPr>
          <p:cNvSpPr txBox="1"/>
          <p:nvPr/>
        </p:nvSpPr>
        <p:spPr>
          <a:xfrm>
            <a:off x="275383" y="2476679"/>
            <a:ext cx="4608505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To use it: </a:t>
            </a:r>
            <a:r>
              <a:rPr lang="en-HK" altLang="zh-CN" sz="240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 </a:t>
            </a:r>
            <a:r>
              <a:rPr lang="en-HK" altLang="zh-CN" sz="16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6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6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pthread.h</a:t>
            </a:r>
            <a:r>
              <a:rPr lang="en-HK" altLang="zh-CN" sz="16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n-HK" altLang="zh-CN" sz="240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Key Interfaces: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pthread_create</a:t>
            </a:r>
            <a:endParaRPr lang="en-US" altLang="zh-CN" sz="240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pthread_exit</a:t>
            </a:r>
            <a:endParaRPr lang="en-US" altLang="zh-CN" sz="240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pthread_join</a:t>
            </a:r>
            <a:endParaRPr lang="en-US" altLang="zh-CN" sz="240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CBAE54-B59D-659D-C2B5-B734C662961B}"/>
              </a:ext>
            </a:extLst>
          </p:cNvPr>
          <p:cNvSpPr txBox="1"/>
          <p:nvPr/>
        </p:nvSpPr>
        <p:spPr>
          <a:xfrm>
            <a:off x="4883888" y="3523118"/>
            <a:ext cx="6096000" cy="1508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606425" marR="0" lvl="1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pthread_mutex_init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pthread_mutex_lock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pthread_mutex_unlock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0648CF-9146-B5A7-4766-635BCBF792F7}"/>
              </a:ext>
            </a:extLst>
          </p:cNvPr>
          <p:cNvSpPr txBox="1"/>
          <p:nvPr/>
        </p:nvSpPr>
        <p:spPr>
          <a:xfrm>
            <a:off x="5233503" y="2530550"/>
            <a:ext cx="5396770" cy="645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Example compile command:</a:t>
            </a:r>
            <a:br>
              <a:rPr lang="en-US" altLang="zh-CN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</a:br>
            <a:r>
              <a:rPr lang="en-US" altLang="zh-CN" dirty="0" err="1">
                <a:solidFill>
                  <a:srgbClr val="5C5C5C"/>
                </a:solidFill>
                <a:latin typeface="Consolas" panose="020B0609020204030204" pitchFamily="49" charset="0"/>
              </a:rPr>
              <a:t>gcc</a:t>
            </a:r>
            <a:r>
              <a:rPr lang="en-US" altLang="zh-CN" dirty="0">
                <a:solidFill>
                  <a:srgbClr val="5C5C5C"/>
                </a:solidFill>
                <a:latin typeface="Consolas" panose="020B0609020204030204" pitchFamily="49" charset="0"/>
              </a:rPr>
              <a:t> -o example1 example1.c –</a:t>
            </a:r>
            <a:r>
              <a:rPr lang="en-US" altLang="zh-CN" dirty="0" err="1">
                <a:solidFill>
                  <a:srgbClr val="5C5C5C"/>
                </a:solidFill>
                <a:latin typeface="Consolas" panose="020B0609020204030204" pitchFamily="49" charset="0"/>
              </a:rPr>
              <a:t>lpthread</a:t>
            </a:r>
            <a:endParaRPr lang="en-US" altLang="zh-CN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9714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pthread_create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create a new thread.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084709" cy="64633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*thread, 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pthread_attr_t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*(*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start_routine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*), 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3091379"/>
            <a:ext cx="10084709" cy="18466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zh-CN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thread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ointer to a pthread_t variable that will hold the thread ID.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zh-CN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attr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t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hread attributes (NULL for default attributes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, can specify attributes like Stack size, Scheduling priority, </a:t>
            </a:r>
            <a:r>
              <a:rPr lang="en-US" altLang="zh-CN" kern="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etc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…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zh-CN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start_routine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pointer to the f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unction to be executed by the thread.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zh-CN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arg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a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rgument passed to the thread function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(</a:t>
            </a:r>
            <a:r>
              <a:rPr lang="en-US" altLang="zh-CN" kern="0" dirty="0" err="1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start_routine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)</a:t>
            </a:r>
            <a:r>
              <a:rPr lang="zh-CN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4984204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39" y="5489932"/>
            <a:ext cx="10084709" cy="64633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thread_function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6498656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pthread_exit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terminate the calling thread.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pthread_exit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retval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741404"/>
            <a:ext cx="10084709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 err="1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retval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value returned to any joining thread.</a:t>
            </a:r>
            <a:endParaRPr lang="zh-CN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3572401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40" y="4097487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pthread_exit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Exit thread without returning a value.</a:t>
            </a:r>
            <a:endParaRPr lang="en-US" altLang="zh-CN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69194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pthread_join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wait for a specific thread to terminate.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thread, 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**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retval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741404"/>
            <a:ext cx="10084709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  <a:endParaRPr lang="zh-CN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thread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the thread ID of the thread to wait for.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 err="1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retval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pointer to a location where the exit status of the thread will be stored (can be NULL).</a:t>
            </a:r>
            <a:endParaRPr lang="zh-CN" altLang="en-US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375706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40" y="4282153"/>
            <a:ext cx="10084709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Wait for thread '</a:t>
            </a:r>
            <a:r>
              <a:rPr lang="en-US" altLang="zh-CN" b="0" i="1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tid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 to finish.</a:t>
            </a:r>
            <a:endParaRPr lang="en-US" altLang="zh-CN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5533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pthread_mutex_init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initialize a mutex.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171236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HK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*mutex, </a:t>
            </a:r>
            <a:r>
              <a:rPr lang="en-HK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pthread_mutexattr_t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HK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741404"/>
            <a:ext cx="10084709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  <a:endParaRPr lang="zh-CN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mutex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pointer to the mutex to be initialized.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 err="1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attr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mutex attributes (can be NULL for default attributes).</a:t>
            </a:r>
            <a:endParaRPr lang="zh-CN" altLang="en-US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375706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40" y="4282153"/>
            <a:ext cx="10171236" cy="64633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lock;</a:t>
            </a:r>
          </a:p>
          <a:p>
            <a:pPr algn="l"/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(&amp;lock, </a:t>
            </a:r>
            <a:r>
              <a:rPr lang="en-US" altLang="zh-CN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Initialize mutex 'lock'.</a:t>
            </a:r>
            <a:endParaRPr lang="en-US" altLang="zh-CN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34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pthread_mutex_lock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lock a mutex, blocking if it is already locked.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171236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*mutex);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835344"/>
            <a:ext cx="10084709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  <a:endParaRPr lang="zh-CN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mutex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pointer to the mutex to be locked.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375706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40" y="4282153"/>
            <a:ext cx="10171236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 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Lock the mutex 'lock'.</a:t>
            </a:r>
            <a:endParaRPr lang="en-US" altLang="zh-CN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72548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pthread_mutex_unlock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D68554F-5AF8-7E1E-17A3-DE6F9E0E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229567"/>
            <a:ext cx="10502900" cy="6935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Purpose: Unlock a mutex.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5030F-4FDC-B91B-5C28-8CD4A7CDFC47}"/>
              </a:ext>
            </a:extLst>
          </p:cNvPr>
          <p:cNvSpPr txBox="1"/>
          <p:nvPr/>
        </p:nvSpPr>
        <p:spPr>
          <a:xfrm>
            <a:off x="844550" y="1754653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Syntax: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1B964-F4DA-382E-A5CC-2C7FCE505809}"/>
              </a:ext>
            </a:extLst>
          </p:cNvPr>
          <p:cNvSpPr txBox="1"/>
          <p:nvPr/>
        </p:nvSpPr>
        <p:spPr>
          <a:xfrm>
            <a:off x="1262740" y="2282953"/>
            <a:ext cx="10171236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*mutex);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18B1B3D-31B5-29E2-CF84-EA37A5C3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2835344"/>
            <a:ext cx="10084709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zh-CN" altLang="zh-CN" sz="2400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Parameters:</a:t>
            </a:r>
            <a:endParaRPr lang="zh-CN" altLang="zh-CN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 </a:t>
            </a:r>
            <a:r>
              <a:rPr lang="en-US" altLang="zh-CN" kern="0" dirty="0">
                <a:solidFill>
                  <a:srgbClr val="C00000"/>
                </a:solidFill>
                <a:latin typeface="Gill Sans MT" panose="020B0502020104020203" pitchFamily="34" charset="0"/>
                <a:cs typeface="Helvetica"/>
              </a:rPr>
              <a:t>mutex</a:t>
            </a:r>
            <a:r>
              <a:rPr lang="en-US" altLang="zh-CN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</a:rPr>
              <a:t>: pointer to the mutex to be locked.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ABB9FE-E2BB-4A06-2289-2E62E1541A6C}"/>
              </a:ext>
            </a:extLst>
          </p:cNvPr>
          <p:cNvSpPr txBox="1"/>
          <p:nvPr/>
        </p:nvSpPr>
        <p:spPr>
          <a:xfrm>
            <a:off x="844550" y="3757067"/>
            <a:ext cx="60960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9152" marR="0" lvl="0" indent="-289152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Example:</a:t>
            </a:r>
            <a:endParaRPr lang="en-US" altLang="zh-CN" sz="2400" kern="0" dirty="0">
              <a:solidFill>
                <a:srgbClr val="202020"/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9D8BD-A06F-D6F6-ABD3-B05ED15363F3}"/>
              </a:ext>
            </a:extLst>
          </p:cNvPr>
          <p:cNvSpPr txBox="1"/>
          <p:nvPr/>
        </p:nvSpPr>
        <p:spPr>
          <a:xfrm>
            <a:off x="1262740" y="4282153"/>
            <a:ext cx="10171236" cy="369332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 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Unlock the mutex 'lock'.</a:t>
            </a:r>
            <a:endParaRPr lang="en-US" altLang="zh-CN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8954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8">
            <a:extLst>
              <a:ext uri="{FF2B5EF4-FFF2-40B4-BE49-F238E27FC236}">
                <a16:creationId xmlns:a16="http://schemas.microsoft.com/office/drawing/2014/main" id="{7EE45859-8B74-CD35-C8F3-849759F3278B}"/>
              </a:ext>
            </a:extLst>
          </p:cNvPr>
          <p:cNvSpPr txBox="1"/>
          <p:nvPr/>
        </p:nvSpPr>
        <p:spPr>
          <a:xfrm>
            <a:off x="275383" y="1125960"/>
            <a:ext cx="7633252" cy="612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pthread.h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counter = </a:t>
            </a:r>
            <a:r>
              <a:rPr lang="en-HK" altLang="zh-CN" sz="14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algn="l"/>
            <a:r>
              <a:rPr lang="en-HK" altLang="zh-CN" sz="1400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lock;</a:t>
            </a:r>
          </a:p>
          <a:p>
            <a:pPr algn="l"/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HK" altLang="zh-CN" sz="14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HK" altLang="zh-CN" sz="14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++) {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    counter++;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t1, t2;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initialize the mutex 'lock'.</a:t>
            </a:r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(&amp;t1,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increment,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(&amp;t2,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increment,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(t1,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(t2,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"Final value of shared resource counter: %d\n"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counter);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pthread_mutex_destroy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 destroy the mutex 'lock'.</a:t>
            </a:r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mutex lock implementation (2 threads)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11B85-1C2F-4DBF-35CA-8DCBE468A6FA}"/>
              </a:ext>
            </a:extLst>
          </p:cNvPr>
          <p:cNvSpPr txBox="1"/>
          <p:nvPr/>
        </p:nvSpPr>
        <p:spPr>
          <a:xfrm>
            <a:off x="6673533" y="1128674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example1.c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48482A-26CD-6A78-76DB-978B6FC022D8}"/>
              </a:ext>
            </a:extLst>
          </p:cNvPr>
          <p:cNvSpPr txBox="1"/>
          <p:nvPr/>
        </p:nvSpPr>
        <p:spPr>
          <a:xfrm>
            <a:off x="8156038" y="1326732"/>
            <a:ext cx="3530082" cy="7797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shared resource: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int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counter = 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0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pthread_mutex_t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lock;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4E3837-8892-964F-FB2E-D35C0E50373D}"/>
              </a:ext>
            </a:extLst>
          </p:cNvPr>
          <p:cNvSpPr txBox="1"/>
          <p:nvPr/>
        </p:nvSpPr>
        <p:spPr>
          <a:xfrm>
            <a:off x="8156036" y="2794518"/>
            <a:ext cx="3530083" cy="9951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critical section: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for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(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int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</a:t>
            </a: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= 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0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; </a:t>
            </a: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&lt; 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100000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; </a:t>
            </a: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++)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       counter++;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   }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314B3D1-4056-D011-C64C-CD297CB4AE59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655736" y="1716583"/>
            <a:ext cx="5500302" cy="491527"/>
          </a:xfrm>
          <a:prstGeom prst="straightConnector1">
            <a:avLst/>
          </a:prstGeom>
          <a:noFill/>
          <a:ln w="25400" cap="flat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7E0E3E0-4908-AD85-ACC2-2BB6E0E3D7C1}"/>
              </a:ext>
            </a:extLst>
          </p:cNvPr>
          <p:cNvSpPr txBox="1"/>
          <p:nvPr/>
        </p:nvSpPr>
        <p:spPr>
          <a:xfrm>
            <a:off x="8156036" y="2230261"/>
            <a:ext cx="3530083" cy="5642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acquire() to hold lock: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  <a:endParaRPr kumimoji="0" lang="en-HK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Consolas" panose="020B0609020204030204" pitchFamily="49" charset="0"/>
              <a:cs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1FC83A-FC50-61B8-ECB8-E3A1EAD8B237}"/>
              </a:ext>
            </a:extLst>
          </p:cNvPr>
          <p:cNvSpPr txBox="1"/>
          <p:nvPr/>
        </p:nvSpPr>
        <p:spPr>
          <a:xfrm>
            <a:off x="8156036" y="3789662"/>
            <a:ext cx="3530083" cy="5642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release() to release lock: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  <a:endParaRPr kumimoji="0" lang="en-HK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Consolas" panose="020B0609020204030204" pitchFamily="49" charset="0"/>
              <a:cs typeface="Helvetica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8F97F7-2B9E-3047-2FC9-B916CDDEDB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267200" y="3292090"/>
            <a:ext cx="3888836" cy="0"/>
          </a:xfrm>
          <a:prstGeom prst="straightConnector1">
            <a:avLst/>
          </a:prstGeom>
          <a:noFill/>
          <a:ln w="25400" cap="flat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2399818-F202-0D7F-2B8F-C821FE027F03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411110" y="2512390"/>
            <a:ext cx="4744926" cy="466794"/>
          </a:xfrm>
          <a:prstGeom prst="straightConnector1">
            <a:avLst/>
          </a:prstGeom>
          <a:noFill/>
          <a:ln w="25400" cap="flat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11A0F1E-1BF9-1932-8DA5-2D409E5DB4C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3586038" y="3868239"/>
            <a:ext cx="4569998" cy="203552"/>
          </a:xfrm>
          <a:prstGeom prst="straightConnector1">
            <a:avLst/>
          </a:prstGeom>
          <a:noFill/>
          <a:ln w="25400" cap="flat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35E5DA3A-C303-88DD-0A47-ED3BBBDE8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036" y="4605321"/>
            <a:ext cx="3530083" cy="181588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TODO: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Compare the run results with example2.c which removes 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By using mutex lock:</a:t>
            </a:r>
            <a:endParaRPr lang="zh-CN" altLang="zh-CN" sz="2400" b="1" baseline="2495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 p</a:t>
            </a:r>
            <a:r>
              <a:rPr lang="zh-CN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revent simultaneous access to counter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 e</a:t>
            </a:r>
            <a:r>
              <a:rPr lang="zh-CN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nsure data consistency</a:t>
            </a:r>
          </a:p>
        </p:txBody>
      </p:sp>
    </p:spTree>
    <p:extLst>
      <p:ext uri="{BB962C8B-B14F-4D97-AF65-F5344CB8AC3E}">
        <p14:creationId xmlns:p14="http://schemas.microsoft.com/office/powerpoint/2010/main" val="20606596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8">
            <a:extLst>
              <a:ext uri="{FF2B5EF4-FFF2-40B4-BE49-F238E27FC236}">
                <a16:creationId xmlns:a16="http://schemas.microsoft.com/office/drawing/2014/main" id="{7EE45859-8B74-CD35-C8F3-849759F3278B}"/>
              </a:ext>
            </a:extLst>
          </p:cNvPr>
          <p:cNvSpPr txBox="1"/>
          <p:nvPr/>
        </p:nvSpPr>
        <p:spPr>
          <a:xfrm>
            <a:off x="219337" y="1052083"/>
            <a:ext cx="763325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HK" altLang="zh-CN" sz="12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2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2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2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pthread.h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2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2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counter = </a:t>
            </a:r>
            <a:r>
              <a:rPr lang="en-HK" altLang="zh-CN" sz="12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algn="l"/>
            <a:r>
              <a:rPr lang="en-HK" altLang="zh-CN" sz="1200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lock;</a:t>
            </a:r>
          </a:p>
          <a:p>
            <a:pPr algn="l"/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2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HK" altLang="zh-CN" sz="12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HK" altLang="zh-CN" sz="12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++) {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    counter++;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2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2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threads[</a:t>
            </a:r>
            <a:r>
              <a:rPr lang="en-HK" altLang="zh-CN" sz="1200" dirty="0">
                <a:solidFill>
                  <a:srgbClr val="986801"/>
                </a:solidFill>
                <a:latin typeface="Consolas" panose="020B0609020204030204" pitchFamily="49" charset="0"/>
              </a:rPr>
              <a:t>10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(&amp;lock, </a:t>
            </a:r>
            <a:r>
              <a:rPr lang="en-HK" altLang="zh-CN" sz="12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HK" altLang="zh-CN" sz="12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HK" altLang="zh-CN" sz="1200" dirty="0">
                <a:solidFill>
                  <a:srgbClr val="986801"/>
                </a:solidFill>
                <a:latin typeface="Consolas" panose="020B0609020204030204" pitchFamily="49" charset="0"/>
              </a:rPr>
              <a:t>10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++) {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(&amp;threads[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], </a:t>
            </a:r>
            <a:r>
              <a:rPr lang="en-HK" altLang="zh-CN" sz="12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increment, </a:t>
            </a:r>
            <a:r>
              <a:rPr lang="en-HK" altLang="zh-CN" sz="12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HK" altLang="zh-CN" sz="12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HK" altLang="zh-CN" sz="1200" dirty="0">
                <a:solidFill>
                  <a:srgbClr val="986801"/>
                </a:solidFill>
                <a:latin typeface="Consolas" panose="020B0609020204030204" pitchFamily="49" charset="0"/>
              </a:rPr>
              <a:t>10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++) {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(threads[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], </a:t>
            </a:r>
            <a:r>
              <a:rPr lang="en-HK" altLang="zh-CN" sz="12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pthread_mutex_destroy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2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"Final counter value: %d\n"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counter);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2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2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2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mutex lock implementation (multiple threads)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11B85-1C2F-4DBF-35CA-8DCBE468A6FA}"/>
              </a:ext>
            </a:extLst>
          </p:cNvPr>
          <p:cNvSpPr txBox="1"/>
          <p:nvPr/>
        </p:nvSpPr>
        <p:spPr>
          <a:xfrm>
            <a:off x="6617487" y="1065123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example3.c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48482A-26CD-6A78-76DB-978B6FC022D8}"/>
              </a:ext>
            </a:extLst>
          </p:cNvPr>
          <p:cNvSpPr txBox="1"/>
          <p:nvPr/>
        </p:nvSpPr>
        <p:spPr>
          <a:xfrm>
            <a:off x="8156038" y="1326732"/>
            <a:ext cx="3530082" cy="7797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shared resource: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int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counter = 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0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pthread_mutex_t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lock;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4E3837-8892-964F-FB2E-D35C0E50373D}"/>
              </a:ext>
            </a:extLst>
          </p:cNvPr>
          <p:cNvSpPr txBox="1"/>
          <p:nvPr/>
        </p:nvSpPr>
        <p:spPr>
          <a:xfrm>
            <a:off x="8156036" y="2794518"/>
            <a:ext cx="3530083" cy="9951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critical section: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for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(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int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</a:t>
            </a: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= 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0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; </a:t>
            </a: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&lt; 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100000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; </a:t>
            </a:r>
            <a:r>
              <a:rPr kumimoji="0" lang="en-HK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i</a:t>
            </a: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++)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       counter++;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H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</a:rPr>
              <a:t>    }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314B3D1-4056-D011-C64C-CD297CB4AE59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608028" y="1716583"/>
            <a:ext cx="5548010" cy="321512"/>
          </a:xfrm>
          <a:prstGeom prst="straightConnector1">
            <a:avLst/>
          </a:prstGeom>
          <a:noFill/>
          <a:ln w="25400" cap="flat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7E0E3E0-4908-AD85-ACC2-2BB6E0E3D7C1}"/>
              </a:ext>
            </a:extLst>
          </p:cNvPr>
          <p:cNvSpPr txBox="1"/>
          <p:nvPr/>
        </p:nvSpPr>
        <p:spPr>
          <a:xfrm>
            <a:off x="8156036" y="2230261"/>
            <a:ext cx="3530083" cy="5642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acquire() to hold lock: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  <a:endParaRPr kumimoji="0" lang="en-HK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Consolas" panose="020B0609020204030204" pitchFamily="49" charset="0"/>
              <a:cs typeface="Helvetic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1FC83A-FC50-61B8-ECB8-E3A1EAD8B237}"/>
              </a:ext>
            </a:extLst>
          </p:cNvPr>
          <p:cNvSpPr txBox="1"/>
          <p:nvPr/>
        </p:nvSpPr>
        <p:spPr>
          <a:xfrm>
            <a:off x="8156036" y="3789662"/>
            <a:ext cx="3530083" cy="5642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release() to release lock: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(&amp;lock);</a:t>
            </a:r>
            <a:endParaRPr kumimoji="0" lang="en-HK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Consolas" panose="020B0609020204030204" pitchFamily="49" charset="0"/>
              <a:cs typeface="Helvetica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8F97F7-2B9E-3047-2FC9-B916CDDEDB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792772" y="3029447"/>
            <a:ext cx="4363264" cy="262643"/>
          </a:xfrm>
          <a:prstGeom prst="straightConnector1">
            <a:avLst/>
          </a:prstGeom>
          <a:noFill/>
          <a:ln w="25400" cap="flat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2399818-F202-0D7F-2B8F-C821FE027F03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2965837" y="2512390"/>
            <a:ext cx="5190199" cy="99351"/>
          </a:xfrm>
          <a:prstGeom prst="straightConnector1">
            <a:avLst/>
          </a:prstGeom>
          <a:noFill/>
          <a:ln w="25400" cap="flat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11A0F1E-1BF9-1932-8DA5-2D409E5DB4C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3085106" y="3429000"/>
            <a:ext cx="5070930" cy="642791"/>
          </a:xfrm>
          <a:prstGeom prst="straightConnector1">
            <a:avLst/>
          </a:prstGeom>
          <a:noFill/>
          <a:ln w="25400" cap="flat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9119F28-0C69-3834-E081-65FFBE64B318}"/>
              </a:ext>
            </a:extLst>
          </p:cNvPr>
          <p:cNvSpPr txBox="1"/>
          <p:nvPr/>
        </p:nvSpPr>
        <p:spPr>
          <a:xfrm>
            <a:off x="8156037" y="4579989"/>
            <a:ext cx="3530082" cy="595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Create multiple threads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Let all threads join the work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173995-D82D-8DC6-1A63-13BE21CDA80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382033" y="4877507"/>
            <a:ext cx="2774004" cy="0"/>
          </a:xfrm>
          <a:prstGeom prst="straightConnector1">
            <a:avLst/>
          </a:prstGeom>
          <a:noFill/>
          <a:ln w="25400" cap="flat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5521BF9-C7B6-A1B0-2F1F-9D8AD94FEDC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673503" y="4877507"/>
            <a:ext cx="4482534" cy="522888"/>
          </a:xfrm>
          <a:prstGeom prst="straightConnector1">
            <a:avLst/>
          </a:prstGeom>
          <a:noFill/>
          <a:ln w="25400" cap="flat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Rectangle 1">
            <a:extLst>
              <a:ext uri="{FF2B5EF4-FFF2-40B4-BE49-F238E27FC236}">
                <a16:creationId xmlns:a16="http://schemas.microsoft.com/office/drawing/2014/main" id="{C1AB8DFD-4F24-44DC-8AD4-0FE2224F6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035" y="5485099"/>
            <a:ext cx="3530083" cy="83099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By using mutex lock:</a:t>
            </a:r>
            <a:endParaRPr lang="zh-CN" altLang="zh-CN" sz="2400" b="1" baseline="2495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 only 1 thread can enter the critical region and modify counter at any time </a:t>
            </a:r>
            <a:endParaRPr lang="zh-CN" altLang="zh-CN" sz="2400" baseline="2495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94008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8">
            <a:extLst>
              <a:ext uri="{FF2B5EF4-FFF2-40B4-BE49-F238E27FC236}">
                <a16:creationId xmlns:a16="http://schemas.microsoft.com/office/drawing/2014/main" id="{7EE45859-8B74-CD35-C8F3-849759F3278B}"/>
              </a:ext>
            </a:extLst>
          </p:cNvPr>
          <p:cNvSpPr txBox="1"/>
          <p:nvPr/>
        </p:nvSpPr>
        <p:spPr>
          <a:xfrm>
            <a:off x="205025" y="2138152"/>
            <a:ext cx="5820354" cy="4585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numCol="1">
            <a:spAutoFit/>
          </a:bodyPr>
          <a:lstStyle/>
          <a:p>
            <a:pPr algn="l"/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pthread.h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 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HK" altLang="zh-CN" sz="1400" b="0" i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unistd.h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HK" altLang="zh-CN" sz="14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400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pthread_rwlock_t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reader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pthread_rwlock_rdlock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i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"Reader: %d\n"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pthread_rwlock_unlock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HK" altLang="zh-CN" sz="14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pthread_rwlock_wrlock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pthread_rwlock_unlock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mutex lock implementation (Read/Write Locks)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11B85-1C2F-4DBF-35CA-8DCBE468A6FA}"/>
              </a:ext>
            </a:extLst>
          </p:cNvPr>
          <p:cNvSpPr txBox="1"/>
          <p:nvPr/>
        </p:nvSpPr>
        <p:spPr>
          <a:xfrm>
            <a:off x="4790277" y="2146103"/>
            <a:ext cx="1235102" cy="369332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example</a:t>
            </a:r>
            <a:r>
              <a:rPr lang="en-US" kern="0" dirty="0">
                <a:solidFill>
                  <a:srgbClr val="202020"/>
                </a:solidFill>
                <a:latin typeface="Gill Sans MT" panose="020B0502020104020203" pitchFamily="34" charset="0"/>
                <a:cs typeface="Helvetica"/>
                <a:sym typeface="Helvetica"/>
              </a:rPr>
              <a:t>4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.c</a:t>
            </a:r>
            <a:endParaRPr lang="en-US" dirty="0"/>
          </a:p>
        </p:txBody>
      </p:sp>
      <p:sp>
        <p:nvSpPr>
          <p:cNvPr id="13" name="文本框 8">
            <a:extLst>
              <a:ext uri="{FF2B5EF4-FFF2-40B4-BE49-F238E27FC236}">
                <a16:creationId xmlns:a16="http://schemas.microsoft.com/office/drawing/2014/main" id="{463F29D9-C4A9-8B8B-5F54-A3105728F069}"/>
              </a:ext>
            </a:extLst>
          </p:cNvPr>
          <p:cNvSpPr txBox="1"/>
          <p:nvPr/>
        </p:nvSpPr>
        <p:spPr>
          <a:xfrm>
            <a:off x="6166621" y="1073832"/>
            <a:ext cx="5820354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numCol="1">
            <a:spAutoFit/>
          </a:bodyPr>
          <a:lstStyle/>
          <a:p>
            <a:pPr algn="l"/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r1, r2, w1;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pthread_rwlock_init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(&amp;r1,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reader,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(&amp;r2,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reader,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(&amp;w1,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, writer,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(r1,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(r2,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(w1, </a:t>
            </a:r>
            <a:r>
              <a:rPr lang="en-HK" altLang="zh-CN" sz="1400" b="0" i="0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pthread_rwlock_destroy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HK" altLang="zh-CN" sz="1400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rwlock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HK" altLang="zh-CN" sz="1400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sz="1400" b="0" i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HK" altLang="zh-CN" sz="1400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1400" dirty="0"/>
          </a:p>
          <a:p>
            <a:pPr algn="l"/>
            <a:endParaRPr lang="en-HK" altLang="zh-CN" sz="1200" b="0" i="0" dirty="0">
              <a:solidFill>
                <a:srgbClr val="5C5C5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EBB1D0E-4401-AEF7-D001-4C1C4FC3C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25" y="1076179"/>
            <a:ext cx="5820354" cy="83099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Requirements:</a:t>
            </a:r>
            <a:endParaRPr lang="zh-CN" altLang="zh-CN" sz="2400" b="1" baseline="2495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allow multiple threads to read a shared resource concurrently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only one thread can write to the resource at any given time.</a:t>
            </a:r>
            <a:endParaRPr lang="zh-CN" altLang="zh-CN" sz="2400" baseline="2495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7479C2-ADFA-F24F-D435-2A9C88C68096}"/>
              </a:ext>
            </a:extLst>
          </p:cNvPr>
          <p:cNvSpPr txBox="1"/>
          <p:nvPr/>
        </p:nvSpPr>
        <p:spPr>
          <a:xfrm>
            <a:off x="6166621" y="4068692"/>
            <a:ext cx="5943216" cy="3488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Read lock: </a:t>
            </a: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allow multiple readers to access </a:t>
            </a:r>
            <a:r>
              <a:rPr lang="en-US" altLang="zh-CN" sz="2400" baseline="2495" dirty="0" err="1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shared_data</a:t>
            </a: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 concurrently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AAF4618-AB25-ACF6-2530-FE81EB97C6A2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3816626" y="4006387"/>
            <a:ext cx="2349995" cy="236712"/>
          </a:xfrm>
          <a:prstGeom prst="straightConnector1">
            <a:avLst/>
          </a:prstGeom>
          <a:noFill/>
          <a:ln w="25400" cap="flat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E8E4E95-0FE9-E3CB-9DC0-8139E928254E}"/>
              </a:ext>
            </a:extLst>
          </p:cNvPr>
          <p:cNvSpPr txBox="1"/>
          <p:nvPr/>
        </p:nvSpPr>
        <p:spPr>
          <a:xfrm>
            <a:off x="6166621" y="4553942"/>
            <a:ext cx="5943216" cy="595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Write lock: </a:t>
            </a: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ensure exclusive access to </a:t>
            </a:r>
            <a:r>
              <a:rPr lang="en-US" altLang="zh-CN" sz="2400" baseline="2495" dirty="0" err="1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shared_data</a:t>
            </a: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  <a:sym typeface="Helvetica"/>
              </a:rPr>
              <a:t> for the duration of the write operation.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91DCAB2-C8EB-655A-748E-1C3A47F0709D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816626" y="4851460"/>
            <a:ext cx="2349995" cy="642891"/>
          </a:xfrm>
          <a:prstGeom prst="straightConnector1">
            <a:avLst/>
          </a:prstGeom>
          <a:noFill/>
          <a:ln w="25400" cap="flat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ectangle 1">
            <a:extLst>
              <a:ext uri="{FF2B5EF4-FFF2-40B4-BE49-F238E27FC236}">
                <a16:creationId xmlns:a16="http://schemas.microsoft.com/office/drawing/2014/main" id="{97B71158-CBA3-29F6-3339-333FD1AC9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621" y="5285414"/>
            <a:ext cx="5943216" cy="1323439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Blocking Behavior: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If a writer is holding a write lock, any incoming readers will be blocked until the writer releases the lock.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aseline="2495" dirty="0">
                <a:solidFill>
                  <a:schemeClr val="tx1">
                    <a:lumMod val="50000"/>
                  </a:schemeClr>
                </a:solidFill>
                <a:latin typeface="Gill Sans MT" panose="020B0502020104020203" pitchFamily="34" charset="0"/>
              </a:rPr>
              <a:t>Conversely, if there are readers holding read locks, a writer will be blocked until all readers have released their locks.</a:t>
            </a:r>
            <a:endParaRPr lang="zh-CN" altLang="zh-CN" sz="2400" baseline="2495" dirty="0">
              <a:solidFill>
                <a:schemeClr val="tx1">
                  <a:lumMod val="50000"/>
                </a:schemeClr>
              </a:solidFill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024211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DF121-5295-B8EB-2410-E170AB4E4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593290" cy="2873307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 err="1">
                <a:cs typeface="Helvetica"/>
              </a:rPr>
              <a:t>Pthread</a:t>
            </a:r>
            <a:r>
              <a:rPr lang="en-US" altLang="zh-CN" sz="2600" b="1" dirty="0">
                <a:cs typeface="Helvetica"/>
              </a:rPr>
              <a:t> Documentation: </a:t>
            </a:r>
            <a:r>
              <a:rPr lang="en-US" altLang="zh-CN" sz="2000" dirty="0" err="1">
                <a:hlinkClick r:id="rId3"/>
              </a:rPr>
              <a:t>pthreads</a:t>
            </a:r>
            <a:r>
              <a:rPr lang="en-US" altLang="zh-CN" sz="2000" dirty="0">
                <a:hlinkClick r:id="rId3"/>
              </a:rPr>
              <a:t>(7) - Linux manual page (man7.org)</a:t>
            </a:r>
            <a:endParaRPr lang="en-US" altLang="zh-CN" sz="2000" dirty="0"/>
          </a:p>
          <a:p>
            <a:pPr marL="288925" indent="-288925">
              <a:buFont typeface="Wingdings" pitchFamily="2" charset="2"/>
              <a:buChar char="Ø"/>
              <a:defRPr/>
            </a:pPr>
            <a:r>
              <a:rPr lang="en-HK" altLang="zh-CN" sz="2600" b="1" dirty="0">
                <a:cs typeface="Helvetica"/>
              </a:rPr>
              <a:t>Deadlock scenario: </a:t>
            </a:r>
            <a:r>
              <a:rPr lang="en-US" altLang="zh-CN" sz="2600" dirty="0">
                <a:cs typeface="Helvetica"/>
              </a:rPr>
              <a:t>A situation where two or more threads are unable to proceed because each is waiting for the other to release resources.</a:t>
            </a:r>
          </a:p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Non-blocking locks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59820B-810A-2284-B21D-5FC5B32C919A}"/>
              </a:ext>
            </a:extLst>
          </p:cNvPr>
          <p:cNvSpPr txBox="1"/>
          <p:nvPr/>
        </p:nvSpPr>
        <p:spPr>
          <a:xfrm>
            <a:off x="1176213" y="3728911"/>
            <a:ext cx="10261628" cy="92333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HK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pthread_mutex_trylock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*mutex);</a:t>
            </a:r>
          </a:p>
          <a:p>
            <a:pPr algn="l"/>
            <a:r>
              <a:rPr lang="en-HK" altLang="zh-CN" b="0" i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HK" altLang="zh-CN" b="0" i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pthread_mutex_timedlock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HK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*mutex, </a:t>
            </a:r>
            <a:r>
              <a:rPr lang="en-HK" altLang="zh-CN" b="0" i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 struct </a:t>
            </a:r>
            <a:r>
              <a:rPr lang="en-HK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timespec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HK" altLang="zh-CN" b="0" i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abs_timeout</a:t>
            </a:r>
            <a:r>
              <a:rPr lang="en-HK" altLang="zh-CN" b="0" i="0" dirty="0">
                <a:solidFill>
                  <a:srgbClr val="5C5C5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6691133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779780" y="3128918"/>
            <a:ext cx="10632440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algn="ctr" defTabSz="292100" hangingPunct="0"/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Q &amp; A</a:t>
            </a:r>
            <a:endParaRPr lang="en-US" sz="2800" b="1" kern="0" dirty="0">
              <a:solidFill>
                <a:srgbClr val="FFFFFF">
                  <a:lumMod val="95000"/>
                </a:srgbClr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874969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1696</Words>
  <Application>Microsoft Macintosh PowerPoint</Application>
  <PresentationFormat>宽屏</PresentationFormat>
  <Paragraphs>232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Calibri</vt:lpstr>
      <vt:lpstr>Consolas</vt:lpstr>
      <vt:lpstr>Gill Sans MT</vt:lpstr>
      <vt:lpstr>Helvetica</vt:lpstr>
      <vt:lpstr>Helvetica Light</vt:lpstr>
      <vt:lpstr>Helvetica Neue Light</vt:lpstr>
      <vt:lpstr>Wingdings</vt:lpstr>
      <vt:lpstr>White</vt:lpstr>
      <vt:lpstr>PowerPoint 演示文稿</vt:lpstr>
      <vt:lpstr>Overview</vt:lpstr>
      <vt:lpstr>Pthread Library</vt:lpstr>
      <vt:lpstr>1. pthread_create</vt:lpstr>
      <vt:lpstr>2. pthread_exit</vt:lpstr>
      <vt:lpstr>3. pthread_join</vt:lpstr>
      <vt:lpstr>4. pthread_mutex_init</vt:lpstr>
      <vt:lpstr>5. pthread_mutex_lock</vt:lpstr>
      <vt:lpstr>6. pthread_mutex_unlock</vt:lpstr>
      <vt:lpstr>Simple mutex lock implementation (2 threads)</vt:lpstr>
      <vt:lpstr>Simple mutex lock implementation (multiple threads)</vt:lpstr>
      <vt:lpstr>Advanced mutex lock implementation (Read/Write Locks)</vt:lpstr>
      <vt:lpstr>Further Reading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Shaofeng</dc:creator>
  <cp:lastModifiedBy>JIA, Chaobo</cp:lastModifiedBy>
  <cp:revision>34</cp:revision>
  <dcterms:created xsi:type="dcterms:W3CDTF">2023-01-06T06:17:44Z</dcterms:created>
  <dcterms:modified xsi:type="dcterms:W3CDTF">2026-01-28T12:23:40Z</dcterms:modified>
</cp:coreProperties>
</file>