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613" r:id="rId2"/>
    <p:sldId id="623" r:id="rId3"/>
    <p:sldId id="624" r:id="rId4"/>
    <p:sldId id="628" r:id="rId5"/>
    <p:sldId id="625" r:id="rId6"/>
    <p:sldId id="629" r:id="rId7"/>
    <p:sldId id="630" r:id="rId8"/>
    <p:sldId id="626" r:id="rId9"/>
    <p:sldId id="627" r:id="rId10"/>
    <p:sldId id="637" r:id="rId11"/>
    <p:sldId id="631" r:id="rId12"/>
    <p:sldId id="638" r:id="rId13"/>
    <p:sldId id="640" r:id="rId14"/>
    <p:sldId id="636" r:id="rId15"/>
    <p:sldId id="634" r:id="rId16"/>
    <p:sldId id="635" r:id="rId17"/>
    <p:sldId id="6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F51348-0BAF-479E-9880-C2E925FD9E89}" v="320" dt="2024-09-06T13:01:56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ofeng Wu" userId="16cc59afe9483dd5" providerId="LiveId" clId="{DEF51348-0BAF-479E-9880-C2E925FD9E89}"/>
    <pc:docChg chg="undo redo custSel addSld delSld modSld sldOrd delMainMaster">
      <pc:chgData name="Shaofeng Wu" userId="16cc59afe9483dd5" providerId="LiveId" clId="{DEF51348-0BAF-479E-9880-C2E925FD9E89}" dt="2024-09-11T13:40:35.447" v="3805" actId="20577"/>
      <pc:docMkLst>
        <pc:docMk/>
      </pc:docMkLst>
      <pc:sldChg chg="addSp delSp modSp del mod modClrScheme chgLayout">
        <pc:chgData name="Shaofeng Wu" userId="16cc59afe9483dd5" providerId="LiveId" clId="{DEF51348-0BAF-479E-9880-C2E925FD9E89}" dt="2024-09-06T09:14:11.913" v="15" actId="47"/>
        <pc:sldMkLst>
          <pc:docMk/>
          <pc:sldMk cId="1533971803" sldId="261"/>
        </pc:sldMkLst>
        <pc:spChg chg="add del mod ord">
          <ac:chgData name="Shaofeng Wu" userId="16cc59afe9483dd5" providerId="LiveId" clId="{DEF51348-0BAF-479E-9880-C2E925FD9E89}" dt="2024-09-06T09:13:42.514" v="6" actId="478"/>
          <ac:spMkLst>
            <pc:docMk/>
            <pc:sldMk cId="1533971803" sldId="261"/>
            <ac:spMk id="2" creationId="{A0C9EAD3-2D12-2E44-6624-B905CB3E6750}"/>
          </ac:spMkLst>
        </pc:spChg>
        <pc:spChg chg="add mod ord">
          <ac:chgData name="Shaofeng Wu" userId="16cc59afe9483dd5" providerId="LiveId" clId="{DEF51348-0BAF-479E-9880-C2E925FD9E89}" dt="2024-09-06T09:13:09.154" v="4" actId="700"/>
          <ac:spMkLst>
            <pc:docMk/>
            <pc:sldMk cId="1533971803" sldId="261"/>
            <ac:spMk id="3" creationId="{314DFFF8-5369-196B-7251-3299F938FB84}"/>
          </ac:spMkLst>
        </pc:spChg>
        <pc:spChg chg="mod">
          <ac:chgData name="Shaofeng Wu" userId="16cc59afe9483dd5" providerId="LiveId" clId="{DEF51348-0BAF-479E-9880-C2E925FD9E89}" dt="2024-09-06T09:13:45.556" v="7" actId="21"/>
          <ac:spMkLst>
            <pc:docMk/>
            <pc:sldMk cId="1533971803" sldId="261"/>
            <ac:spMk id="4" creationId="{C8624236-17B8-3962-74AC-6DB8EB25F696}"/>
          </ac:spMkLst>
        </pc:spChg>
      </pc:sldChg>
      <pc:sldChg chg="del">
        <pc:chgData name="Shaofeng Wu" userId="16cc59afe9483dd5" providerId="LiveId" clId="{DEF51348-0BAF-479E-9880-C2E925FD9E89}" dt="2024-09-06T12:17:49.312" v="1520" actId="47"/>
        <pc:sldMkLst>
          <pc:docMk/>
          <pc:sldMk cId="582565951" sldId="266"/>
        </pc:sldMkLst>
      </pc:sldChg>
      <pc:sldChg chg="addSp modSp del mod modClrScheme chgLayout">
        <pc:chgData name="Shaofeng Wu" userId="16cc59afe9483dd5" providerId="LiveId" clId="{DEF51348-0BAF-479E-9880-C2E925FD9E89}" dt="2024-09-06T12:58:38.215" v="3547" actId="47"/>
        <pc:sldMkLst>
          <pc:docMk/>
          <pc:sldMk cId="115364004" sldId="281"/>
        </pc:sldMkLst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115364004" sldId="281"/>
            <ac:spMk id="2" creationId="{21B4BF6F-72C8-7ED7-10FB-5479F19A241E}"/>
          </ac:spMkLst>
        </pc:spChg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115364004" sldId="281"/>
            <ac:spMk id="5" creationId="{221140E3-A4CB-9EA7-40FF-EDDB837FB15E}"/>
          </ac:spMkLst>
        </pc:spChg>
      </pc:sldChg>
      <pc:sldChg chg="del">
        <pc:chgData name="Shaofeng Wu" userId="16cc59afe9483dd5" providerId="LiveId" clId="{DEF51348-0BAF-479E-9880-C2E925FD9E89}" dt="2024-09-06T12:17:36.626" v="1518" actId="47"/>
        <pc:sldMkLst>
          <pc:docMk/>
          <pc:sldMk cId="1059718501" sldId="282"/>
        </pc:sldMkLst>
      </pc:sldChg>
      <pc:sldChg chg="addSp delSp modSp del mod modClrScheme chgLayout">
        <pc:chgData name="Shaofeng Wu" userId="16cc59afe9483dd5" providerId="LiveId" clId="{DEF51348-0BAF-479E-9880-C2E925FD9E89}" dt="2024-09-06T09:40:04.550" v="189" actId="47"/>
        <pc:sldMkLst>
          <pc:docMk/>
          <pc:sldMk cId="3989273170" sldId="283"/>
        </pc:sldMkLst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3989273170" sldId="283"/>
            <ac:spMk id="2" creationId="{747150A6-6BE8-0FCC-ECD3-471832AAEA33}"/>
          </ac:spMkLst>
        </pc:spChg>
        <pc:spChg chg="mod">
          <ac:chgData name="Shaofeng Wu" userId="16cc59afe9483dd5" providerId="LiveId" clId="{DEF51348-0BAF-479E-9880-C2E925FD9E89}" dt="2024-09-06T09:37:06.438" v="18" actId="21"/>
          <ac:spMkLst>
            <pc:docMk/>
            <pc:sldMk cId="3989273170" sldId="283"/>
            <ac:spMk id="3" creationId="{C9CF56E3-9650-2A84-69E6-07F31B846A47}"/>
          </ac:spMkLst>
        </pc:spChg>
        <pc:spChg chg="add del mod ord">
          <ac:chgData name="Shaofeng Wu" userId="16cc59afe9483dd5" providerId="LiveId" clId="{DEF51348-0BAF-479E-9880-C2E925FD9E89}" dt="2024-09-06T09:37:02.028" v="17" actId="478"/>
          <ac:spMkLst>
            <pc:docMk/>
            <pc:sldMk cId="3989273170" sldId="283"/>
            <ac:spMk id="5" creationId="{C7A85175-3742-C223-AADF-499AEC0A5F06}"/>
          </ac:spMkLst>
        </pc:spChg>
      </pc:sldChg>
      <pc:sldChg chg="addSp delSp modSp del mod ord modClrScheme chgLayout">
        <pc:chgData name="Shaofeng Wu" userId="16cc59afe9483dd5" providerId="LiveId" clId="{DEF51348-0BAF-479E-9880-C2E925FD9E89}" dt="2024-09-06T12:50:21.192" v="3176" actId="47"/>
        <pc:sldMkLst>
          <pc:docMk/>
          <pc:sldMk cId="2588086213" sldId="284"/>
        </pc:sldMkLst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2588086213" sldId="284"/>
            <ac:spMk id="2" creationId="{6137DD72-F2C6-4166-8147-24F1A4942410}"/>
          </ac:spMkLst>
        </pc:spChg>
        <pc:spChg chg="mod">
          <ac:chgData name="Shaofeng Wu" userId="16cc59afe9483dd5" providerId="LiveId" clId="{DEF51348-0BAF-479E-9880-C2E925FD9E89}" dt="2024-09-06T12:44:11.275" v="2855" actId="20577"/>
          <ac:spMkLst>
            <pc:docMk/>
            <pc:sldMk cId="2588086213" sldId="284"/>
            <ac:spMk id="7" creationId="{BD60E1C3-7825-D19E-6E5C-F219D06F4C13}"/>
          </ac:spMkLst>
        </pc:spChg>
        <pc:spChg chg="add del mod ord">
          <ac:chgData name="Shaofeng Wu" userId="16cc59afe9483dd5" providerId="LiveId" clId="{DEF51348-0BAF-479E-9880-C2E925FD9E89}" dt="2024-09-06T12:41:35.784" v="2747" actId="478"/>
          <ac:spMkLst>
            <pc:docMk/>
            <pc:sldMk cId="2588086213" sldId="284"/>
            <ac:spMk id="8" creationId="{9E0A0F37-D38E-02DC-3762-7ABBB970CA67}"/>
          </ac:spMkLst>
        </pc:spChg>
      </pc:sldChg>
      <pc:sldChg chg="addSp delSp modSp del mod modClrScheme chgLayout">
        <pc:chgData name="Shaofeng Wu" userId="16cc59afe9483dd5" providerId="LiveId" clId="{DEF51348-0BAF-479E-9880-C2E925FD9E89}" dt="2024-09-06T12:22:09.649" v="1677" actId="47"/>
        <pc:sldMkLst>
          <pc:docMk/>
          <pc:sldMk cId="3487481250" sldId="285"/>
        </pc:sldMkLst>
        <pc:spChg chg="del mod">
          <ac:chgData name="Shaofeng Wu" userId="16cc59afe9483dd5" providerId="LiveId" clId="{DEF51348-0BAF-479E-9880-C2E925FD9E89}" dt="2024-09-06T09:46:33.615" v="433"/>
          <ac:spMkLst>
            <pc:docMk/>
            <pc:sldMk cId="3487481250" sldId="285"/>
            <ac:spMk id="2" creationId="{4800F283-EAA9-C795-1626-AD13ABEB3319}"/>
          </ac:spMkLst>
        </pc:spChg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3487481250" sldId="285"/>
            <ac:spMk id="3" creationId="{4855FB4D-F055-6B2B-57AA-F2D3011DA761}"/>
          </ac:spMkLst>
        </pc:spChg>
        <pc:spChg chg="add del mod ord">
          <ac:chgData name="Shaofeng Wu" userId="16cc59afe9483dd5" providerId="LiveId" clId="{DEF51348-0BAF-479E-9880-C2E925FD9E89}" dt="2024-09-06T09:46:24.807" v="430" actId="478"/>
          <ac:spMkLst>
            <pc:docMk/>
            <pc:sldMk cId="3487481250" sldId="285"/>
            <ac:spMk id="5" creationId="{38F76934-73E3-5844-C14E-C345498AE9E8}"/>
          </ac:spMkLst>
        </pc:spChg>
      </pc:sldChg>
      <pc:sldChg chg="addSp delSp modSp del mod modClrScheme chgLayout">
        <pc:chgData name="Shaofeng Wu" userId="16cc59afe9483dd5" providerId="LiveId" clId="{DEF51348-0BAF-479E-9880-C2E925FD9E89}" dt="2024-09-06T12:09:49.790" v="1300" actId="47"/>
        <pc:sldMkLst>
          <pc:docMk/>
          <pc:sldMk cId="4138662257" sldId="286"/>
        </pc:sldMkLst>
        <pc:spChg chg="del mod">
          <ac:chgData name="Shaofeng Wu" userId="16cc59afe9483dd5" providerId="LiveId" clId="{DEF51348-0BAF-479E-9880-C2E925FD9E89}" dt="2024-09-06T11:26:40.811" v="1086"/>
          <ac:spMkLst>
            <pc:docMk/>
            <pc:sldMk cId="4138662257" sldId="286"/>
            <ac:spMk id="2" creationId="{4800F283-EAA9-C795-1626-AD13ABEB3319}"/>
          </ac:spMkLst>
        </pc:spChg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4138662257" sldId="286"/>
            <ac:spMk id="3" creationId="{55ED0AFC-ECF3-6D09-D006-92EDCA3C11F3}"/>
          </ac:spMkLst>
        </pc:spChg>
        <pc:spChg chg="add del mod ord">
          <ac:chgData name="Shaofeng Wu" userId="16cc59afe9483dd5" providerId="LiveId" clId="{DEF51348-0BAF-479E-9880-C2E925FD9E89}" dt="2024-09-06T11:26:33.160" v="1081" actId="478"/>
          <ac:spMkLst>
            <pc:docMk/>
            <pc:sldMk cId="4138662257" sldId="286"/>
            <ac:spMk id="6" creationId="{492715CA-3896-9307-F4E1-CD5D3B4C202C}"/>
          </ac:spMkLst>
        </pc:spChg>
      </pc:sldChg>
      <pc:sldChg chg="addSp delSp modSp del mod modClrScheme chgLayout">
        <pc:chgData name="Shaofeng Wu" userId="16cc59afe9483dd5" providerId="LiveId" clId="{DEF51348-0BAF-479E-9880-C2E925FD9E89}" dt="2024-09-06T12:22:13.810" v="1678" actId="47"/>
        <pc:sldMkLst>
          <pc:docMk/>
          <pc:sldMk cId="1458827767" sldId="287"/>
        </pc:sldMkLst>
        <pc:spChg chg="del mod">
          <ac:chgData name="Shaofeng Wu" userId="16cc59afe9483dd5" providerId="LiveId" clId="{DEF51348-0BAF-479E-9880-C2E925FD9E89}" dt="2024-09-06T12:13:01.728" v="1358"/>
          <ac:spMkLst>
            <pc:docMk/>
            <pc:sldMk cId="1458827767" sldId="287"/>
            <ac:spMk id="2" creationId="{4800F283-EAA9-C795-1626-AD13ABEB3319}"/>
          </ac:spMkLst>
        </pc:spChg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1458827767" sldId="287"/>
            <ac:spMk id="3" creationId="{5EFD8AF5-B88A-0A3F-9E65-9695E79CEA29}"/>
          </ac:spMkLst>
        </pc:spChg>
        <pc:spChg chg="add del mod ord">
          <ac:chgData name="Shaofeng Wu" userId="16cc59afe9483dd5" providerId="LiveId" clId="{DEF51348-0BAF-479E-9880-C2E925FD9E89}" dt="2024-09-06T12:12:32.683" v="1314" actId="478"/>
          <ac:spMkLst>
            <pc:docMk/>
            <pc:sldMk cId="1458827767" sldId="287"/>
            <ac:spMk id="5" creationId="{28151157-9438-C925-98B3-EC4D215E8397}"/>
          </ac:spMkLst>
        </pc:spChg>
        <pc:spChg chg="mod">
          <ac:chgData name="Shaofeng Wu" userId="16cc59afe9483dd5" providerId="LiveId" clId="{DEF51348-0BAF-479E-9880-C2E925FD9E89}" dt="2024-09-06T12:14:14.974" v="1378" actId="21"/>
          <ac:spMkLst>
            <pc:docMk/>
            <pc:sldMk cId="1458827767" sldId="287"/>
            <ac:spMk id="7" creationId="{7FF69224-4469-B471-4909-7CBDB32EF7ED}"/>
          </ac:spMkLst>
        </pc:spChg>
      </pc:sldChg>
      <pc:sldChg chg="addSp modSp del mod ord modClrScheme chgLayout">
        <pc:chgData name="Shaofeng Wu" userId="16cc59afe9483dd5" providerId="LiveId" clId="{DEF51348-0BAF-479E-9880-C2E925FD9E89}" dt="2024-09-06T12:50:24.939" v="3177" actId="47"/>
        <pc:sldMkLst>
          <pc:docMk/>
          <pc:sldMk cId="2985031972" sldId="289"/>
        </pc:sldMkLst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2985031972" sldId="289"/>
            <ac:spMk id="2" creationId="{360D52B1-412B-2427-322F-31A245BFC9A8}"/>
          </ac:spMkLst>
        </pc:spChg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2985031972" sldId="289"/>
            <ac:spMk id="3" creationId="{1C979B0B-F6AD-2D52-8842-1A29053400E5}"/>
          </ac:spMkLst>
        </pc:spChg>
      </pc:sldChg>
      <pc:sldChg chg="addSp delSp modSp del mod modClrScheme chgLayout">
        <pc:chgData name="Shaofeng Wu" userId="16cc59afe9483dd5" providerId="LiveId" clId="{DEF51348-0BAF-479E-9880-C2E925FD9E89}" dt="2024-09-06T12:09:51.261" v="1301" actId="47"/>
        <pc:sldMkLst>
          <pc:docMk/>
          <pc:sldMk cId="1965380096" sldId="290"/>
        </pc:sldMkLst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1965380096" sldId="290"/>
            <ac:spMk id="3" creationId="{4BECEB30-952E-93CB-95E7-512991DB6D33}"/>
          </ac:spMkLst>
        </pc:spChg>
        <pc:spChg chg="add del mod ord">
          <ac:chgData name="Shaofeng Wu" userId="16cc59afe9483dd5" providerId="LiveId" clId="{DEF51348-0BAF-479E-9880-C2E925FD9E89}" dt="2024-09-06T09:54:58.189" v="548" actId="478"/>
          <ac:spMkLst>
            <pc:docMk/>
            <pc:sldMk cId="1965380096" sldId="290"/>
            <ac:spMk id="5" creationId="{24117C0D-E055-7EFE-9A2E-5D97EB4459E3}"/>
          </ac:spMkLst>
        </pc:spChg>
      </pc:sldChg>
      <pc:sldChg chg="addSp delSp modSp del mod modClrScheme chgLayout">
        <pc:chgData name="Shaofeng Wu" userId="16cc59afe9483dd5" providerId="LiveId" clId="{DEF51348-0BAF-479E-9880-C2E925FD9E89}" dt="2024-09-06T12:50:26.670" v="3178" actId="47"/>
        <pc:sldMkLst>
          <pc:docMk/>
          <pc:sldMk cId="1204025362" sldId="291"/>
        </pc:sldMkLst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1204025362" sldId="291"/>
            <ac:spMk id="2" creationId="{B208A10B-A968-28F8-6EDA-8755BCF6DE89}"/>
          </ac:spMkLst>
        </pc:spChg>
        <pc:spChg chg="add del mod ord">
          <ac:chgData name="Shaofeng Wu" userId="16cc59afe9483dd5" providerId="LiveId" clId="{DEF51348-0BAF-479E-9880-C2E925FD9E89}" dt="2024-09-06T12:22:37.204" v="1702" actId="478"/>
          <ac:spMkLst>
            <pc:docMk/>
            <pc:sldMk cId="1204025362" sldId="291"/>
            <ac:spMk id="5" creationId="{AD9AADB2-53D3-1D02-13B1-A10F8A0E7A56}"/>
          </ac:spMkLst>
        </pc:spChg>
      </pc:sldChg>
      <pc:sldChg chg="addSp delSp modSp del mod modClrScheme chgLayout">
        <pc:chgData name="Shaofeng Wu" userId="16cc59afe9483dd5" providerId="LiveId" clId="{DEF51348-0BAF-479E-9880-C2E925FD9E89}" dt="2024-09-06T13:02:38.293" v="3616" actId="47"/>
        <pc:sldMkLst>
          <pc:docMk/>
          <pc:sldMk cId="3248378883" sldId="292"/>
        </pc:sldMkLst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3248378883" sldId="292"/>
            <ac:spMk id="2" creationId="{0623C2CD-AED6-42AB-F028-92997DB040D9}"/>
          </ac:spMkLst>
        </pc:spChg>
        <pc:spChg chg="del">
          <ac:chgData name="Shaofeng Wu" userId="16cc59afe9483dd5" providerId="LiveId" clId="{DEF51348-0BAF-479E-9880-C2E925FD9E89}" dt="2024-09-06T12:59:55.787" v="3559" actId="21"/>
          <ac:spMkLst>
            <pc:docMk/>
            <pc:sldMk cId="3248378883" sldId="292"/>
            <ac:spMk id="5" creationId="{9561AD30-59E7-AC6E-461C-88787BE02179}"/>
          </ac:spMkLst>
        </pc:spChg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3248378883" sldId="292"/>
            <ac:spMk id="6" creationId="{27C17A95-6F82-991F-C821-1513E3CF7A80}"/>
          </ac:spMkLst>
        </pc:spChg>
      </pc:sldChg>
      <pc:sldChg chg="addSp modSp del mod modClrScheme chgLayout">
        <pc:chgData name="Shaofeng Wu" userId="16cc59afe9483dd5" providerId="LiveId" clId="{DEF51348-0BAF-479E-9880-C2E925FD9E89}" dt="2024-09-06T13:02:39.364" v="3617" actId="47"/>
        <pc:sldMkLst>
          <pc:docMk/>
          <pc:sldMk cId="160186356" sldId="293"/>
        </pc:sldMkLst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160186356" sldId="293"/>
            <ac:spMk id="2" creationId="{40395FB0-B75C-755C-28B4-7B7E8A90DF70}"/>
          </ac:spMkLst>
        </pc:spChg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160186356" sldId="293"/>
            <ac:spMk id="6" creationId="{D1DD5AD6-E562-7A4E-A614-C720E894BB60}"/>
          </ac:spMkLst>
        </pc:spChg>
      </pc:sldChg>
      <pc:sldChg chg="addSp modSp del mod modClrScheme chgLayout">
        <pc:chgData name="Shaofeng Wu" userId="16cc59afe9483dd5" providerId="LiveId" clId="{DEF51348-0BAF-479E-9880-C2E925FD9E89}" dt="2024-09-06T12:21:34.708" v="1666" actId="2696"/>
        <pc:sldMkLst>
          <pc:docMk/>
          <pc:sldMk cId="343288949" sldId="294"/>
        </pc:sldMkLst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343288949" sldId="294"/>
            <ac:spMk id="6" creationId="{1488451B-0F50-F316-FCB0-C24A1A95D5AE}"/>
          </ac:spMkLst>
        </pc:spChg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343288949" sldId="294"/>
            <ac:spMk id="7" creationId="{0D5D3F6C-7823-11C9-2A37-4ABC6CDFA4CB}"/>
          </ac:spMkLst>
        </pc:spChg>
      </pc:sldChg>
      <pc:sldChg chg="addSp modSp del mod modClrScheme chgLayout">
        <pc:chgData name="Shaofeng Wu" userId="16cc59afe9483dd5" providerId="LiveId" clId="{DEF51348-0BAF-479E-9880-C2E925FD9E89}" dt="2024-09-06T12:12:26.972" v="1312" actId="47"/>
        <pc:sldMkLst>
          <pc:docMk/>
          <pc:sldMk cId="3991163793" sldId="295"/>
        </pc:sldMkLst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3991163793" sldId="295"/>
            <ac:spMk id="3" creationId="{7F61D33E-DE13-15B3-D54A-728BB2811C47}"/>
          </ac:spMkLst>
        </pc:spChg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3991163793" sldId="295"/>
            <ac:spMk id="5" creationId="{357DC84D-B8A0-CE87-FACF-AA8F8AF046C7}"/>
          </ac:spMkLst>
        </pc:spChg>
      </pc:sldChg>
      <pc:sldChg chg="addSp delSp modSp del mod modClrScheme chgLayout">
        <pc:chgData name="Shaofeng Wu" userId="16cc59afe9483dd5" providerId="LiveId" clId="{DEF51348-0BAF-479E-9880-C2E925FD9E89}" dt="2024-09-06T12:58:33.721" v="3546" actId="47"/>
        <pc:sldMkLst>
          <pc:docMk/>
          <pc:sldMk cId="2509071836" sldId="296"/>
        </pc:sldMkLst>
        <pc:spChg chg="add mod ord">
          <ac:chgData name="Shaofeng Wu" userId="16cc59afe9483dd5" providerId="LiveId" clId="{DEF51348-0BAF-479E-9880-C2E925FD9E89}" dt="2024-09-06T09:13:20.079" v="5" actId="700"/>
          <ac:spMkLst>
            <pc:docMk/>
            <pc:sldMk cId="2509071836" sldId="296"/>
            <ac:spMk id="2" creationId="{F1D26173-7EE5-B637-5AB9-B6AF86BEC420}"/>
          </ac:spMkLst>
        </pc:spChg>
        <pc:spChg chg="del">
          <ac:chgData name="Shaofeng Wu" userId="16cc59afe9483dd5" providerId="LiveId" clId="{DEF51348-0BAF-479E-9880-C2E925FD9E89}" dt="2024-09-06T12:51:10.298" v="3180" actId="21"/>
          <ac:spMkLst>
            <pc:docMk/>
            <pc:sldMk cId="2509071836" sldId="296"/>
            <ac:spMk id="5" creationId="{EAFEF837-1990-A613-60BA-1E040DF88762}"/>
          </ac:spMkLst>
        </pc:spChg>
        <pc:spChg chg="add del mod ord">
          <ac:chgData name="Shaofeng Wu" userId="16cc59afe9483dd5" providerId="LiveId" clId="{DEF51348-0BAF-479E-9880-C2E925FD9E89}" dt="2024-09-06T12:51:08.437" v="3179" actId="478"/>
          <ac:spMkLst>
            <pc:docMk/>
            <pc:sldMk cId="2509071836" sldId="296"/>
            <ac:spMk id="6" creationId="{BA19E47E-AE44-1D98-5C32-C097DB19E608}"/>
          </ac:spMkLst>
        </pc:spChg>
      </pc:sldChg>
      <pc:sldChg chg="modSp add del mod modTransition">
        <pc:chgData name="Shaofeng Wu" userId="16cc59afe9483dd5" providerId="LiveId" clId="{DEF51348-0BAF-479E-9880-C2E925FD9E89}" dt="2024-09-06T09:14:08.959" v="14" actId="20577"/>
        <pc:sldMkLst>
          <pc:docMk/>
          <pc:sldMk cId="2808513160" sldId="613"/>
        </pc:sldMkLst>
        <pc:spChg chg="mod">
          <ac:chgData name="Shaofeng Wu" userId="16cc59afe9483dd5" providerId="LiveId" clId="{DEF51348-0BAF-479E-9880-C2E925FD9E89}" dt="2024-09-06T09:14:08.959" v="14" actId="20577"/>
          <ac:spMkLst>
            <pc:docMk/>
            <pc:sldMk cId="2808513160" sldId="613"/>
            <ac:spMk id="3" creationId="{F8C13C63-B26A-4A9C-A1CA-724346AB2906}"/>
          </ac:spMkLst>
        </pc:spChg>
        <pc:spChg chg="mod">
          <ac:chgData name="Shaofeng Wu" userId="16cc59afe9483dd5" providerId="LiveId" clId="{DEF51348-0BAF-479E-9880-C2E925FD9E89}" dt="2024-09-06T09:14:01.949" v="11" actId="20577"/>
          <ac:spMkLst>
            <pc:docMk/>
            <pc:sldMk cId="2808513160" sldId="613"/>
            <ac:spMk id="7" creationId="{8D32768C-F15F-6E75-41D1-9F14D317D991}"/>
          </ac:spMkLst>
        </pc:spChg>
      </pc:sldChg>
      <pc:sldChg chg="addSp delSp modSp add del mod modAnim">
        <pc:chgData name="Shaofeng Wu" userId="16cc59afe9483dd5" providerId="LiveId" clId="{DEF51348-0BAF-479E-9880-C2E925FD9E89}" dt="2024-09-06T09:44:41.041" v="407" actId="20577"/>
        <pc:sldMkLst>
          <pc:docMk/>
          <pc:sldMk cId="2332045305" sldId="623"/>
        </pc:sldMkLst>
        <pc:spChg chg="mod">
          <ac:chgData name="Shaofeng Wu" userId="16cc59afe9483dd5" providerId="LiveId" clId="{DEF51348-0BAF-479E-9880-C2E925FD9E89}" dt="2024-09-06T09:37:40.746" v="78" actId="20577"/>
          <ac:spMkLst>
            <pc:docMk/>
            <pc:sldMk cId="2332045305" sldId="623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6T09:44:41.041" v="407" actId="20577"/>
          <ac:spMkLst>
            <pc:docMk/>
            <pc:sldMk cId="2332045305" sldId="623"/>
            <ac:spMk id="3" creationId="{36A5FFEE-E22C-7E2F-1F3B-D8658E79FF2E}"/>
          </ac:spMkLst>
        </pc:spChg>
        <pc:spChg chg="add mod">
          <ac:chgData name="Shaofeng Wu" userId="16cc59afe9483dd5" providerId="LiveId" clId="{DEF51348-0BAF-479E-9880-C2E925FD9E89}" dt="2024-09-06T09:41:32.062" v="258"/>
          <ac:spMkLst>
            <pc:docMk/>
            <pc:sldMk cId="2332045305" sldId="623"/>
            <ac:spMk id="5" creationId="{3BE6EBDF-89FC-770E-CA37-D416AB56B0D1}"/>
          </ac:spMkLst>
        </pc:spChg>
        <pc:grpChg chg="del">
          <ac:chgData name="Shaofeng Wu" userId="16cc59afe9483dd5" providerId="LiveId" clId="{DEF51348-0BAF-479E-9880-C2E925FD9E89}" dt="2024-09-06T09:37:25.373" v="28" actId="478"/>
          <ac:grpSpMkLst>
            <pc:docMk/>
            <pc:sldMk cId="2332045305" sldId="623"/>
            <ac:grpSpMk id="14" creationId="{3507ABF3-2E06-9F33-D5BC-2AB292B5DE37}"/>
          </ac:grpSpMkLst>
        </pc:grpChg>
      </pc:sldChg>
      <pc:sldChg chg="addSp delSp modSp add mod">
        <pc:chgData name="Shaofeng Wu" userId="16cc59afe9483dd5" providerId="LiveId" clId="{DEF51348-0BAF-479E-9880-C2E925FD9E89}" dt="2024-09-09T04:28:46.149" v="3630" actId="20577"/>
        <pc:sldMkLst>
          <pc:docMk/>
          <pc:sldMk cId="3556299807" sldId="624"/>
        </pc:sldMkLst>
        <pc:spChg chg="mod">
          <ac:chgData name="Shaofeng Wu" userId="16cc59afe9483dd5" providerId="LiveId" clId="{DEF51348-0BAF-479E-9880-C2E925FD9E89}" dt="2024-09-09T04:28:46.149" v="3630" actId="20577"/>
          <ac:spMkLst>
            <pc:docMk/>
            <pc:sldMk cId="3556299807" sldId="624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6T12:20:44.771" v="1649" actId="207"/>
          <ac:spMkLst>
            <pc:docMk/>
            <pc:sldMk cId="3556299807" sldId="624"/>
            <ac:spMk id="3" creationId="{36A5FFEE-E22C-7E2F-1F3B-D8658E79FF2E}"/>
          </ac:spMkLst>
        </pc:spChg>
        <pc:grpChg chg="del">
          <ac:chgData name="Shaofeng Wu" userId="16cc59afe9483dd5" providerId="LiveId" clId="{DEF51348-0BAF-479E-9880-C2E925FD9E89}" dt="2024-09-06T09:46:49.375" v="453" actId="478"/>
          <ac:grpSpMkLst>
            <pc:docMk/>
            <pc:sldMk cId="3556299807" sldId="624"/>
            <ac:grpSpMk id="14" creationId="{3507ABF3-2E06-9F33-D5BC-2AB292B5DE37}"/>
          </ac:grpSpMkLst>
        </pc:grpChg>
        <pc:picChg chg="add del mod">
          <ac:chgData name="Shaofeng Wu" userId="16cc59afe9483dd5" providerId="LiveId" clId="{DEF51348-0BAF-479E-9880-C2E925FD9E89}" dt="2024-09-06T11:06:38.747" v="647" actId="478"/>
          <ac:picMkLst>
            <pc:docMk/>
            <pc:sldMk cId="3556299807" sldId="624"/>
            <ac:picMk id="6" creationId="{D0325710-13C8-6B6A-A415-B6E4475D8524}"/>
          </ac:picMkLst>
        </pc:picChg>
        <pc:picChg chg="add del mod">
          <ac:chgData name="Shaofeng Wu" userId="16cc59afe9483dd5" providerId="LiveId" clId="{DEF51348-0BAF-479E-9880-C2E925FD9E89}" dt="2024-09-06T09:54:45.195" v="545" actId="478"/>
          <ac:picMkLst>
            <pc:docMk/>
            <pc:sldMk cId="3556299807" sldId="624"/>
            <ac:picMk id="9" creationId="{63986F87-7419-429D-A2D1-401DD8E490EF}"/>
          </ac:picMkLst>
        </pc:picChg>
        <pc:picChg chg="add mod">
          <ac:chgData name="Shaofeng Wu" userId="16cc59afe9483dd5" providerId="LiveId" clId="{DEF51348-0BAF-479E-9880-C2E925FD9E89}" dt="2024-09-06T11:06:41.409" v="649" actId="1076"/>
          <ac:picMkLst>
            <pc:docMk/>
            <pc:sldMk cId="3556299807" sldId="624"/>
            <ac:picMk id="11" creationId="{A155571D-6707-DA9B-5969-51CA7590D3C7}"/>
          </ac:picMkLst>
        </pc:picChg>
      </pc:sldChg>
      <pc:sldChg chg="addSp delSp modSp add mod">
        <pc:chgData name="Shaofeng Wu" userId="16cc59afe9483dd5" providerId="LiveId" clId="{DEF51348-0BAF-479E-9880-C2E925FD9E89}" dt="2024-09-11T13:40:28.603" v="3803" actId="20577"/>
        <pc:sldMkLst>
          <pc:docMk/>
          <pc:sldMk cId="428381363" sldId="625"/>
        </pc:sldMkLst>
        <pc:spChg chg="mod">
          <ac:chgData name="Shaofeng Wu" userId="16cc59afe9483dd5" providerId="LiveId" clId="{DEF51348-0BAF-479E-9880-C2E925FD9E89}" dt="2024-09-09T04:28:41.300" v="3628" actId="20577"/>
          <ac:spMkLst>
            <pc:docMk/>
            <pc:sldMk cId="428381363" sldId="625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11T13:40:28.603" v="3803" actId="20577"/>
          <ac:spMkLst>
            <pc:docMk/>
            <pc:sldMk cId="428381363" sldId="625"/>
            <ac:spMk id="3" creationId="{36A5FFEE-E22C-7E2F-1F3B-D8658E79FF2E}"/>
          </ac:spMkLst>
        </pc:spChg>
        <pc:picChg chg="add del mod">
          <ac:chgData name="Shaofeng Wu" userId="16cc59afe9483dd5" providerId="LiveId" clId="{DEF51348-0BAF-479E-9880-C2E925FD9E89}" dt="2024-09-06T11:14:22.540" v="663" actId="22"/>
          <ac:picMkLst>
            <pc:docMk/>
            <pc:sldMk cId="428381363" sldId="625"/>
            <ac:picMk id="6" creationId="{D4F87FF3-CAA8-D1F2-84DA-918714354B68}"/>
          </ac:picMkLst>
        </pc:picChg>
        <pc:picChg chg="add mod">
          <ac:chgData name="Shaofeng Wu" userId="16cc59afe9483dd5" providerId="LiveId" clId="{DEF51348-0BAF-479E-9880-C2E925FD9E89}" dt="2024-09-06T11:20:32.201" v="834" actId="1076"/>
          <ac:picMkLst>
            <pc:docMk/>
            <pc:sldMk cId="428381363" sldId="625"/>
            <ac:picMk id="8" creationId="{043133B3-E2D6-5F2E-E704-BD0A36055134}"/>
          </ac:picMkLst>
        </pc:picChg>
      </pc:sldChg>
      <pc:sldChg chg="addSp delSp modSp add mod">
        <pc:chgData name="Shaofeng Wu" userId="16cc59afe9483dd5" providerId="LiveId" clId="{DEF51348-0BAF-479E-9880-C2E925FD9E89}" dt="2024-09-09T04:28:36.691" v="3625" actId="20577"/>
        <pc:sldMkLst>
          <pc:docMk/>
          <pc:sldMk cId="717984716" sldId="626"/>
        </pc:sldMkLst>
        <pc:spChg chg="mod">
          <ac:chgData name="Shaofeng Wu" userId="16cc59afe9483dd5" providerId="LiveId" clId="{DEF51348-0BAF-479E-9880-C2E925FD9E89}" dt="2024-09-09T04:28:36.691" v="3625" actId="20577"/>
          <ac:spMkLst>
            <pc:docMk/>
            <pc:sldMk cId="717984716" sldId="626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6T12:20:31.267" v="1646" actId="207"/>
          <ac:spMkLst>
            <pc:docMk/>
            <pc:sldMk cId="717984716" sldId="626"/>
            <ac:spMk id="3" creationId="{36A5FFEE-E22C-7E2F-1F3B-D8658E79FF2E}"/>
          </ac:spMkLst>
        </pc:spChg>
        <pc:picChg chg="add del mod">
          <ac:chgData name="Shaofeng Wu" userId="16cc59afe9483dd5" providerId="LiveId" clId="{DEF51348-0BAF-479E-9880-C2E925FD9E89}" dt="2024-09-06T11:17:58.046" v="703" actId="478"/>
          <ac:picMkLst>
            <pc:docMk/>
            <pc:sldMk cId="717984716" sldId="626"/>
            <ac:picMk id="6" creationId="{D67D72B5-1325-E327-5A4D-18E76A3505DA}"/>
          </ac:picMkLst>
        </pc:picChg>
        <pc:picChg chg="add del mod">
          <ac:chgData name="Shaofeng Wu" userId="16cc59afe9483dd5" providerId="LiveId" clId="{DEF51348-0BAF-479E-9880-C2E925FD9E89}" dt="2024-09-06T11:52:48.694" v="1173" actId="478"/>
          <ac:picMkLst>
            <pc:docMk/>
            <pc:sldMk cId="717984716" sldId="626"/>
            <ac:picMk id="8" creationId="{D77E6913-A7CC-D462-D6AA-D4151C7BAD83}"/>
          </ac:picMkLst>
        </pc:picChg>
        <pc:picChg chg="add mod">
          <ac:chgData name="Shaofeng Wu" userId="16cc59afe9483dd5" providerId="LiveId" clId="{DEF51348-0BAF-479E-9880-C2E925FD9E89}" dt="2024-09-06T12:03:57.938" v="1236" actId="1036"/>
          <ac:picMkLst>
            <pc:docMk/>
            <pc:sldMk cId="717984716" sldId="626"/>
            <ac:picMk id="10" creationId="{7853D6D3-088F-3CAB-83E2-FC740ABC35B3}"/>
          </ac:picMkLst>
        </pc:picChg>
      </pc:sldChg>
      <pc:sldChg chg="addSp modSp add mod">
        <pc:chgData name="Shaofeng Wu" userId="16cc59afe9483dd5" providerId="LiveId" clId="{DEF51348-0BAF-479E-9880-C2E925FD9E89}" dt="2024-09-06T12:47:17.155" v="2881" actId="20577"/>
        <pc:sldMkLst>
          <pc:docMk/>
          <pc:sldMk cId="4075583468" sldId="627"/>
        </pc:sldMkLst>
        <pc:spChg chg="mod">
          <ac:chgData name="Shaofeng Wu" userId="16cc59afe9483dd5" providerId="LiveId" clId="{DEF51348-0BAF-479E-9880-C2E925FD9E89}" dt="2024-09-06T12:47:17.155" v="2881" actId="20577"/>
          <ac:spMkLst>
            <pc:docMk/>
            <pc:sldMk cId="4075583468" sldId="627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6T12:20:21.307" v="1633" actId="207"/>
          <ac:spMkLst>
            <pc:docMk/>
            <pc:sldMk cId="4075583468" sldId="627"/>
            <ac:spMk id="3" creationId="{36A5FFEE-E22C-7E2F-1F3B-D8658E79FF2E}"/>
          </ac:spMkLst>
        </pc:spChg>
        <pc:picChg chg="add mod">
          <ac:chgData name="Shaofeng Wu" userId="16cc59afe9483dd5" providerId="LiveId" clId="{DEF51348-0BAF-479E-9880-C2E925FD9E89}" dt="2024-09-06T12:16:13.825" v="1445" actId="1076"/>
          <ac:picMkLst>
            <pc:docMk/>
            <pc:sldMk cId="4075583468" sldId="627"/>
            <ac:picMk id="5" creationId="{DCB5438A-AEB2-EF0C-6A95-35F4F10EEAD4}"/>
          </ac:picMkLst>
        </pc:picChg>
        <pc:picChg chg="add mod">
          <ac:chgData name="Shaofeng Wu" userId="16cc59afe9483dd5" providerId="LiveId" clId="{DEF51348-0BAF-479E-9880-C2E925FD9E89}" dt="2024-09-06T12:16:14.654" v="1446" actId="1076"/>
          <ac:picMkLst>
            <pc:docMk/>
            <pc:sldMk cId="4075583468" sldId="627"/>
            <ac:picMk id="6" creationId="{0D814058-FB4F-37E9-85E2-B802F2141CC9}"/>
          </ac:picMkLst>
        </pc:picChg>
      </pc:sldChg>
      <pc:sldChg chg="modSp add mod ord">
        <pc:chgData name="Shaofeng Wu" userId="16cc59afe9483dd5" providerId="LiveId" clId="{DEF51348-0BAF-479E-9880-C2E925FD9E89}" dt="2024-09-09T04:28:43.699" v="3629" actId="20577"/>
        <pc:sldMkLst>
          <pc:docMk/>
          <pc:sldMk cId="3000405152" sldId="628"/>
        </pc:sldMkLst>
        <pc:spChg chg="mod">
          <ac:chgData name="Shaofeng Wu" userId="16cc59afe9483dd5" providerId="LiveId" clId="{DEF51348-0BAF-479E-9880-C2E925FD9E89}" dt="2024-09-09T04:28:43.699" v="3629" actId="20577"/>
          <ac:spMkLst>
            <pc:docMk/>
            <pc:sldMk cId="3000405152" sldId="628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6T11:18:09.839" v="718" actId="20577"/>
          <ac:spMkLst>
            <pc:docMk/>
            <pc:sldMk cId="3000405152" sldId="628"/>
            <ac:spMk id="3" creationId="{36A5FFEE-E22C-7E2F-1F3B-D8658E79FF2E}"/>
          </ac:spMkLst>
        </pc:spChg>
      </pc:sldChg>
      <pc:sldChg chg="addSp delSp modSp add mod">
        <pc:chgData name="Shaofeng Wu" userId="16cc59afe9483dd5" providerId="LiveId" clId="{DEF51348-0BAF-479E-9880-C2E925FD9E89}" dt="2024-09-11T13:40:33.286" v="3804" actId="20577"/>
        <pc:sldMkLst>
          <pc:docMk/>
          <pc:sldMk cId="209577674" sldId="629"/>
        </pc:sldMkLst>
        <pc:spChg chg="mod">
          <ac:chgData name="Shaofeng Wu" userId="16cc59afe9483dd5" providerId="LiveId" clId="{DEF51348-0BAF-479E-9880-C2E925FD9E89}" dt="2024-09-09T04:28:39.688" v="3627" actId="20577"/>
          <ac:spMkLst>
            <pc:docMk/>
            <pc:sldMk cId="209577674" sldId="629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11T13:40:33.286" v="3804" actId="20577"/>
          <ac:spMkLst>
            <pc:docMk/>
            <pc:sldMk cId="209577674" sldId="629"/>
            <ac:spMk id="3" creationId="{36A5FFEE-E22C-7E2F-1F3B-D8658E79FF2E}"/>
          </ac:spMkLst>
        </pc:spChg>
        <pc:picChg chg="add mod">
          <ac:chgData name="Shaofeng Wu" userId="16cc59afe9483dd5" providerId="LiveId" clId="{DEF51348-0BAF-479E-9880-C2E925FD9E89}" dt="2024-09-06T11:23:57.382" v="1002" actId="1076"/>
          <ac:picMkLst>
            <pc:docMk/>
            <pc:sldMk cId="209577674" sldId="629"/>
            <ac:picMk id="6" creationId="{4475EEC2-3C41-78C1-7516-997F4A94460F}"/>
          </ac:picMkLst>
        </pc:picChg>
        <pc:picChg chg="del">
          <ac:chgData name="Shaofeng Wu" userId="16cc59afe9483dd5" providerId="LiveId" clId="{DEF51348-0BAF-479E-9880-C2E925FD9E89}" dt="2024-09-06T11:21:51.210" v="840" actId="478"/>
          <ac:picMkLst>
            <pc:docMk/>
            <pc:sldMk cId="209577674" sldId="629"/>
            <ac:picMk id="8" creationId="{043133B3-E2D6-5F2E-E704-BD0A36055134}"/>
          </ac:picMkLst>
        </pc:picChg>
        <pc:picChg chg="add mod">
          <ac:chgData name="Shaofeng Wu" userId="16cc59afe9483dd5" providerId="LiveId" clId="{DEF51348-0BAF-479E-9880-C2E925FD9E89}" dt="2024-09-06T11:23:56.010" v="1001" actId="1076"/>
          <ac:picMkLst>
            <pc:docMk/>
            <pc:sldMk cId="209577674" sldId="629"/>
            <ac:picMk id="9" creationId="{20FEF6EA-A353-08BB-F961-E572F42C22F3}"/>
          </ac:picMkLst>
        </pc:picChg>
      </pc:sldChg>
      <pc:sldChg chg="addSp delSp modSp add mod">
        <pc:chgData name="Shaofeng Wu" userId="16cc59afe9483dd5" providerId="LiveId" clId="{DEF51348-0BAF-479E-9880-C2E925FD9E89}" dt="2024-09-11T13:40:35.447" v="3805" actId="20577"/>
        <pc:sldMkLst>
          <pc:docMk/>
          <pc:sldMk cId="1812584439" sldId="630"/>
        </pc:sldMkLst>
        <pc:spChg chg="mod">
          <ac:chgData name="Shaofeng Wu" userId="16cc59afe9483dd5" providerId="LiveId" clId="{DEF51348-0BAF-479E-9880-C2E925FD9E89}" dt="2024-09-09T04:28:38.308" v="3626" actId="20577"/>
          <ac:spMkLst>
            <pc:docMk/>
            <pc:sldMk cId="1812584439" sldId="630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11T13:40:35.447" v="3805" actId="20577"/>
          <ac:spMkLst>
            <pc:docMk/>
            <pc:sldMk cId="1812584439" sldId="630"/>
            <ac:spMk id="3" creationId="{36A5FFEE-E22C-7E2F-1F3B-D8658E79FF2E}"/>
          </ac:spMkLst>
        </pc:spChg>
        <pc:picChg chg="del">
          <ac:chgData name="Shaofeng Wu" userId="16cc59afe9483dd5" providerId="LiveId" clId="{DEF51348-0BAF-479E-9880-C2E925FD9E89}" dt="2024-09-06T11:24:40.177" v="1068" actId="478"/>
          <ac:picMkLst>
            <pc:docMk/>
            <pc:sldMk cId="1812584439" sldId="630"/>
            <ac:picMk id="6" creationId="{4475EEC2-3C41-78C1-7516-997F4A94460F}"/>
          </ac:picMkLst>
        </pc:picChg>
        <pc:picChg chg="add mod">
          <ac:chgData name="Shaofeng Wu" userId="16cc59afe9483dd5" providerId="LiveId" clId="{DEF51348-0BAF-479E-9880-C2E925FD9E89}" dt="2024-09-06T11:25:43.034" v="1079" actId="1076"/>
          <ac:picMkLst>
            <pc:docMk/>
            <pc:sldMk cId="1812584439" sldId="630"/>
            <ac:picMk id="7" creationId="{EBB9F59A-E22B-5F85-141F-C8246D6724E5}"/>
          </ac:picMkLst>
        </pc:picChg>
        <pc:picChg chg="del">
          <ac:chgData name="Shaofeng Wu" userId="16cc59afe9483dd5" providerId="LiveId" clId="{DEF51348-0BAF-479E-9880-C2E925FD9E89}" dt="2024-09-06T11:25:11.858" v="1072" actId="478"/>
          <ac:picMkLst>
            <pc:docMk/>
            <pc:sldMk cId="1812584439" sldId="630"/>
            <ac:picMk id="9" creationId="{20FEF6EA-A353-08BB-F961-E572F42C22F3}"/>
          </ac:picMkLst>
        </pc:picChg>
        <pc:picChg chg="add mod">
          <ac:chgData name="Shaofeng Wu" userId="16cc59afe9483dd5" providerId="LiveId" clId="{DEF51348-0BAF-479E-9880-C2E925FD9E89}" dt="2024-09-06T11:25:40.380" v="1078" actId="1076"/>
          <ac:picMkLst>
            <pc:docMk/>
            <pc:sldMk cId="1812584439" sldId="630"/>
            <ac:picMk id="10" creationId="{A1961094-0C45-0AFB-7DB4-687200D7ABF9}"/>
          </ac:picMkLst>
        </pc:picChg>
        <pc:picChg chg="add mod">
          <ac:chgData name="Shaofeng Wu" userId="16cc59afe9483dd5" providerId="LiveId" clId="{DEF51348-0BAF-479E-9880-C2E925FD9E89}" dt="2024-09-06T11:25:46.019" v="1080" actId="1076"/>
          <ac:picMkLst>
            <pc:docMk/>
            <pc:sldMk cId="1812584439" sldId="630"/>
            <ac:picMk id="12" creationId="{77F5E75A-2563-09DB-4940-59707596663C}"/>
          </ac:picMkLst>
        </pc:picChg>
      </pc:sldChg>
      <pc:sldChg chg="addSp modSp add mod modAnim">
        <pc:chgData name="Shaofeng Wu" userId="16cc59afe9483dd5" providerId="LiveId" clId="{DEF51348-0BAF-479E-9880-C2E925FD9E89}" dt="2024-09-06T12:44:54.584" v="2866" actId="1076"/>
        <pc:sldMkLst>
          <pc:docMk/>
          <pc:sldMk cId="1625569943" sldId="631"/>
        </pc:sldMkLst>
        <pc:spChg chg="mod">
          <ac:chgData name="Shaofeng Wu" userId="16cc59afe9483dd5" providerId="LiveId" clId="{DEF51348-0BAF-479E-9880-C2E925FD9E89}" dt="2024-09-06T12:42:10.029" v="2750" actId="20577"/>
          <ac:spMkLst>
            <pc:docMk/>
            <pc:sldMk cId="1625569943" sldId="631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6T12:42:52.352" v="2844" actId="20577"/>
          <ac:spMkLst>
            <pc:docMk/>
            <pc:sldMk cId="1625569943" sldId="631"/>
            <ac:spMk id="3" creationId="{36A5FFEE-E22C-7E2F-1F3B-D8658E79FF2E}"/>
          </ac:spMkLst>
        </pc:spChg>
        <pc:spChg chg="add mod">
          <ac:chgData name="Shaofeng Wu" userId="16cc59afe9483dd5" providerId="LiveId" clId="{DEF51348-0BAF-479E-9880-C2E925FD9E89}" dt="2024-09-06T12:44:54.584" v="2866" actId="1076"/>
          <ac:spMkLst>
            <pc:docMk/>
            <pc:sldMk cId="1625569943" sldId="631"/>
            <ac:spMk id="7" creationId="{115B8AE0-07F0-123D-172C-B7A0CEAF3494}"/>
          </ac:spMkLst>
        </pc:spChg>
        <pc:picChg chg="add mod">
          <ac:chgData name="Shaofeng Wu" userId="16cc59afe9483dd5" providerId="LiveId" clId="{DEF51348-0BAF-479E-9880-C2E925FD9E89}" dt="2024-09-06T12:43:52.354" v="2848" actId="1076"/>
          <ac:picMkLst>
            <pc:docMk/>
            <pc:sldMk cId="1625569943" sldId="631"/>
            <ac:picMk id="6" creationId="{C86B2FD4-EBFD-1E0A-4B46-4E3B180903FC}"/>
          </ac:picMkLst>
        </pc:picChg>
      </pc:sldChg>
      <pc:sldChg chg="add">
        <pc:chgData name="Shaofeng Wu" userId="16cc59afe9483dd5" providerId="LiveId" clId="{DEF51348-0BAF-479E-9880-C2E925FD9E89}" dt="2024-09-06T12:17:47.221" v="1519"/>
        <pc:sldMkLst>
          <pc:docMk/>
          <pc:sldMk cId="1187496923" sldId="632"/>
        </pc:sldMkLst>
      </pc:sldChg>
      <pc:sldChg chg="add del ord">
        <pc:chgData name="Shaofeng Wu" userId="16cc59afe9483dd5" providerId="LiveId" clId="{DEF51348-0BAF-479E-9880-C2E925FD9E89}" dt="2024-09-06T12:58:51.167" v="3551" actId="47"/>
        <pc:sldMkLst>
          <pc:docMk/>
          <pc:sldMk cId="1586411513" sldId="633"/>
        </pc:sldMkLst>
      </pc:sldChg>
      <pc:sldChg chg="addSp delSp modSp add mod ord">
        <pc:chgData name="Shaofeng Wu" userId="16cc59afe9483dd5" providerId="LiveId" clId="{DEF51348-0BAF-479E-9880-C2E925FD9E89}" dt="2024-09-07T06:41:45.936" v="3624" actId="1035"/>
        <pc:sldMkLst>
          <pc:docMk/>
          <pc:sldMk cId="3159075958" sldId="634"/>
        </pc:sldMkLst>
        <pc:spChg chg="mod">
          <ac:chgData name="Shaofeng Wu" userId="16cc59afe9483dd5" providerId="LiveId" clId="{DEF51348-0BAF-479E-9880-C2E925FD9E89}" dt="2024-09-06T12:31:17.460" v="1966" actId="20577"/>
          <ac:spMkLst>
            <pc:docMk/>
            <pc:sldMk cId="3159075958" sldId="634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6T12:31:06.816" v="1965" actId="20577"/>
          <ac:spMkLst>
            <pc:docMk/>
            <pc:sldMk cId="3159075958" sldId="634"/>
            <ac:spMk id="3" creationId="{36A5FFEE-E22C-7E2F-1F3B-D8658E79FF2E}"/>
          </ac:spMkLst>
        </pc:spChg>
        <pc:picChg chg="del">
          <ac:chgData name="Shaofeng Wu" userId="16cc59afe9483dd5" providerId="LiveId" clId="{DEF51348-0BAF-479E-9880-C2E925FD9E89}" dt="2024-09-06T12:29:01.781" v="1749" actId="478"/>
          <ac:picMkLst>
            <pc:docMk/>
            <pc:sldMk cId="3159075958" sldId="634"/>
            <ac:picMk id="5" creationId="{DCB5438A-AEB2-EF0C-6A95-35F4F10EEAD4}"/>
          </ac:picMkLst>
        </pc:picChg>
        <pc:picChg chg="del">
          <ac:chgData name="Shaofeng Wu" userId="16cc59afe9483dd5" providerId="LiveId" clId="{DEF51348-0BAF-479E-9880-C2E925FD9E89}" dt="2024-09-06T12:29:02.104" v="1750" actId="478"/>
          <ac:picMkLst>
            <pc:docMk/>
            <pc:sldMk cId="3159075958" sldId="634"/>
            <ac:picMk id="6" creationId="{0D814058-FB4F-37E9-85E2-B802F2141CC9}"/>
          </ac:picMkLst>
        </pc:picChg>
        <pc:picChg chg="add mod">
          <ac:chgData name="Shaofeng Wu" userId="16cc59afe9483dd5" providerId="LiveId" clId="{DEF51348-0BAF-479E-9880-C2E925FD9E89}" dt="2024-09-07T06:41:45.936" v="3624" actId="1035"/>
          <ac:picMkLst>
            <pc:docMk/>
            <pc:sldMk cId="3159075958" sldId="634"/>
            <ac:picMk id="6" creationId="{83AA05F5-F2A0-640A-BEAE-CC699ADA51BD}"/>
          </ac:picMkLst>
        </pc:picChg>
        <pc:picChg chg="add del mod">
          <ac:chgData name="Shaofeng Wu" userId="16cc59afe9483dd5" providerId="LiveId" clId="{DEF51348-0BAF-479E-9880-C2E925FD9E89}" dt="2024-09-07T06:41:39.158" v="3618" actId="478"/>
          <ac:picMkLst>
            <pc:docMk/>
            <pc:sldMk cId="3159075958" sldId="634"/>
            <ac:picMk id="8" creationId="{C36AB58E-5AB9-C6BA-F781-A225A2B7F13D}"/>
          </ac:picMkLst>
        </pc:picChg>
        <pc:picChg chg="add mod">
          <ac:chgData name="Shaofeng Wu" userId="16cc59afe9483dd5" providerId="LiveId" clId="{DEF51348-0BAF-479E-9880-C2E925FD9E89}" dt="2024-09-06T12:30:32.879" v="1892" actId="1076"/>
          <ac:picMkLst>
            <pc:docMk/>
            <pc:sldMk cId="3159075958" sldId="634"/>
            <ac:picMk id="10" creationId="{D32F664E-C11C-C80D-4CA8-EB21A661C9BF}"/>
          </ac:picMkLst>
        </pc:picChg>
      </pc:sldChg>
      <pc:sldChg chg="modSp add del mod">
        <pc:chgData name="Shaofeng Wu" userId="16cc59afe9483dd5" providerId="LiveId" clId="{DEF51348-0BAF-479E-9880-C2E925FD9E89}" dt="2024-09-06T12:21:23.968" v="1665"/>
        <pc:sldMkLst>
          <pc:docMk/>
          <pc:sldMk cId="4087268526" sldId="634"/>
        </pc:sldMkLst>
        <pc:spChg chg="mod">
          <ac:chgData name="Shaofeng Wu" userId="16cc59afe9483dd5" providerId="LiveId" clId="{DEF51348-0BAF-479E-9880-C2E925FD9E89}" dt="2024-09-06T12:21:23.515" v="1664" actId="20577"/>
          <ac:spMkLst>
            <pc:docMk/>
            <pc:sldMk cId="4087268526" sldId="634"/>
            <ac:spMk id="2" creationId="{62715A2E-656D-EC5D-FDE7-230488526EFC}"/>
          </ac:spMkLst>
        </pc:spChg>
      </pc:sldChg>
      <pc:sldChg chg="addSp delSp modSp add mod ord">
        <pc:chgData name="Shaofeng Wu" userId="16cc59afe9483dd5" providerId="LiveId" clId="{DEF51348-0BAF-479E-9880-C2E925FD9E89}" dt="2024-09-06T12:41:14.814" v="2727"/>
        <pc:sldMkLst>
          <pc:docMk/>
          <pc:sldMk cId="1858805157" sldId="635"/>
        </pc:sldMkLst>
        <pc:spChg chg="mod">
          <ac:chgData name="Shaofeng Wu" userId="16cc59afe9483dd5" providerId="LiveId" clId="{DEF51348-0BAF-479E-9880-C2E925FD9E89}" dt="2024-09-06T12:31:46.977" v="2004" actId="20577"/>
          <ac:spMkLst>
            <pc:docMk/>
            <pc:sldMk cId="1858805157" sldId="635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6T12:38:29.021" v="2699" actId="14100"/>
          <ac:spMkLst>
            <pc:docMk/>
            <pc:sldMk cId="1858805157" sldId="635"/>
            <ac:spMk id="3" creationId="{36A5FFEE-E22C-7E2F-1F3B-D8658E79FF2E}"/>
          </ac:spMkLst>
        </pc:spChg>
        <pc:picChg chg="add mod">
          <ac:chgData name="Shaofeng Wu" userId="16cc59afe9483dd5" providerId="LiveId" clId="{DEF51348-0BAF-479E-9880-C2E925FD9E89}" dt="2024-09-06T12:38:27.469" v="2698" actId="1076"/>
          <ac:picMkLst>
            <pc:docMk/>
            <pc:sldMk cId="1858805157" sldId="635"/>
            <ac:picMk id="5" creationId="{94D695DB-4190-5256-E73D-166389583F66}"/>
          </ac:picMkLst>
        </pc:picChg>
        <pc:picChg chg="del">
          <ac:chgData name="Shaofeng Wu" userId="16cc59afe9483dd5" providerId="LiveId" clId="{DEF51348-0BAF-479E-9880-C2E925FD9E89}" dt="2024-09-06T12:31:41.988" v="1992" actId="478"/>
          <ac:picMkLst>
            <pc:docMk/>
            <pc:sldMk cId="1858805157" sldId="635"/>
            <ac:picMk id="8" creationId="{C36AB58E-5AB9-C6BA-F781-A225A2B7F13D}"/>
          </ac:picMkLst>
        </pc:picChg>
        <pc:picChg chg="del">
          <ac:chgData name="Shaofeng Wu" userId="16cc59afe9483dd5" providerId="LiveId" clId="{DEF51348-0BAF-479E-9880-C2E925FD9E89}" dt="2024-09-06T12:31:42.260" v="1993" actId="478"/>
          <ac:picMkLst>
            <pc:docMk/>
            <pc:sldMk cId="1858805157" sldId="635"/>
            <ac:picMk id="10" creationId="{D32F664E-C11C-C80D-4CA8-EB21A661C9BF}"/>
          </ac:picMkLst>
        </pc:picChg>
      </pc:sldChg>
      <pc:sldChg chg="addSp delSp modSp add mod">
        <pc:chgData name="Shaofeng Wu" userId="16cc59afe9483dd5" providerId="LiveId" clId="{DEF51348-0BAF-479E-9880-C2E925FD9E89}" dt="2024-09-06T13:01:56.917" v="3609"/>
        <pc:sldMkLst>
          <pc:docMk/>
          <pc:sldMk cId="2765923114" sldId="636"/>
        </pc:sldMkLst>
        <pc:spChg chg="mod">
          <ac:chgData name="Shaofeng Wu" userId="16cc59afe9483dd5" providerId="LiveId" clId="{DEF51348-0BAF-479E-9880-C2E925FD9E89}" dt="2024-09-06T12:58:56.052" v="3553" actId="20577"/>
          <ac:spMkLst>
            <pc:docMk/>
            <pc:sldMk cId="2765923114" sldId="636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6T13:01:02.330" v="3599" actId="20577"/>
          <ac:spMkLst>
            <pc:docMk/>
            <pc:sldMk cId="2765923114" sldId="636"/>
            <ac:spMk id="3" creationId="{36A5FFEE-E22C-7E2F-1F3B-D8658E79FF2E}"/>
          </ac:spMkLst>
        </pc:spChg>
        <pc:spChg chg="add del mod">
          <ac:chgData name="Shaofeng Wu" userId="16cc59afe9483dd5" providerId="LiveId" clId="{DEF51348-0BAF-479E-9880-C2E925FD9E89}" dt="2024-09-06T13:01:56.747" v="3608" actId="478"/>
          <ac:spMkLst>
            <pc:docMk/>
            <pc:sldMk cId="2765923114" sldId="636"/>
            <ac:spMk id="5" creationId="{EAFEF837-1990-A613-60BA-1E040DF88762}"/>
          </ac:spMkLst>
        </pc:spChg>
        <pc:spChg chg="mod">
          <ac:chgData name="Shaofeng Wu" userId="16cc59afe9483dd5" providerId="LiveId" clId="{DEF51348-0BAF-479E-9880-C2E925FD9E89}" dt="2024-09-06T12:53:58.634" v="3300" actId="1076"/>
          <ac:spMkLst>
            <pc:docMk/>
            <pc:sldMk cId="2765923114" sldId="636"/>
            <ac:spMk id="7" creationId="{115B8AE0-07F0-123D-172C-B7A0CEAF3494}"/>
          </ac:spMkLst>
        </pc:spChg>
        <pc:spChg chg="add mod">
          <ac:chgData name="Shaofeng Wu" userId="16cc59afe9483dd5" providerId="LiveId" clId="{DEF51348-0BAF-479E-9880-C2E925FD9E89}" dt="2024-09-06T13:01:56.917" v="3609"/>
          <ac:spMkLst>
            <pc:docMk/>
            <pc:sldMk cId="2765923114" sldId="636"/>
            <ac:spMk id="8" creationId="{242B82D4-40AF-8483-333D-BE3BD0AF5D85}"/>
          </ac:spMkLst>
        </pc:spChg>
        <pc:picChg chg="del">
          <ac:chgData name="Shaofeng Wu" userId="16cc59afe9483dd5" providerId="LiveId" clId="{DEF51348-0BAF-479E-9880-C2E925FD9E89}" dt="2024-09-06T12:51:19.065" v="3181" actId="478"/>
          <ac:picMkLst>
            <pc:docMk/>
            <pc:sldMk cId="2765923114" sldId="636"/>
            <ac:picMk id="6" creationId="{C86B2FD4-EBFD-1E0A-4B46-4E3B180903FC}"/>
          </ac:picMkLst>
        </pc:picChg>
      </pc:sldChg>
      <pc:sldChg chg="addSp delSp modSp add mod">
        <pc:chgData name="Shaofeng Wu" userId="16cc59afe9483dd5" providerId="LiveId" clId="{DEF51348-0BAF-479E-9880-C2E925FD9E89}" dt="2024-09-09T04:29:58.425" v="3802" actId="15"/>
        <pc:sldMkLst>
          <pc:docMk/>
          <pc:sldMk cId="2600899159" sldId="637"/>
        </pc:sldMkLst>
        <pc:spChg chg="mod">
          <ac:chgData name="Shaofeng Wu" userId="16cc59afe9483dd5" providerId="LiveId" clId="{DEF51348-0BAF-479E-9880-C2E925FD9E89}" dt="2024-09-06T12:50:08.006" v="3175" actId="20577"/>
          <ac:spMkLst>
            <pc:docMk/>
            <pc:sldMk cId="2600899159" sldId="637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9T04:29:58.425" v="3802" actId="15"/>
          <ac:spMkLst>
            <pc:docMk/>
            <pc:sldMk cId="2600899159" sldId="637"/>
            <ac:spMk id="3" creationId="{36A5FFEE-E22C-7E2F-1F3B-D8658E79FF2E}"/>
          </ac:spMkLst>
        </pc:spChg>
        <pc:picChg chg="del mod">
          <ac:chgData name="Shaofeng Wu" userId="16cc59afe9483dd5" providerId="LiveId" clId="{DEF51348-0BAF-479E-9880-C2E925FD9E89}" dt="2024-09-06T12:49:48.319" v="3168" actId="478"/>
          <ac:picMkLst>
            <pc:docMk/>
            <pc:sldMk cId="2600899159" sldId="637"/>
            <ac:picMk id="5" creationId="{DCB5438A-AEB2-EF0C-6A95-35F4F10EEAD4}"/>
          </ac:picMkLst>
        </pc:picChg>
        <pc:picChg chg="del mod">
          <ac:chgData name="Shaofeng Wu" userId="16cc59afe9483dd5" providerId="LiveId" clId="{DEF51348-0BAF-479E-9880-C2E925FD9E89}" dt="2024-09-06T12:49:50.710" v="3171" actId="478"/>
          <ac:picMkLst>
            <pc:docMk/>
            <pc:sldMk cId="2600899159" sldId="637"/>
            <ac:picMk id="6" creationId="{0D814058-FB4F-37E9-85E2-B802F2141CC9}"/>
          </ac:picMkLst>
        </pc:picChg>
        <pc:picChg chg="add mod">
          <ac:chgData name="Shaofeng Wu" userId="16cc59afe9483dd5" providerId="LiveId" clId="{DEF51348-0BAF-479E-9880-C2E925FD9E89}" dt="2024-09-09T04:29:48.194" v="3767" actId="1036"/>
          <ac:picMkLst>
            <pc:docMk/>
            <pc:sldMk cId="2600899159" sldId="637"/>
            <ac:picMk id="8" creationId="{055170D8-CBA5-1C4F-1D61-915B08A8EF3F}"/>
          </ac:picMkLst>
        </pc:picChg>
        <pc:picChg chg="add mod">
          <ac:chgData name="Shaofeng Wu" userId="16cc59afe9483dd5" providerId="LiveId" clId="{DEF51348-0BAF-479E-9880-C2E925FD9E89}" dt="2024-09-09T04:29:48.194" v="3767" actId="1036"/>
          <ac:picMkLst>
            <pc:docMk/>
            <pc:sldMk cId="2600899159" sldId="637"/>
            <ac:picMk id="10" creationId="{5E2519D4-A90B-9E22-E155-931C85746E12}"/>
          </ac:picMkLst>
        </pc:picChg>
      </pc:sldChg>
      <pc:sldChg chg="addSp delSp modSp add mod">
        <pc:chgData name="Shaofeng Wu" userId="16cc59afe9483dd5" providerId="LiveId" clId="{DEF51348-0BAF-479E-9880-C2E925FD9E89}" dt="2024-09-06T12:59:04.156" v="3558" actId="20577"/>
        <pc:sldMkLst>
          <pc:docMk/>
          <pc:sldMk cId="21060325" sldId="638"/>
        </pc:sldMkLst>
        <pc:spChg chg="mod">
          <ac:chgData name="Shaofeng Wu" userId="16cc59afe9483dd5" providerId="LiveId" clId="{DEF51348-0BAF-479E-9880-C2E925FD9E89}" dt="2024-09-06T12:58:59.708" v="3556" actId="20577"/>
          <ac:spMkLst>
            <pc:docMk/>
            <pc:sldMk cId="21060325" sldId="638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6T12:56:08.590" v="3347" actId="20577"/>
          <ac:spMkLst>
            <pc:docMk/>
            <pc:sldMk cId="21060325" sldId="638"/>
            <ac:spMk id="3" creationId="{36A5FFEE-E22C-7E2F-1F3B-D8658E79FF2E}"/>
          </ac:spMkLst>
        </pc:spChg>
        <pc:spChg chg="del">
          <ac:chgData name="Shaofeng Wu" userId="16cc59afe9483dd5" providerId="LiveId" clId="{DEF51348-0BAF-479E-9880-C2E925FD9E89}" dt="2024-09-06T12:56:02.858" v="3345" actId="478"/>
          <ac:spMkLst>
            <pc:docMk/>
            <pc:sldMk cId="21060325" sldId="638"/>
            <ac:spMk id="5" creationId="{EAFEF837-1990-A613-60BA-1E040DF88762}"/>
          </ac:spMkLst>
        </pc:spChg>
        <pc:spChg chg="mod">
          <ac:chgData name="Shaofeng Wu" userId="16cc59afe9483dd5" providerId="LiveId" clId="{DEF51348-0BAF-479E-9880-C2E925FD9E89}" dt="2024-09-06T12:59:04.156" v="3558" actId="20577"/>
          <ac:spMkLst>
            <pc:docMk/>
            <pc:sldMk cId="21060325" sldId="638"/>
            <ac:spMk id="7" creationId="{115B8AE0-07F0-123D-172C-B7A0CEAF3494}"/>
          </ac:spMkLst>
        </pc:spChg>
        <pc:picChg chg="add mod">
          <ac:chgData name="Shaofeng Wu" userId="16cc59afe9483dd5" providerId="LiveId" clId="{DEF51348-0BAF-479E-9880-C2E925FD9E89}" dt="2024-09-06T12:56:17.795" v="3350" actId="1076"/>
          <ac:picMkLst>
            <pc:docMk/>
            <pc:sldMk cId="21060325" sldId="638"/>
            <ac:picMk id="8" creationId="{BD0A6B7B-4B72-0CAE-4A89-DF456A44ACCA}"/>
          </ac:picMkLst>
        </pc:picChg>
      </pc:sldChg>
      <pc:sldChg chg="addSp delSp modSp add del mod">
        <pc:chgData name="Shaofeng Wu" userId="16cc59afe9483dd5" providerId="LiveId" clId="{DEF51348-0BAF-479E-9880-C2E925FD9E89}" dt="2024-09-06T13:00:46.966" v="3581" actId="47"/>
        <pc:sldMkLst>
          <pc:docMk/>
          <pc:sldMk cId="923117328" sldId="639"/>
        </pc:sldMkLst>
        <pc:spChg chg="mod">
          <ac:chgData name="Shaofeng Wu" userId="16cc59afe9483dd5" providerId="LiveId" clId="{DEF51348-0BAF-479E-9880-C2E925FD9E89}" dt="2024-09-06T12:58:57.324" v="3554" actId="20577"/>
          <ac:spMkLst>
            <pc:docMk/>
            <pc:sldMk cId="923117328" sldId="639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6T13:00:41.588" v="3579" actId="20577"/>
          <ac:spMkLst>
            <pc:docMk/>
            <pc:sldMk cId="923117328" sldId="639"/>
            <ac:spMk id="3" creationId="{36A5FFEE-E22C-7E2F-1F3B-D8658E79FF2E}"/>
          </ac:spMkLst>
        </pc:spChg>
        <pc:spChg chg="del">
          <ac:chgData name="Shaofeng Wu" userId="16cc59afe9483dd5" providerId="LiveId" clId="{DEF51348-0BAF-479E-9880-C2E925FD9E89}" dt="2024-09-06T12:59:59.944" v="3560" actId="478"/>
          <ac:spMkLst>
            <pc:docMk/>
            <pc:sldMk cId="923117328" sldId="639"/>
            <ac:spMk id="5" creationId="{EAFEF837-1990-A613-60BA-1E040DF88762}"/>
          </ac:spMkLst>
        </pc:spChg>
        <pc:spChg chg="add mod">
          <ac:chgData name="Shaofeng Wu" userId="16cc59afe9483dd5" providerId="LiveId" clId="{DEF51348-0BAF-479E-9880-C2E925FD9E89}" dt="2024-09-06T13:00:04.771" v="3565" actId="1076"/>
          <ac:spMkLst>
            <pc:docMk/>
            <pc:sldMk cId="923117328" sldId="639"/>
            <ac:spMk id="6" creationId="{9561AD30-59E7-AC6E-461C-88787BE02179}"/>
          </ac:spMkLst>
        </pc:spChg>
      </pc:sldChg>
      <pc:sldChg chg="delSp modSp add mod delAnim">
        <pc:chgData name="Shaofeng Wu" userId="16cc59afe9483dd5" providerId="LiveId" clId="{DEF51348-0BAF-479E-9880-C2E925FD9E89}" dt="2024-09-06T13:02:15.881" v="3615" actId="15"/>
        <pc:sldMkLst>
          <pc:docMk/>
          <pc:sldMk cId="3194801751" sldId="640"/>
        </pc:sldMkLst>
        <pc:spChg chg="mod">
          <ac:chgData name="Shaofeng Wu" userId="16cc59afe9483dd5" providerId="LiveId" clId="{DEF51348-0BAF-479E-9880-C2E925FD9E89}" dt="2024-09-06T13:00:51.242" v="3582" actId="20577"/>
          <ac:spMkLst>
            <pc:docMk/>
            <pc:sldMk cId="3194801751" sldId="640"/>
            <ac:spMk id="2" creationId="{62715A2E-656D-EC5D-FDE7-230488526EFC}"/>
          </ac:spMkLst>
        </pc:spChg>
        <pc:spChg chg="mod">
          <ac:chgData name="Shaofeng Wu" userId="16cc59afe9483dd5" providerId="LiveId" clId="{DEF51348-0BAF-479E-9880-C2E925FD9E89}" dt="2024-09-06T13:02:15.881" v="3615" actId="15"/>
          <ac:spMkLst>
            <pc:docMk/>
            <pc:sldMk cId="3194801751" sldId="640"/>
            <ac:spMk id="3" creationId="{36A5FFEE-E22C-7E2F-1F3B-D8658E79FF2E}"/>
          </ac:spMkLst>
        </pc:spChg>
        <pc:spChg chg="mod">
          <ac:chgData name="Shaofeng Wu" userId="16cc59afe9483dd5" providerId="LiveId" clId="{DEF51348-0BAF-479E-9880-C2E925FD9E89}" dt="2024-09-06T13:01:54.656" v="3607" actId="1076"/>
          <ac:spMkLst>
            <pc:docMk/>
            <pc:sldMk cId="3194801751" sldId="640"/>
            <ac:spMk id="5" creationId="{EAFEF837-1990-A613-60BA-1E040DF88762}"/>
          </ac:spMkLst>
        </pc:spChg>
        <pc:spChg chg="del">
          <ac:chgData name="Shaofeng Wu" userId="16cc59afe9483dd5" providerId="LiveId" clId="{DEF51348-0BAF-479E-9880-C2E925FD9E89}" dt="2024-09-06T13:02:09.027" v="3613" actId="478"/>
          <ac:spMkLst>
            <pc:docMk/>
            <pc:sldMk cId="3194801751" sldId="640"/>
            <ac:spMk id="7" creationId="{115B8AE0-07F0-123D-172C-B7A0CEAF3494}"/>
          </ac:spMkLst>
        </pc:spChg>
      </pc:sldChg>
      <pc:sldMasterChg chg="del delSldLayout">
        <pc:chgData name="Shaofeng Wu" userId="16cc59afe9483dd5" providerId="LiveId" clId="{DEF51348-0BAF-479E-9880-C2E925FD9E89}" dt="2024-09-06T12:17:49.312" v="1520" actId="47"/>
        <pc:sldMasterMkLst>
          <pc:docMk/>
          <pc:sldMasterMk cId="379731295" sldId="2147483648"/>
        </pc:sldMasterMkLst>
        <pc:sldLayoutChg chg="del">
          <pc:chgData name="Shaofeng Wu" userId="16cc59afe9483dd5" providerId="LiveId" clId="{DEF51348-0BAF-479E-9880-C2E925FD9E89}" dt="2024-09-06T12:17:49.312" v="1520" actId="47"/>
          <pc:sldLayoutMkLst>
            <pc:docMk/>
            <pc:sldMasterMk cId="379731295" sldId="2147483648"/>
            <pc:sldLayoutMk cId="2702207638" sldId="2147483649"/>
          </pc:sldLayoutMkLst>
        </pc:sldLayoutChg>
        <pc:sldLayoutChg chg="del">
          <pc:chgData name="Shaofeng Wu" userId="16cc59afe9483dd5" providerId="LiveId" clId="{DEF51348-0BAF-479E-9880-C2E925FD9E89}" dt="2024-09-06T12:17:49.312" v="1520" actId="47"/>
          <pc:sldLayoutMkLst>
            <pc:docMk/>
            <pc:sldMasterMk cId="379731295" sldId="2147483648"/>
            <pc:sldLayoutMk cId="598225439" sldId="2147483650"/>
          </pc:sldLayoutMkLst>
        </pc:sldLayoutChg>
        <pc:sldLayoutChg chg="del">
          <pc:chgData name="Shaofeng Wu" userId="16cc59afe9483dd5" providerId="LiveId" clId="{DEF51348-0BAF-479E-9880-C2E925FD9E89}" dt="2024-09-06T12:17:49.312" v="1520" actId="47"/>
          <pc:sldLayoutMkLst>
            <pc:docMk/>
            <pc:sldMasterMk cId="379731295" sldId="2147483648"/>
            <pc:sldLayoutMk cId="806972900" sldId="2147483651"/>
          </pc:sldLayoutMkLst>
        </pc:sldLayoutChg>
        <pc:sldLayoutChg chg="del">
          <pc:chgData name="Shaofeng Wu" userId="16cc59afe9483dd5" providerId="LiveId" clId="{DEF51348-0BAF-479E-9880-C2E925FD9E89}" dt="2024-09-06T12:17:49.312" v="1520" actId="47"/>
          <pc:sldLayoutMkLst>
            <pc:docMk/>
            <pc:sldMasterMk cId="379731295" sldId="2147483648"/>
            <pc:sldLayoutMk cId="3406233049" sldId="2147483652"/>
          </pc:sldLayoutMkLst>
        </pc:sldLayoutChg>
        <pc:sldLayoutChg chg="del">
          <pc:chgData name="Shaofeng Wu" userId="16cc59afe9483dd5" providerId="LiveId" clId="{DEF51348-0BAF-479E-9880-C2E925FD9E89}" dt="2024-09-06T12:17:49.312" v="1520" actId="47"/>
          <pc:sldLayoutMkLst>
            <pc:docMk/>
            <pc:sldMasterMk cId="379731295" sldId="2147483648"/>
            <pc:sldLayoutMk cId="1845137410" sldId="2147483653"/>
          </pc:sldLayoutMkLst>
        </pc:sldLayoutChg>
        <pc:sldLayoutChg chg="del">
          <pc:chgData name="Shaofeng Wu" userId="16cc59afe9483dd5" providerId="LiveId" clId="{DEF51348-0BAF-479E-9880-C2E925FD9E89}" dt="2024-09-06T12:17:49.312" v="1520" actId="47"/>
          <pc:sldLayoutMkLst>
            <pc:docMk/>
            <pc:sldMasterMk cId="379731295" sldId="2147483648"/>
            <pc:sldLayoutMk cId="4175912041" sldId="2147483654"/>
          </pc:sldLayoutMkLst>
        </pc:sldLayoutChg>
        <pc:sldLayoutChg chg="del">
          <pc:chgData name="Shaofeng Wu" userId="16cc59afe9483dd5" providerId="LiveId" clId="{DEF51348-0BAF-479E-9880-C2E925FD9E89}" dt="2024-09-06T12:17:49.312" v="1520" actId="47"/>
          <pc:sldLayoutMkLst>
            <pc:docMk/>
            <pc:sldMasterMk cId="379731295" sldId="2147483648"/>
            <pc:sldLayoutMk cId="2559617481" sldId="2147483655"/>
          </pc:sldLayoutMkLst>
        </pc:sldLayoutChg>
        <pc:sldLayoutChg chg="del">
          <pc:chgData name="Shaofeng Wu" userId="16cc59afe9483dd5" providerId="LiveId" clId="{DEF51348-0BAF-479E-9880-C2E925FD9E89}" dt="2024-09-06T12:17:49.312" v="1520" actId="47"/>
          <pc:sldLayoutMkLst>
            <pc:docMk/>
            <pc:sldMasterMk cId="379731295" sldId="2147483648"/>
            <pc:sldLayoutMk cId="2292448223" sldId="2147483656"/>
          </pc:sldLayoutMkLst>
        </pc:sldLayoutChg>
        <pc:sldLayoutChg chg="del">
          <pc:chgData name="Shaofeng Wu" userId="16cc59afe9483dd5" providerId="LiveId" clId="{DEF51348-0BAF-479E-9880-C2E925FD9E89}" dt="2024-09-06T12:17:49.312" v="1520" actId="47"/>
          <pc:sldLayoutMkLst>
            <pc:docMk/>
            <pc:sldMasterMk cId="379731295" sldId="2147483648"/>
            <pc:sldLayoutMk cId="863545120" sldId="2147483657"/>
          </pc:sldLayoutMkLst>
        </pc:sldLayoutChg>
        <pc:sldLayoutChg chg="del">
          <pc:chgData name="Shaofeng Wu" userId="16cc59afe9483dd5" providerId="LiveId" clId="{DEF51348-0BAF-479E-9880-C2E925FD9E89}" dt="2024-09-06T12:17:49.312" v="1520" actId="47"/>
          <pc:sldLayoutMkLst>
            <pc:docMk/>
            <pc:sldMasterMk cId="379731295" sldId="2147483648"/>
            <pc:sldLayoutMk cId="3230708897" sldId="2147483658"/>
          </pc:sldLayoutMkLst>
        </pc:sldLayoutChg>
        <pc:sldLayoutChg chg="del">
          <pc:chgData name="Shaofeng Wu" userId="16cc59afe9483dd5" providerId="LiveId" clId="{DEF51348-0BAF-479E-9880-C2E925FD9E89}" dt="2024-09-06T12:17:49.312" v="1520" actId="47"/>
          <pc:sldLayoutMkLst>
            <pc:docMk/>
            <pc:sldMasterMk cId="379731295" sldId="2147483648"/>
            <pc:sldLayoutMk cId="3969927345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51E9F-A845-4914-A3CC-CC345012599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ED8A1-9A08-4DDC-ACAE-443678235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34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HK" sz="2400" dirty="0">
              <a:solidFill>
                <a:schemeClr val="tx1">
                  <a:lumMod val="65000"/>
                  <a:lumOff val="35000"/>
                </a:schemeClr>
              </a:solidFill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361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173946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272787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816335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606713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660387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472896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634785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817191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332723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4112733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747546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31932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499563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8375646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873396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HK" sz="2400" dirty="0">
              <a:solidFill>
                <a:schemeClr val="tx1">
                  <a:lumMod val="65000"/>
                  <a:lumOff val="35000"/>
                </a:schemeClr>
              </a:solidFill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17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51686ED8-374A-AFA5-27CC-BADD1D5E79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0080"/>
              </a:gs>
              <a:gs pos="100000">
                <a:srgbClr val="EFA922"/>
              </a:gs>
            </a:gsLst>
            <a:lin ang="270000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>
            <a:lvl1pPr defTabSz="412750">
              <a:defRPr sz="6000" baseline="1666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89000" y="4235450"/>
            <a:ext cx="10414000" cy="17743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059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3187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"/>
          <p:cNvSpPr/>
          <p:nvPr/>
        </p:nvSpPr>
        <p:spPr>
          <a:xfrm>
            <a:off x="0" y="0"/>
            <a:ext cx="12192000" cy="941294"/>
          </a:xfrm>
          <a:prstGeom prst="rect">
            <a:avLst/>
          </a:prstGeom>
          <a:gradFill flip="none" rotWithShape="1">
            <a:gsLst>
              <a:gs pos="0">
                <a:srgbClr val="800080"/>
              </a:gs>
              <a:gs pos="100000">
                <a:srgbClr val="EFA922"/>
              </a:gs>
            </a:gsLst>
            <a:lin ang="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4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75383" y="0"/>
            <a:ext cx="10593290" cy="9412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229567"/>
            <a:ext cx="10502900" cy="46482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00080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7217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52" name="Rectangle"/>
          <p:cNvSpPr/>
          <p:nvPr/>
        </p:nvSpPr>
        <p:spPr>
          <a:xfrm>
            <a:off x="0" y="6507659"/>
            <a:ext cx="12192000" cy="367110"/>
          </a:xfrm>
          <a:prstGeom prst="rect">
            <a:avLst/>
          </a:prstGeom>
          <a:solidFill>
            <a:srgbClr val="4885E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04064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61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DB323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058101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70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F4C20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66717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79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3CBA54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231157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4885E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301311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63B76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818707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EDC444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0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332573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CA423E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1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1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828382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"/>
          <p:cNvSpPr/>
          <p:nvPr/>
        </p:nvSpPr>
        <p:spPr>
          <a:xfrm>
            <a:off x="0" y="-16768"/>
            <a:ext cx="12192000" cy="6032004"/>
          </a:xfrm>
          <a:prstGeom prst="rect">
            <a:avLst/>
          </a:prstGeom>
          <a:solidFill>
            <a:srgbClr val="419C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/>
          <a:lstStyle>
            <a:lvl1pPr algn="ctr" defTabSz="412750">
              <a:defRPr sz="6000" b="0" baseline="1666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44248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2193727" y="178594"/>
            <a:ext cx="7804547" cy="1518048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410766">
              <a:defRPr sz="3500" b="0" baseline="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idx="1"/>
          </p:nvPr>
        </p:nvSpPr>
        <p:spPr>
          <a:xfrm>
            <a:off x="2193727" y="1821656"/>
            <a:ext cx="7804547" cy="4420196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2222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1pPr>
            <a:lvl2pPr marL="44450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2pPr>
            <a:lvl3pPr marL="6667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3pPr>
            <a:lvl4pPr marL="88900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4pPr>
            <a:lvl5pPr marL="11112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7052" y="6536531"/>
            <a:ext cx="322203" cy="313546"/>
          </a:xfrm>
          <a:prstGeom prst="rect">
            <a:avLst/>
          </a:prstGeom>
        </p:spPr>
        <p:txBody>
          <a:bodyPr lIns="71437" tIns="71437" rIns="71437" bIns="71437"/>
          <a:lstStyle>
            <a:lvl1pPr defTabSz="410766">
              <a:defRPr sz="1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480725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14A3-DCCD-1F67-5A43-D409DDA7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9C241-D7F8-3937-C18B-364EFE4B9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11B77-9054-FFAD-AEB3-F44121FC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DD41-9B81-A544-8498-92133950A0E4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A69CF-9400-12F2-90B6-21413E60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15769-C2E4-40A2-0D1B-A3522EC4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991F-E3FA-3A41-8A65-A6D6C0B5A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6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799356" y="177800"/>
            <a:ext cx="1059329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30016" y="6400800"/>
            <a:ext cx="381515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defTabSz="412750">
              <a:defRPr sz="1800">
                <a:solidFill>
                  <a:srgbClr val="000000"/>
                </a:solidFill>
                <a:latin typeface="Gill Sans MT" panose="020B050202010402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8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/>
  <p:hf hdr="0" ftr="0" dt="0"/>
  <p:txStyles>
    <p:titleStyle>
      <a:lvl1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1pPr>
      <a:lvl2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289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1pPr>
      <a:lvl2pPr marL="6066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2pPr>
      <a:lvl3pPr marL="924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3pPr>
      <a:lvl4pPr marL="12416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4pPr>
      <a:lvl5pPr marL="1559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5pPr>
      <a:lvl6pPr marL="19248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6pPr>
      <a:lvl7pPr marL="22423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7pPr>
      <a:lvl8pPr marL="25598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8pPr>
      <a:lvl9pPr marL="28773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C13C63-B26A-4A9C-A1CA-724346AB290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89000" y="4235450"/>
            <a:ext cx="10414000" cy="1774360"/>
          </a:xfrm>
        </p:spPr>
        <p:txBody>
          <a:bodyPr>
            <a:normAutofit/>
          </a:bodyPr>
          <a:lstStyle/>
          <a:p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Shaofeng Wu</a:t>
            </a:r>
          </a:p>
          <a:p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wsf123@link.cuhk.edu.hk</a:t>
            </a:r>
          </a:p>
          <a:p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Jan 15,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2768C-F15F-6E75-41D1-9F14D317D991}"/>
              </a:ext>
            </a:extLst>
          </p:cNvPr>
          <p:cNvSpPr txBox="1"/>
          <p:nvPr/>
        </p:nvSpPr>
        <p:spPr>
          <a:xfrm>
            <a:off x="889000" y="1489226"/>
            <a:ext cx="10632440" cy="10310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1" indent="0" algn="l" defTabSz="2921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Assignment 1 Background and Code Walk</a:t>
            </a:r>
          </a:p>
          <a:p>
            <a:pPr marL="0" marR="0" lvl="1" indent="0" algn="l" defTabSz="2921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CSCI3150 Introduction to Operating Systems, 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pring 2026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0851316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Assignment 1 (1/1)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 fontScale="85000" lnSpcReduction="20000"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Assignment 1: Implementation of A Simple Shell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Implement a basic shell that supports 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Built-in commands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External commands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HK" sz="2100" dirty="0">
                <a:cs typeface="Helvetica"/>
              </a:rPr>
              <a:t>Aim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HK" sz="2100" dirty="0">
                <a:cs typeface="Helvetica"/>
              </a:rPr>
              <a:t>Understanding how to interact with an operating system, e.g. Linux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HK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Understanding the design choices and rationales of a shell</a:t>
            </a:r>
          </a:p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Before you start, what you need to know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The behavior of a real (bash) shell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How does the starter code we provide work?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How to compile and run the program?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The code logic of starter code?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How to verify that your program really works?</a:t>
            </a:r>
            <a:endParaRPr kumimoji="0" lang="en-HK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6EBDF-89FC-770E-CA37-D416AB56B0D1}"/>
              </a:ext>
            </a:extLst>
          </p:cNvPr>
          <p:cNvSpPr txBox="1"/>
          <p:nvPr/>
        </p:nvSpPr>
        <p:spPr>
          <a:xfrm>
            <a:off x="6345212" y="1766621"/>
            <a:ext cx="5449913" cy="646331"/>
          </a:xfrm>
          <a:prstGeom prst="rect">
            <a:avLst/>
          </a:prstGeom>
          <a:solidFill>
            <a:srgbClr val="FFC000"/>
          </a:solidFill>
          <a:ln w="57150" cap="flat">
            <a:solidFill>
              <a:schemeClr val="bg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altLang="zh-CN" b="1" dirty="0" err="1">
                <a:solidFill>
                  <a:srgbClr val="202020"/>
                </a:solidFill>
                <a:latin typeface="Gill Sans MT" panose="020B0502020104020203" pitchFamily="34" charset="0"/>
              </a:rPr>
              <a:t>Github</a:t>
            </a:r>
            <a:r>
              <a:rPr lang="en-US" altLang="zh-CN" b="1" dirty="0">
                <a:solidFill>
                  <a:srgbClr val="202020"/>
                </a:solidFill>
                <a:latin typeface="Gill Sans MT" panose="020B0502020104020203" pitchFamily="34" charset="0"/>
              </a:rPr>
              <a:t> classroom for assignment 1:</a:t>
            </a:r>
          </a:p>
          <a:p>
            <a:pPr algn="ctr"/>
            <a:r>
              <a:rPr lang="en-US" altLang="zh-CN" b="1" dirty="0">
                <a:solidFill>
                  <a:srgbClr val="202020"/>
                </a:solidFill>
                <a:latin typeface="Consolas" panose="020B0609020204030204" pitchFamily="49" charset="0"/>
              </a:rPr>
              <a:t>https://classroom.github.com/a/YnSDVcuC</a:t>
            </a:r>
          </a:p>
        </p:txBody>
      </p:sp>
    </p:spTree>
    <p:extLst>
      <p:ext uri="{BB962C8B-B14F-4D97-AF65-F5344CB8AC3E}">
        <p14:creationId xmlns:p14="http://schemas.microsoft.com/office/powerpoint/2010/main" val="23320453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latin typeface="Gill Sans MT" panose="020B0502020104020203" pitchFamily="34" charset="0"/>
              </a:rPr>
              <a:t>Shell Behavior </a:t>
            </a:r>
            <a:r>
              <a:rPr lang="en-US" dirty="0"/>
              <a:t>(1/8)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What is shell?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 computer program that exposes an operating system's services to a human user or other programs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Each shell is a process (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quick demo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)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Use “echo $$” to check the process id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Use “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ps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–ax | grep PID” to check the process information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The shell that most people talk about on Linux is </a:t>
            </a:r>
            <a:r>
              <a:rPr kumimoji="0" lang="en-US" sz="2100" b="0" i="0" u="sng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bash shell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Other shells, e.g. </a:t>
            </a:r>
            <a:r>
              <a:rPr lang="en-US" sz="2100" dirty="0" err="1">
                <a:cs typeface="Helvetica"/>
              </a:rPr>
              <a:t>powershell</a:t>
            </a:r>
            <a:r>
              <a:rPr lang="en-US" sz="2100" dirty="0">
                <a:cs typeface="Helvetica"/>
              </a:rPr>
              <a:t>, </a:t>
            </a:r>
            <a:r>
              <a:rPr lang="en-US" sz="2100" dirty="0" err="1">
                <a:cs typeface="Helvetica"/>
              </a:rPr>
              <a:t>zsh</a:t>
            </a:r>
            <a:r>
              <a:rPr lang="en-US" sz="2100" dirty="0">
                <a:cs typeface="Helvetica"/>
              </a:rPr>
              <a:t>, …</a:t>
            </a:r>
            <a:endParaRPr kumimoji="0" lang="en-US" sz="2100" b="0" i="0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0" indent="0">
              <a:spcBef>
                <a:spcPts val="1200"/>
              </a:spcBef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55571D-6707-DA9B-5969-51CA7590D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705" y="5096553"/>
            <a:ext cx="7678222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29980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latin typeface="Gill Sans MT" panose="020B0502020104020203" pitchFamily="34" charset="0"/>
              </a:rPr>
              <a:t>Shell Behavior </a:t>
            </a:r>
            <a:r>
              <a:rPr lang="en-US" dirty="0"/>
              <a:t>(2/8)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Important feature of bash shell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Builtin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commands: cd, echo, …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External commands: ls, find, sleep …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Key difference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Builtin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commands are executed in </a:t>
            </a:r>
            <a:r>
              <a:rPr kumimoji="0" lang="en-US" sz="2100" b="0" i="0" u="sng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main process 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of shell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External commands are executed in a </a:t>
            </a:r>
            <a:r>
              <a:rPr kumimoji="0" lang="en-US" sz="2100" b="0" i="0" u="sng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child process 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of the shell 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Disclaimer: for bash shell, for single command 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u="sng" dirty="0">
                <a:cs typeface="Helvetica"/>
              </a:rPr>
              <a:t>Try to think why? </a:t>
            </a:r>
          </a:p>
          <a:p>
            <a:pPr marL="1241425" lvl="3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Hint: </a:t>
            </a:r>
            <a:r>
              <a:rPr lang="en-US" sz="2100" dirty="0">
                <a:cs typeface="Helvetica"/>
              </a:rPr>
              <a:t>are the authors of “ls” and “</a:t>
            </a:r>
            <a:r>
              <a:rPr lang="en-US" sz="2100" dirty="0" err="1">
                <a:cs typeface="Helvetica"/>
              </a:rPr>
              <a:t>wc</a:t>
            </a:r>
            <a:r>
              <a:rPr lang="en-US" sz="2100" dirty="0">
                <a:cs typeface="Helvetica"/>
              </a:rPr>
              <a:t>” command the same?</a:t>
            </a:r>
          </a:p>
          <a:p>
            <a:pPr marL="1241425" lvl="3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Hint: what if a command cause segmentation fault?</a:t>
            </a:r>
          </a:p>
          <a:p>
            <a:pPr marL="1241425" lvl="3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Hint: is shell supposed to be a “manager” or a “doer”?</a:t>
            </a:r>
            <a:endParaRPr kumimoji="0" lang="en-US" sz="2100" b="0" i="0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0040515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latin typeface="Gill Sans MT" panose="020B0502020104020203" pitchFamily="34" charset="0"/>
              </a:rPr>
              <a:t>Shell Behavior </a:t>
            </a:r>
            <a:r>
              <a:rPr lang="en-US" dirty="0"/>
              <a:t>(3/8)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Quick demo on </a:t>
            </a:r>
            <a:r>
              <a:rPr lang="en-US" altLang="zh-CN" sz="2600" b="1" dirty="0" err="1">
                <a:cs typeface="Helvetica"/>
              </a:rPr>
              <a:t>builtin</a:t>
            </a:r>
            <a:r>
              <a:rPr lang="en-US" altLang="zh-CN" sz="2600" b="1" dirty="0">
                <a:cs typeface="Helvetica"/>
              </a:rPr>
              <a:t>/external commands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lang="en-US" sz="2100" dirty="0">
                <a:latin typeface="Consolas" panose="020B0609020204030204" pitchFamily="49" charset="0"/>
                <a:cs typeface="Helvetica"/>
              </a:rPr>
              <a:t>h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  <a:sym typeface="Helvetica"/>
              </a:rPr>
              <a:t>elp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Consolas" panose="020B0609020204030204" pitchFamily="49" charset="0"/>
              <a:cs typeface="Helvetica"/>
              <a:sym typeface="Helvetica"/>
            </a:endParaRP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cs typeface="Helvetica"/>
                <a:sym typeface="Helvetica"/>
              </a:rPr>
              <a:t>This shows all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cs typeface="Helvetica"/>
                <a:sym typeface="Helvetica"/>
              </a:rPr>
              <a:t>builtin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cs typeface="Helvetica"/>
                <a:sym typeface="Helvetica"/>
              </a:rPr>
              <a:t> commands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3133B3-E2D6-5F2E-E704-BD0A36055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199" y="2610727"/>
            <a:ext cx="8471051" cy="416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8136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latin typeface="Gill Sans MT" panose="020B0502020104020203" pitchFamily="34" charset="0"/>
              </a:rPr>
              <a:t>Shell Behavior </a:t>
            </a:r>
            <a:r>
              <a:rPr lang="en-US" dirty="0"/>
              <a:t>(4/8)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Quick demo on </a:t>
            </a:r>
            <a:r>
              <a:rPr lang="en-US" altLang="zh-CN" sz="2600" b="1" dirty="0" err="1">
                <a:cs typeface="Helvetica"/>
              </a:rPr>
              <a:t>builtin</a:t>
            </a:r>
            <a:r>
              <a:rPr lang="en-US" altLang="zh-CN" sz="2600" b="1" dirty="0">
                <a:cs typeface="Helvetica"/>
              </a:rPr>
              <a:t>/external commands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lang="en-US" sz="2100" dirty="0">
                <a:cs typeface="Helvetica"/>
              </a:rPr>
              <a:t>(In terminal 1) </a:t>
            </a:r>
            <a:r>
              <a:rPr lang="en-US" sz="2100" dirty="0">
                <a:latin typeface="Consolas" panose="020B0609020204030204" pitchFamily="49" charset="0"/>
                <a:cs typeface="Helvetica"/>
              </a:rPr>
              <a:t>read -p "Press enter to continue..."</a:t>
            </a:r>
            <a:r>
              <a:rPr kumimoji="0" lang="en-US" sz="210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  <a:sym typeface="Helvetica"/>
              </a:rPr>
              <a:t> 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cs typeface="Helvetica"/>
                <a:sym typeface="Helvetica"/>
              </a:rPr>
              <a:t>This executes a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cs typeface="Helvetica"/>
                <a:sym typeface="Helvetica"/>
              </a:rPr>
              <a:t>builtin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cs typeface="Helvetica"/>
                <a:sym typeface="Helvetica"/>
              </a:rPr>
              <a:t> command that waits for user input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(In terminal 2) </a:t>
            </a:r>
            <a:r>
              <a:rPr lang="en-US" sz="2100" dirty="0" err="1">
                <a:latin typeface="Consolas" panose="020B0609020204030204" pitchFamily="49" charset="0"/>
                <a:cs typeface="Helvetica"/>
              </a:rPr>
              <a:t>pgrep</a:t>
            </a:r>
            <a:r>
              <a:rPr lang="en-US" sz="2100" dirty="0">
                <a:latin typeface="Consolas" panose="020B0609020204030204" pitchFamily="49" charset="0"/>
                <a:cs typeface="Helvetica"/>
              </a:rPr>
              <a:t> -P [</a:t>
            </a:r>
            <a:r>
              <a:rPr lang="en-US" sz="2100" dirty="0" err="1">
                <a:latin typeface="Consolas" panose="020B0609020204030204" pitchFamily="49" charset="0"/>
                <a:cs typeface="Helvetica"/>
              </a:rPr>
              <a:t>pid</a:t>
            </a:r>
            <a:r>
              <a:rPr lang="en-US" sz="2100" dirty="0">
                <a:latin typeface="Consolas" panose="020B0609020204030204" pitchFamily="49" charset="0"/>
                <a:cs typeface="Helvetica"/>
              </a:rPr>
              <a:t> of your terminal 1]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Consolas" panose="020B0609020204030204" pitchFamily="49" charset="0"/>
              <a:cs typeface="Helvetica"/>
              <a:sym typeface="Helvetica"/>
            </a:endParaRP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cs typeface="Helvetica"/>
                <a:sym typeface="Helvetica"/>
              </a:rPr>
              <a:t>This shows all the child process of the bash shell under test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75EEC2-3C41-78C1-7516-997F4A944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1" y="4601310"/>
            <a:ext cx="4915586" cy="362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FEF6EA-A353-08BB-F961-E572F42C2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655" y="4539390"/>
            <a:ext cx="3134162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7767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latin typeface="Gill Sans MT" panose="020B0502020104020203" pitchFamily="34" charset="0"/>
              </a:rPr>
              <a:t>Shell Behavior </a:t>
            </a:r>
            <a:r>
              <a:rPr lang="en-US" dirty="0"/>
              <a:t>(5/8)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Quick demo on </a:t>
            </a:r>
            <a:r>
              <a:rPr lang="en-US" altLang="zh-CN" sz="2600" b="1" dirty="0" err="1">
                <a:cs typeface="Helvetica"/>
              </a:rPr>
              <a:t>builtin</a:t>
            </a:r>
            <a:r>
              <a:rPr lang="en-US" altLang="zh-CN" sz="2600" b="1" dirty="0">
                <a:cs typeface="Helvetica"/>
              </a:rPr>
              <a:t>/external commands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lang="en-US" sz="2100" dirty="0">
                <a:cs typeface="Helvetica"/>
              </a:rPr>
              <a:t>(In terminal 1) </a:t>
            </a:r>
            <a:r>
              <a:rPr lang="en-US" sz="2100" dirty="0">
                <a:latin typeface="Consolas" panose="020B0609020204030204" pitchFamily="49" charset="0"/>
                <a:cs typeface="Helvetica"/>
              </a:rPr>
              <a:t>sleep infinity</a:t>
            </a:r>
            <a:r>
              <a:rPr kumimoji="0" lang="en-US" sz="210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Consolas" panose="020B0609020204030204" pitchFamily="49" charset="0"/>
                <a:cs typeface="Helvetica"/>
                <a:sym typeface="Helvetica"/>
              </a:rPr>
              <a:t> 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cs typeface="Helvetica"/>
                <a:sym typeface="Helvetica"/>
              </a:rPr>
              <a:t>This executes a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cs typeface="Helvetica"/>
                <a:sym typeface="Helvetica"/>
              </a:rPr>
              <a:t>builtin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cs typeface="Helvetica"/>
                <a:sym typeface="Helvetica"/>
              </a:rPr>
              <a:t> command that waits for user input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(In terminal 2) </a:t>
            </a:r>
            <a:r>
              <a:rPr lang="en-US" sz="2100" dirty="0" err="1">
                <a:latin typeface="Consolas" panose="020B0609020204030204" pitchFamily="49" charset="0"/>
                <a:cs typeface="Helvetica"/>
              </a:rPr>
              <a:t>pgrep</a:t>
            </a:r>
            <a:r>
              <a:rPr lang="en-US" sz="2100" dirty="0">
                <a:latin typeface="Consolas" panose="020B0609020204030204" pitchFamily="49" charset="0"/>
                <a:cs typeface="Helvetica"/>
              </a:rPr>
              <a:t> -P [</a:t>
            </a:r>
            <a:r>
              <a:rPr lang="en-US" sz="2100" dirty="0" err="1">
                <a:latin typeface="Consolas" panose="020B0609020204030204" pitchFamily="49" charset="0"/>
                <a:cs typeface="Helvetica"/>
              </a:rPr>
              <a:t>pid</a:t>
            </a:r>
            <a:r>
              <a:rPr lang="en-US" sz="2100" dirty="0">
                <a:latin typeface="Consolas" panose="020B0609020204030204" pitchFamily="49" charset="0"/>
                <a:cs typeface="Helvetica"/>
              </a:rPr>
              <a:t> of your terminal 1]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Consolas" panose="020B0609020204030204" pitchFamily="49" charset="0"/>
              <a:cs typeface="Helvetica"/>
              <a:sym typeface="Helvetica"/>
            </a:endParaRP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cs typeface="Helvetica"/>
                <a:sym typeface="Helvetica"/>
              </a:rPr>
              <a:t>This shows all the child process of the bash shell under test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B9F59A-E22B-5F85-141F-C8246D672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1" y="4379352"/>
            <a:ext cx="3029373" cy="390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961094-0C45-0AFB-7DB4-687200D7A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771" y="4408315"/>
            <a:ext cx="3029373" cy="609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F5E75A-2563-09DB-4940-597075966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771" y="5134278"/>
            <a:ext cx="6897063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8443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latin typeface="Gill Sans MT" panose="020B0502020104020203" pitchFamily="34" charset="0"/>
              </a:rPr>
              <a:t>Shell Behavior </a:t>
            </a:r>
            <a:r>
              <a:rPr lang="en-US" dirty="0"/>
              <a:t>(6/8)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Binaries of external commands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External commands are executed in a child process with their own pre-built binaries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Where are these binaries? (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quick demo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)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 “/bin”, “/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usr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/bin”, etc., they have binaries for different purposes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One take-away here: your own binary can also be a command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lang="en-US" sz="2100" dirty="0">
              <a:cs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lang="en-US" sz="2100" dirty="0">
              <a:cs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lang="en-US" sz="2100" dirty="0">
              <a:cs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How </a:t>
            </a:r>
            <a:r>
              <a:rPr lang="en-US" sz="2100" dirty="0">
                <a:cs typeface="Helvetica"/>
              </a:rPr>
              <a:t>does bash shell invoke these binaries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? (next tutorial)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53D6D3-088F-3CAB-83E2-FC740ABC3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89" y="3792181"/>
            <a:ext cx="10891222" cy="189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8471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latin typeface="Gill Sans MT" panose="020B0502020104020203" pitchFamily="34" charset="0"/>
              </a:rPr>
              <a:t>Shell Behavior </a:t>
            </a:r>
            <a:r>
              <a:rPr lang="en-US" dirty="0"/>
              <a:t>(7/8)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4037378"/>
          </a:xfrm>
        </p:spPr>
        <p:txBody>
          <a:bodyPr lIns="25400" tIns="25400" rIns="25400" bIns="25400" anchor="t">
            <a:normAutofit fontScale="70000" lnSpcReduction="20000"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Pipe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Shell has the following meta characters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\ / &lt; &gt; ! $ % ^ &amp; * | { } [ ] " ' ` ~ ; 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Pipe(|) is a feature that Linux shell provides to redirect command output to another command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U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se “man 7 pipe” in your shell to check details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Some special notes (</a:t>
            </a: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quick demo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)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Space before and after pipe</a:t>
            </a:r>
          </a:p>
          <a:p>
            <a:pPr marL="1241425" lvl="3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 bash shells, space before and after pipe does not affect semantics (we do not require this in asg1, you only need to make sure space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before&amp;after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pipe </a:t>
            </a:r>
            <a:r>
              <a:rPr lang="en-US" sz="2100" dirty="0">
                <a:cs typeface="Helvetica"/>
              </a:rPr>
              <a:t>are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supported)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Several pipes</a:t>
            </a:r>
          </a:p>
          <a:p>
            <a:pPr marL="1241425" lvl="3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Builtin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commands with pipes: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builtin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commands will be executed in child process in this case (this behavior is required in asg1)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How does bash shell implement this feature? (next tutorial)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0" indent="0">
              <a:spcBef>
                <a:spcPts val="1200"/>
              </a:spcBef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5" name="图片 5">
            <a:extLst>
              <a:ext uri="{FF2B5EF4-FFF2-40B4-BE49-F238E27FC236}">
                <a16:creationId xmlns:a16="http://schemas.microsoft.com/office/drawing/2014/main" id="{DCB5438A-AEB2-EF0C-6A95-35F4F10EE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260" y="5358183"/>
            <a:ext cx="3162741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8346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latin typeface="Gill Sans MT" panose="020B0502020104020203" pitchFamily="34" charset="0"/>
              </a:rPr>
              <a:t>Shell Behavior </a:t>
            </a:r>
            <a:r>
              <a:rPr lang="en-US" dirty="0"/>
              <a:t>(8/8)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4037378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Putting things together: </a:t>
            </a:r>
            <a:r>
              <a:rPr lang="en-US" altLang="zh-CN" sz="2600" b="1" dirty="0" err="1">
                <a:cs typeface="Helvetica"/>
              </a:rPr>
              <a:t>builtin</a:t>
            </a:r>
            <a:r>
              <a:rPr lang="en-US" altLang="zh-CN" sz="2600" b="1" dirty="0">
                <a:cs typeface="Helvetica"/>
              </a:rPr>
              <a:t>/external commands + pipe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ing</a:t>
            </a:r>
            <a:r>
              <a:rPr lang="en-US" altLang="zh-CN" sz="2100" dirty="0">
                <a:cs typeface="Helvetica"/>
              </a:rPr>
              <a:t>le</a:t>
            </a:r>
            <a:r>
              <a:rPr lang="zh-CN" altLang="en-US" sz="2100" dirty="0">
                <a:cs typeface="Helvetica"/>
              </a:rPr>
              <a:t> </a:t>
            </a:r>
            <a:r>
              <a:rPr lang="en-US" altLang="zh-CN" sz="2100" dirty="0">
                <a:cs typeface="Helvetica"/>
              </a:rPr>
              <a:t>command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Builtin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commands in the main process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External commands in child processes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Multiple commands linked by pipes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All commands linked by pipes are executed in a child process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5170D8-CBA5-1C4F-1D61-915B08A8E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930" y="4449797"/>
            <a:ext cx="3543795" cy="6287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2519D4-A90B-9E22-E155-931C85746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005" y="4427831"/>
            <a:ext cx="3029373" cy="8859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FFEE19-078C-B153-B5F5-7EDDA1F16ADB}"/>
              </a:ext>
            </a:extLst>
          </p:cNvPr>
          <p:cNvSpPr txBox="1"/>
          <p:nvPr/>
        </p:nvSpPr>
        <p:spPr>
          <a:xfrm>
            <a:off x="1709020" y="5848291"/>
            <a:ext cx="7726016" cy="461665"/>
          </a:xfrm>
          <a:prstGeom prst="rect">
            <a:avLst/>
          </a:prstGeom>
          <a:solidFill>
            <a:srgbClr val="FFC000"/>
          </a:solidFill>
          <a:ln w="57150" cap="flat">
            <a:solidFill>
              <a:schemeClr val="bg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202020"/>
                </a:solidFill>
                <a:latin typeface="Gill Sans MT" panose="020B0502020104020203" pitchFamily="34" charset="0"/>
              </a:rPr>
              <a:t>What happens for “cd .. | ls”?  Try to think why?</a:t>
            </a:r>
            <a:endParaRPr lang="en-US" altLang="zh-CN" sz="2400" b="1" dirty="0">
              <a:solidFill>
                <a:srgbClr val="20202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8991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 &amp; Run (1/1)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How to compile and run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Use “make” command to compile 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You can search by yourself how to write and use a </a:t>
            </a:r>
            <a:r>
              <a:rPr lang="en-US" sz="2100" dirty="0" err="1">
                <a:cs typeface="Helvetica"/>
              </a:rPr>
              <a:t>Makefile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Use “./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SimpleShell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” to run your compiled program</a:t>
            </a: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6B2FD4-EBFD-1E0A-4B46-4E3B18090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38" y="3604456"/>
            <a:ext cx="6258798" cy="2648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5B8AE0-07F0-123D-172C-B7A0CEAF3494}"/>
              </a:ext>
            </a:extLst>
          </p:cNvPr>
          <p:cNvSpPr txBox="1"/>
          <p:nvPr/>
        </p:nvSpPr>
        <p:spPr>
          <a:xfrm>
            <a:off x="7103349" y="3971907"/>
            <a:ext cx="4974517" cy="1815882"/>
          </a:xfrm>
          <a:prstGeom prst="rect">
            <a:avLst/>
          </a:prstGeom>
          <a:solidFill>
            <a:srgbClr val="FFC000"/>
          </a:solidFill>
          <a:ln w="57150" cap="flat">
            <a:solidFill>
              <a:schemeClr val="bg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02020"/>
                </a:solidFill>
                <a:latin typeface="Gill Sans MT" panose="020B0502020104020203" pitchFamily="34" charset="0"/>
              </a:rPr>
              <a:t>Note:  The source code we provided is incomplete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202020"/>
                </a:solidFill>
                <a:latin typeface="Gill Sans MT" panose="020B0502020104020203" pitchFamily="34" charset="0"/>
              </a:rPr>
              <a:t>You can successfully compile with the sources we provide, but the program only supports one command “exit”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202020"/>
                </a:solidFill>
                <a:latin typeface="Gill Sans MT" panose="020B0502020104020203" pitchFamily="34" charset="0"/>
              </a:rPr>
              <a:t>Your task is to add other commands to the incomplete framework, or implement in your own framework</a:t>
            </a:r>
          </a:p>
        </p:txBody>
      </p:sp>
    </p:spTree>
    <p:extLst>
      <p:ext uri="{BB962C8B-B14F-4D97-AF65-F5344CB8AC3E}">
        <p14:creationId xmlns:p14="http://schemas.microsoft.com/office/powerpoint/2010/main" val="16255699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Walk (1/3)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Directory structure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B8AE0-07F0-123D-172C-B7A0CEAF3494}"/>
              </a:ext>
            </a:extLst>
          </p:cNvPr>
          <p:cNvSpPr txBox="1"/>
          <p:nvPr/>
        </p:nvSpPr>
        <p:spPr>
          <a:xfrm>
            <a:off x="6409372" y="2664315"/>
            <a:ext cx="5358956" cy="1323439"/>
          </a:xfrm>
          <a:prstGeom prst="rect">
            <a:avLst/>
          </a:prstGeom>
          <a:solidFill>
            <a:srgbClr val="FFC000"/>
          </a:solidFill>
          <a:ln w="57150" cap="flat">
            <a:solidFill>
              <a:schemeClr val="bg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02020"/>
                </a:solidFill>
                <a:latin typeface="Gill Sans MT" panose="020B0502020104020203" pitchFamily="34" charset="0"/>
              </a:rPr>
              <a:t>DO NOT modify any file other than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 err="1">
                <a:solidFill>
                  <a:srgbClr val="202020"/>
                </a:solidFill>
                <a:latin typeface="Gill Sans MT" panose="020B0502020104020203" pitchFamily="34" charset="0"/>
              </a:rPr>
              <a:t>src</a:t>
            </a:r>
            <a:r>
              <a:rPr lang="en-US" altLang="zh-CN" sz="1600" b="1" dirty="0">
                <a:solidFill>
                  <a:srgbClr val="202020"/>
                </a:solidFill>
                <a:latin typeface="Gill Sans MT" panose="020B0502020104020203" pitchFamily="34" charset="0"/>
              </a:rPr>
              <a:t>/simple-</a:t>
            </a:r>
            <a:r>
              <a:rPr lang="en-US" altLang="zh-CN" sz="1600" b="1" dirty="0" err="1">
                <a:solidFill>
                  <a:srgbClr val="202020"/>
                </a:solidFill>
                <a:latin typeface="Gill Sans MT" panose="020B0502020104020203" pitchFamily="34" charset="0"/>
              </a:rPr>
              <a:t>execute.c</a:t>
            </a:r>
            <a:endParaRPr lang="en-US" altLang="zh-CN" sz="1600" b="1" dirty="0">
              <a:solidFill>
                <a:srgbClr val="202020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202020"/>
                </a:solidFill>
                <a:latin typeface="Gill Sans MT" panose="020B0502020104020203" pitchFamily="34" charset="0"/>
              </a:rPr>
              <a:t>declaration_en.doc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rgbClr val="202020"/>
              </a:solidFill>
              <a:latin typeface="Gill Sans MT" panose="020B0502020104020203" pitchFamily="34" charset="0"/>
            </a:endParaRPr>
          </a:p>
          <a:p>
            <a:r>
              <a:rPr lang="en-US" altLang="zh-CN" sz="1600" b="1" dirty="0">
                <a:solidFill>
                  <a:srgbClr val="202020"/>
                </a:solidFill>
                <a:latin typeface="Gill Sans MT" panose="020B0502020104020203" pitchFamily="34" charset="0"/>
              </a:rPr>
              <a:t>DO NOT implement your shell by adding new files.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0A6B7B-4B72-0CAE-4A89-DF456A44A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70" y="1700690"/>
            <a:ext cx="5077534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3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Walk (2/3)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5748079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400" b="1" dirty="0">
                <a:cs typeface="Helvetica"/>
              </a:rPr>
              <a:t>simple-</a:t>
            </a:r>
            <a:r>
              <a:rPr lang="en-US" altLang="zh-CN" sz="2400" b="1" dirty="0" err="1">
                <a:cs typeface="Helvetica"/>
              </a:rPr>
              <a:t>execute.c</a:t>
            </a:r>
            <a:endParaRPr lang="en-US" altLang="zh-CN" sz="2400" b="1" dirty="0">
              <a:cs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int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shell_execute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(char **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, int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argc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);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Arguments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: pointer to the pointer array of parsed command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Argc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: number of parsed items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For example, input “ls –l” and enter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= {“ls”, “-l”}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Argc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= 3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Return value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0 for next loop(normal execution)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-1 for break loop(error or exit)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FEF837-1990-A613-60BA-1E040DF88762}"/>
              </a:ext>
            </a:extLst>
          </p:cNvPr>
          <p:cNvSpPr txBox="1"/>
          <p:nvPr/>
        </p:nvSpPr>
        <p:spPr>
          <a:xfrm>
            <a:off x="6592630" y="994192"/>
            <a:ext cx="5093491" cy="578619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/*  </a:t>
            </a:r>
            <a:r>
              <a:rPr lang="en-US" sz="1000" b="0" dirty="0" err="1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shell_execute</a:t>
            </a: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 - Function to execute the command with specified command content and command arguments. 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*   @args   String array with command and its arguments. 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*   @argc   Total number of strings including the command, its arguments and the NULL in the end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shell_execute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child_pid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wait_return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status;</a:t>
            </a:r>
          </a:p>
          <a:p>
            <a:b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Execute built-in commands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exit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"exit"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){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000" b="0" dirty="0">
                <a:solidFill>
                  <a:srgbClr val="51515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TODO</a:t>
            </a: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: cd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b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Non-built-in commands. These commands should be executed in a child process so the parent process can continue to invoke other commands */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One command without pipe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0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child_pid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fork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"fork() error </a:t>
            </a:r>
            <a:r>
              <a:rPr lang="en-US" sz="10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child_pid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){</a:t>
            </a: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    /* </a:t>
            </a:r>
            <a:r>
              <a:rPr lang="en-US" sz="1000" b="0" dirty="0">
                <a:solidFill>
                  <a:srgbClr val="51515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TODO</a:t>
            </a: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: execute the command and check if the command is correctly executed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000" b="0" dirty="0">
                <a:solidFill>
                  <a:srgbClr val="51515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TODOs</a:t>
            </a: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arbitrary number of pipes</a:t>
            </a: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b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wait for child process to terminate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0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wait_return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status))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       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480175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Walk (3/3)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 err="1">
                <a:cs typeface="Helvetica"/>
              </a:rPr>
              <a:t>shell_execute</a:t>
            </a:r>
            <a:endParaRPr lang="en-US" altLang="zh-CN" sz="2600" b="1" dirty="0">
              <a:cs typeface="Helvetica"/>
            </a:endParaRP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Single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builtin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command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 main process 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Single external command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In child process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Multiple commands with pipes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Each one in one child process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B8AE0-07F0-123D-172C-B7A0CEAF3494}"/>
              </a:ext>
            </a:extLst>
          </p:cNvPr>
          <p:cNvSpPr txBox="1"/>
          <p:nvPr/>
        </p:nvSpPr>
        <p:spPr>
          <a:xfrm>
            <a:off x="339775" y="4968603"/>
            <a:ext cx="4974517" cy="584775"/>
          </a:xfrm>
          <a:prstGeom prst="rect">
            <a:avLst/>
          </a:prstGeom>
          <a:solidFill>
            <a:srgbClr val="FFC000"/>
          </a:solidFill>
          <a:ln w="57150" cap="flat">
            <a:solidFill>
              <a:schemeClr val="bg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02020"/>
                </a:solidFill>
                <a:latin typeface="Gill Sans MT" panose="020B0502020104020203" pitchFamily="34" charset="0"/>
              </a:rPr>
              <a:t>Hint: use necessary system calls to implement these functionalities</a:t>
            </a: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242B82D4-40AF-8483-333D-BE3BD0AF5D85}"/>
              </a:ext>
            </a:extLst>
          </p:cNvPr>
          <p:cNvSpPr txBox="1"/>
          <p:nvPr/>
        </p:nvSpPr>
        <p:spPr>
          <a:xfrm>
            <a:off x="6592630" y="994192"/>
            <a:ext cx="5093491" cy="578619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/*  </a:t>
            </a:r>
            <a:r>
              <a:rPr lang="en-US" sz="1000" b="0" dirty="0" err="1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shell_execute</a:t>
            </a: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 - Function to execute the command with specified command content and command arguments. 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*   @args   String array with command and its arguments. 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*   @argc   Total number of strings including the command, its arguments and the NULL in the end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shell_execute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child_pid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wait_return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status;</a:t>
            </a:r>
          </a:p>
          <a:p>
            <a:b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Execute built-in commands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exit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"exit"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){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000" b="0" dirty="0">
                <a:solidFill>
                  <a:srgbClr val="51515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TODO</a:t>
            </a: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: cd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b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Non-built-in commands. These commands should be executed in a child process so the parent process can continue to invoke other commands */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One command without pipe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0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child_pid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fork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 err="1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"fork() error </a:t>
            </a:r>
            <a:r>
              <a:rPr lang="en-US" sz="10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000" b="0" dirty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child_pid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){</a:t>
            </a: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    /* </a:t>
            </a:r>
            <a:r>
              <a:rPr lang="en-US" sz="1000" b="0" dirty="0">
                <a:solidFill>
                  <a:srgbClr val="51515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TODO</a:t>
            </a: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: execute the command and check if the command is correctly executed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000" b="0" dirty="0">
                <a:solidFill>
                  <a:srgbClr val="51515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TODOs</a:t>
            </a: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arbitrary number of pipes</a:t>
            </a: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b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    /* wait for child process to terminate */</a:t>
            </a:r>
            <a:endParaRPr lang="en-US" sz="1000" b="0" dirty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000" b="0" dirty="0" err="1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wait_return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status))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       </a:t>
            </a:r>
          </a:p>
          <a:p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59231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latin typeface="Gill Sans MT" panose="020B0502020104020203" pitchFamily="34" charset="0"/>
              </a:rPr>
              <a:t>Verification </a:t>
            </a:r>
            <a:r>
              <a:rPr lang="en-US" dirty="0"/>
              <a:t>(1/2)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841570" cy="4037378"/>
          </a:xfrm>
        </p:spPr>
        <p:txBody>
          <a:bodyPr lIns="25400" tIns="25400" rIns="25400" bIns="25400" anchor="t">
            <a:normAutofit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Leveraging auto-grading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Five test cases are provided for your reference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Refer to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autograding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report to check test cases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We will use another set of test cases for final grading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2F664E-C11C-C80D-4CA8-EB21A661C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221" y="3248255"/>
            <a:ext cx="3296110" cy="3305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AA05F5-F2A0-640A-BEAE-CC699ADA5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432" y="964961"/>
            <a:ext cx="3683017" cy="587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7595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latin typeface="Gill Sans MT" panose="020B0502020104020203" pitchFamily="34" charset="0"/>
              </a:rPr>
              <a:t>Verification </a:t>
            </a:r>
            <a:r>
              <a:rPr lang="en-US" dirty="0"/>
              <a:t>(2/2)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841570" cy="2912666"/>
          </a:xfrm>
        </p:spPr>
        <p:txBody>
          <a:bodyPr lIns="25400" tIns="25400" rIns="25400" bIns="25400" anchor="t">
            <a:normAutofit fontScale="70000" lnSpcReduction="20000"/>
          </a:bodyPr>
          <a:lstStyle/>
          <a:p>
            <a:pPr marL="288925" indent="-288925">
              <a:buFont typeface="Wingdings" pitchFamily="2" charset="2"/>
              <a:buChar char="Ø"/>
              <a:defRPr/>
            </a:pPr>
            <a:r>
              <a:rPr lang="en-US" altLang="zh-CN" sz="2600" b="1" dirty="0">
                <a:cs typeface="Helvetica"/>
              </a:rPr>
              <a:t>Is </a:t>
            </a:r>
            <a:r>
              <a:rPr lang="en-US" altLang="zh-CN" sz="2600" b="1" dirty="0" err="1">
                <a:cs typeface="Helvetica"/>
              </a:rPr>
              <a:t>autograding</a:t>
            </a:r>
            <a:r>
              <a:rPr lang="en-US" altLang="zh-CN" sz="2600" b="1" dirty="0">
                <a:cs typeface="Helvetica"/>
              </a:rPr>
              <a:t> always correct?</a:t>
            </a:r>
          </a:p>
          <a:p>
            <a:pPr marL="606425" marR="0" lvl="1" indent="-288925" algn="l" defTabSz="41275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How do we obtain the </a:t>
            </a:r>
            <a:r>
              <a:rPr kumimoji="0" lang="en-US" sz="2100" b="0" i="0" u="none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groundtruth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?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Using a real bash shell to execute the command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So </a:t>
            </a:r>
            <a:r>
              <a:rPr lang="en-US" sz="2100" dirty="0" err="1">
                <a:cs typeface="Helvetica"/>
              </a:rPr>
              <a:t>autograding</a:t>
            </a:r>
            <a:r>
              <a:rPr lang="en-US" sz="2100" dirty="0">
                <a:cs typeface="Helvetica"/>
              </a:rPr>
              <a:t> are theoretically 100% correct</a:t>
            </a: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You can also compare the output of a real bash shell with your program to validate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Your program</a:t>
            </a:r>
          </a:p>
          <a:p>
            <a:pPr marL="923925" lvl="2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sz="2100" dirty="0">
                <a:cs typeface="Helvetica"/>
              </a:rPr>
              <a:t>Our </a:t>
            </a:r>
            <a:r>
              <a:rPr lang="en-US" sz="2100" dirty="0" err="1">
                <a:cs typeface="Helvetica"/>
              </a:rPr>
              <a:t>autograding</a:t>
            </a:r>
            <a:r>
              <a:rPr lang="en-US" sz="2100" dirty="0">
                <a:cs typeface="Helvetica"/>
              </a:rPr>
              <a:t> system</a:t>
            </a:r>
          </a:p>
          <a:p>
            <a:pPr marL="1241425" lvl="3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If you find any mistake </a:t>
            </a:r>
            <a:r>
              <a:rPr kumimoji="0" lang="en-US" sz="2100" b="1" i="0" u="sng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without modifying any protected file/path (anything except for </a:t>
            </a:r>
            <a:r>
              <a:rPr kumimoji="0" lang="en-US" sz="2100" b="1" i="0" u="sng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src</a:t>
            </a:r>
            <a:r>
              <a:rPr kumimoji="0" lang="en-US" sz="2100" b="1" i="0" u="sng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/simple-</a:t>
            </a:r>
            <a:r>
              <a:rPr kumimoji="0" lang="en-US" sz="2100" b="1" i="0" u="sng" strike="noStrike" kern="0" cap="none" spc="0" normalizeH="0" baseline="0" noProof="0" dirty="0" err="1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execute.c</a:t>
            </a:r>
            <a:r>
              <a:rPr kumimoji="0" lang="en-US" sz="2100" b="1" i="0" u="sng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)</a:t>
            </a: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, please open a discussion in piazza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pic>
        <p:nvPicPr>
          <p:cNvPr id="5" name="图片 5">
            <a:extLst>
              <a:ext uri="{FF2B5EF4-FFF2-40B4-BE49-F238E27FC236}">
                <a16:creationId xmlns:a16="http://schemas.microsoft.com/office/drawing/2014/main" id="{94D695DB-4190-5256-E73D-166389583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566" y="4233911"/>
            <a:ext cx="10132867" cy="254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0515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32768C-F15F-6E75-41D1-9F14D317D991}"/>
              </a:ext>
            </a:extLst>
          </p:cNvPr>
          <p:cNvSpPr txBox="1"/>
          <p:nvPr/>
        </p:nvSpPr>
        <p:spPr>
          <a:xfrm>
            <a:off x="779780" y="3128918"/>
            <a:ext cx="10632440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lvl="1" algn="ctr" defTabSz="292100" hangingPunct="0"/>
            <a:r>
              <a:rPr lang="en-US" sz="3300" b="1" kern="0" dirty="0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Q &amp; A</a:t>
            </a:r>
            <a:endParaRPr lang="en-US" sz="2800" b="1" kern="0" dirty="0">
              <a:solidFill>
                <a:srgbClr val="FFFFFF">
                  <a:lumMod val="95000"/>
                </a:srgbClr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8749692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E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1597</Words>
  <Application>Microsoft Office PowerPoint</Application>
  <PresentationFormat>Widescreen</PresentationFormat>
  <Paragraphs>211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Helvetica Light</vt:lpstr>
      <vt:lpstr>Helvetica Neue Light</vt:lpstr>
      <vt:lpstr>Arial</vt:lpstr>
      <vt:lpstr>Calibri</vt:lpstr>
      <vt:lpstr>Consolas</vt:lpstr>
      <vt:lpstr>Gill Sans MT</vt:lpstr>
      <vt:lpstr>Helvetica</vt:lpstr>
      <vt:lpstr>Wingdings</vt:lpstr>
      <vt:lpstr>White</vt:lpstr>
      <vt:lpstr>PowerPoint Presentation</vt:lpstr>
      <vt:lpstr>Overview of Assignment 1 (1/1)</vt:lpstr>
      <vt:lpstr>Shell Behavior (1/8)</vt:lpstr>
      <vt:lpstr>Shell Behavior (2/8)</vt:lpstr>
      <vt:lpstr>Shell Behavior (3/8)</vt:lpstr>
      <vt:lpstr>Shell Behavior (4/8)</vt:lpstr>
      <vt:lpstr>Shell Behavior (5/8)</vt:lpstr>
      <vt:lpstr>Shell Behavior (6/8)</vt:lpstr>
      <vt:lpstr>Shell Behavior (7/8)</vt:lpstr>
      <vt:lpstr>Shell Behavior (8/8)</vt:lpstr>
      <vt:lpstr>Compile &amp; Run (1/1)</vt:lpstr>
      <vt:lpstr>Code Walk (1/3)</vt:lpstr>
      <vt:lpstr>Code Walk (2/3)</vt:lpstr>
      <vt:lpstr>Code Walk (3/3)</vt:lpstr>
      <vt:lpstr>Verification (1/2)</vt:lpstr>
      <vt:lpstr>Verification (2/2)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 Shaofeng</dc:creator>
  <cp:lastModifiedBy>Shaofeng Wu</cp:lastModifiedBy>
  <cp:revision>18</cp:revision>
  <dcterms:created xsi:type="dcterms:W3CDTF">2023-01-06T06:17:44Z</dcterms:created>
  <dcterms:modified xsi:type="dcterms:W3CDTF">2026-01-15T03:17:13Z</dcterms:modified>
</cp:coreProperties>
</file>